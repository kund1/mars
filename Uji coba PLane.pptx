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8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5560-2BF7-6CCA-4121-2A1D9B8BBA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531A04-97EA-975A-6167-5C91D203DF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F0CBA-315D-FC38-B062-1DCB8084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08693-A925-4F11-AAD9-8110F567046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A1F85-106B-8ABF-449E-33C876E07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7F26D-39AB-AB6E-502B-847FDDE9C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6106-120B-49A5-8528-39F32AFFD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142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65D65-137C-A87F-3B24-268AC8BBF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713BA-93AF-FE2F-04AF-CDF2511C3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B096F8-EE15-929B-3ABC-75AFAA5B7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08693-A925-4F11-AAD9-8110F567046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2EA2E-C1BC-4988-D86B-3CA858E19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8CAB5-5C1F-625C-0A96-054B2485A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6106-120B-49A5-8528-39F32AFFD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934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33261-11D4-8BF8-C1F0-B33E9FD04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C1407C-F001-0372-FE82-945243A1D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6BAE5-5EB0-59A0-BF25-27DFDDE0F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08693-A925-4F11-AAD9-8110F567046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825D1-F8D4-F8BD-DFC7-110CF67A7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4F2BF-3C83-D669-659C-A750AD468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6106-120B-49A5-8528-39F32AFFD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26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9931F-CC3E-4C85-EB89-98388E6D4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844B8-18C3-F7A9-5378-6B29D9EDC8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01737D-98D6-51E6-E988-C886445626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7A390D-DD4F-8181-9CA7-9BD1DFF2F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08693-A925-4F11-AAD9-8110F567046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29902E-1BA5-9C37-6EAB-287CF5E8C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D672A-EF09-52AF-05D6-702706F64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6106-120B-49A5-8528-39F32AFFD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538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67429-B028-2C7D-243A-7747783A7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D51607-08F9-7180-DE26-A1DA95F8D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15E1FF-F0E2-13FB-78EB-0C022EB8C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7AD09D-F63A-795D-9F4E-E8C88AFC4D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7571CB-08F0-88CB-2BBE-C7A602169E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1307F3-F387-AD73-D3E8-42DD00F81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08693-A925-4F11-AAD9-8110F567046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67BC5D-B304-184F-A93C-5087CE784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5A1D3A-97B6-C43F-B923-C29332B83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6106-120B-49A5-8528-39F32AFFD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261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0329E-68CE-6533-1EBC-36C9CB681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3862D7-92E1-B76F-E37C-A26AB0E99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08693-A925-4F11-AAD9-8110F567046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4737CF-3290-D0F8-2DDF-C7DA9B46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324A1A-7C53-4F21-10F4-9EF2CD47E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6106-120B-49A5-8528-39F32AFFD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097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CBB02-357E-E4D0-DC47-562A2C582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08693-A925-4F11-AAD9-8110F567046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A86635-E237-4761-8B77-A793DF14C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4391F-186E-8BEA-6C9E-19ED1D177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6106-120B-49A5-8528-39F32AFFD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114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9D251-52C7-B6E2-DD96-916D2590B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9AE22-A6F8-0F8A-5F80-CAB05B7C3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12CDFA-5492-D243-3192-63603A8A63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17620A-806E-7053-B7C2-A975F1C8D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08693-A925-4F11-AAD9-8110F567046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C948-21BA-FF86-D31D-8EDEF2891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64A9E-4118-3A10-A7D6-BF6976190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6106-120B-49A5-8528-39F32AFFD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035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D3732-BAB1-243A-DF75-FF724434F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FA0D7C-8705-4F86-56A3-050D15F435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BE17C7-32CE-A30D-0EEE-63D373F782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EB1CFE-26D0-CE0C-DEC0-F1F507218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08693-A925-4F11-AAD9-8110F567046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78B9F-BB9C-B56C-29FB-96CACB316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14B002-1F99-408E-A7D4-5A665BE6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6106-120B-49A5-8528-39F32AFFD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272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3BEF3-E83E-1101-51CC-0C1444280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8B62AD-DF5B-2D7A-5589-B7AB56A212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11696-4947-FE65-C841-C1B9FF912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08693-A925-4F11-AAD9-8110F567046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23A43-C364-FF06-00F7-1FC8A012D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8F8CF-5B2D-EA00-FB9E-D5B6471EC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6106-120B-49A5-8528-39F32AFFD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817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B31CA3-87ED-60C3-F116-A3E2D9C37C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C2BD94-5BDD-3569-28E8-2401811BB6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21ABB-175E-BA01-5721-DBE1E538F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08693-A925-4F11-AAD9-8110F567046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C5836-257F-7B87-21B8-13F0F1E8B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AB345-9116-EEB7-829D-169ABB240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6106-120B-49A5-8528-39F32AFFD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67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AAAB1A-2B02-0E34-9F36-A0267FB0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D6FB85-8767-2B72-672D-4166D1BB32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0753D-4EA6-F007-4E23-1A09F575D8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A08693-A925-4F11-AAD9-8110F567046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DC9FC-8A03-0EF2-A92A-AAEC84440B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5BDA2-E7F8-477A-9F69-E240803168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FD6106-120B-49A5-8528-39F32AFFD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277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26D00D-3458-12C8-5D33-3183F6E450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89" y="862747"/>
            <a:ext cx="11866911" cy="5431728"/>
          </a:xfrm>
          <a:prstGeom prst="rect">
            <a:avLst/>
          </a:prstGeom>
          <a:solidFill>
            <a:srgbClr val="FFFF00"/>
          </a:solidFill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4878A42-2D91-20EA-928F-6A6C769AE1FD}"/>
              </a:ext>
            </a:extLst>
          </p:cNvPr>
          <p:cNvSpPr/>
          <p:nvPr/>
        </p:nvSpPr>
        <p:spPr>
          <a:xfrm>
            <a:off x="7890655" y="1520456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E9BFD8-0F1B-4A64-3C77-05AA5DD4498D}"/>
              </a:ext>
            </a:extLst>
          </p:cNvPr>
          <p:cNvSpPr/>
          <p:nvPr/>
        </p:nvSpPr>
        <p:spPr>
          <a:xfrm>
            <a:off x="7890655" y="1719351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BF2B3D-550F-D368-93E6-34C2B83198E2}"/>
              </a:ext>
            </a:extLst>
          </p:cNvPr>
          <p:cNvSpPr/>
          <p:nvPr/>
        </p:nvSpPr>
        <p:spPr>
          <a:xfrm>
            <a:off x="7674866" y="1520456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8035B9-6681-7B82-0A80-55EF6AD70656}"/>
              </a:ext>
            </a:extLst>
          </p:cNvPr>
          <p:cNvSpPr/>
          <p:nvPr/>
        </p:nvSpPr>
        <p:spPr>
          <a:xfrm>
            <a:off x="7674866" y="1719351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A9EE24-8B01-4D92-28B1-F5720BFB1B35}"/>
              </a:ext>
            </a:extLst>
          </p:cNvPr>
          <p:cNvSpPr/>
          <p:nvPr/>
        </p:nvSpPr>
        <p:spPr>
          <a:xfrm>
            <a:off x="7459077" y="1520456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1E9CB3-EE83-097E-EAA2-F52696D72C71}"/>
              </a:ext>
            </a:extLst>
          </p:cNvPr>
          <p:cNvSpPr/>
          <p:nvPr/>
        </p:nvSpPr>
        <p:spPr>
          <a:xfrm>
            <a:off x="7459077" y="1719351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595102-01A0-B348-015E-FCE7A125885E}"/>
              </a:ext>
            </a:extLst>
          </p:cNvPr>
          <p:cNvSpPr/>
          <p:nvPr/>
        </p:nvSpPr>
        <p:spPr>
          <a:xfrm>
            <a:off x="7243289" y="1520456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30F0AE-3C8C-DF4D-2327-83D1050AC809}"/>
              </a:ext>
            </a:extLst>
          </p:cNvPr>
          <p:cNvSpPr/>
          <p:nvPr/>
        </p:nvSpPr>
        <p:spPr>
          <a:xfrm>
            <a:off x="7243289" y="1719351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A170D5-83D4-7FB8-65F2-6B67D6FFBB74}"/>
              </a:ext>
            </a:extLst>
          </p:cNvPr>
          <p:cNvSpPr/>
          <p:nvPr/>
        </p:nvSpPr>
        <p:spPr>
          <a:xfrm>
            <a:off x="7027500" y="1520456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CCD776-7EA4-CA53-A724-FDB1DFF52C97}"/>
              </a:ext>
            </a:extLst>
          </p:cNvPr>
          <p:cNvSpPr/>
          <p:nvPr/>
        </p:nvSpPr>
        <p:spPr>
          <a:xfrm>
            <a:off x="7027500" y="1719351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951B0A-DE19-7E7A-CC46-12D1B93DEA9D}"/>
              </a:ext>
            </a:extLst>
          </p:cNvPr>
          <p:cNvSpPr/>
          <p:nvPr/>
        </p:nvSpPr>
        <p:spPr>
          <a:xfrm>
            <a:off x="6811711" y="1520456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2238F8-A813-80E6-313F-EC12DE4E8FD7}"/>
              </a:ext>
            </a:extLst>
          </p:cNvPr>
          <p:cNvSpPr/>
          <p:nvPr/>
        </p:nvSpPr>
        <p:spPr>
          <a:xfrm>
            <a:off x="6811711" y="1719351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F6EB78-E7C4-A3A0-0490-83B92828DA3F}"/>
              </a:ext>
            </a:extLst>
          </p:cNvPr>
          <p:cNvSpPr/>
          <p:nvPr/>
        </p:nvSpPr>
        <p:spPr>
          <a:xfrm>
            <a:off x="6595922" y="1520456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26E9F76-FB0E-9D85-13E6-146165FC52F7}"/>
              </a:ext>
            </a:extLst>
          </p:cNvPr>
          <p:cNvSpPr/>
          <p:nvPr/>
        </p:nvSpPr>
        <p:spPr>
          <a:xfrm>
            <a:off x="6595922" y="1719351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BE9B79E-A5C0-84EB-A413-D5B02BA31E63}"/>
              </a:ext>
            </a:extLst>
          </p:cNvPr>
          <p:cNvSpPr/>
          <p:nvPr/>
        </p:nvSpPr>
        <p:spPr>
          <a:xfrm>
            <a:off x="7890655" y="1922844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5138CE1-CAAC-436D-3E37-DA1D1693EF84}"/>
              </a:ext>
            </a:extLst>
          </p:cNvPr>
          <p:cNvSpPr/>
          <p:nvPr/>
        </p:nvSpPr>
        <p:spPr>
          <a:xfrm>
            <a:off x="7890655" y="2121739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EE50037-053A-9833-1219-79534C3C5556}"/>
              </a:ext>
            </a:extLst>
          </p:cNvPr>
          <p:cNvSpPr/>
          <p:nvPr/>
        </p:nvSpPr>
        <p:spPr>
          <a:xfrm>
            <a:off x="7674866" y="1922844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65DB494-6B75-66E4-C63F-F81D10B06F71}"/>
              </a:ext>
            </a:extLst>
          </p:cNvPr>
          <p:cNvSpPr/>
          <p:nvPr/>
        </p:nvSpPr>
        <p:spPr>
          <a:xfrm>
            <a:off x="7674866" y="2121739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D0DB632-DAFF-F9DA-6F4C-E5D5A639D88D}"/>
              </a:ext>
            </a:extLst>
          </p:cNvPr>
          <p:cNvSpPr/>
          <p:nvPr/>
        </p:nvSpPr>
        <p:spPr>
          <a:xfrm>
            <a:off x="7459077" y="1922844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12B27F5-D325-4FBA-E899-E4098380A433}"/>
              </a:ext>
            </a:extLst>
          </p:cNvPr>
          <p:cNvSpPr/>
          <p:nvPr/>
        </p:nvSpPr>
        <p:spPr>
          <a:xfrm>
            <a:off x="7459077" y="2121739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CA25AD9-7CF1-847E-EF51-1049C8E252E7}"/>
              </a:ext>
            </a:extLst>
          </p:cNvPr>
          <p:cNvSpPr/>
          <p:nvPr/>
        </p:nvSpPr>
        <p:spPr>
          <a:xfrm>
            <a:off x="7243289" y="1922844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E8D018C-C737-876C-5EED-D19A3A0997CE}"/>
              </a:ext>
            </a:extLst>
          </p:cNvPr>
          <p:cNvSpPr/>
          <p:nvPr/>
        </p:nvSpPr>
        <p:spPr>
          <a:xfrm>
            <a:off x="7243289" y="2121739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797FFB5-7111-2F9C-1EE6-858FF43A2ADB}"/>
              </a:ext>
            </a:extLst>
          </p:cNvPr>
          <p:cNvSpPr/>
          <p:nvPr/>
        </p:nvSpPr>
        <p:spPr>
          <a:xfrm>
            <a:off x="7027500" y="1922844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E818A11-CD30-E607-C06B-AF0DC4301204}"/>
              </a:ext>
            </a:extLst>
          </p:cNvPr>
          <p:cNvSpPr/>
          <p:nvPr/>
        </p:nvSpPr>
        <p:spPr>
          <a:xfrm>
            <a:off x="7027500" y="2121739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5710236-99C6-F232-AD84-492E5E8AC0EB}"/>
              </a:ext>
            </a:extLst>
          </p:cNvPr>
          <p:cNvSpPr/>
          <p:nvPr/>
        </p:nvSpPr>
        <p:spPr>
          <a:xfrm>
            <a:off x="6811711" y="1922844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97B0F38-7A9E-5121-58BF-59580B1B8899}"/>
              </a:ext>
            </a:extLst>
          </p:cNvPr>
          <p:cNvSpPr/>
          <p:nvPr/>
        </p:nvSpPr>
        <p:spPr>
          <a:xfrm>
            <a:off x="6811711" y="2121739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849B6C9-1ABB-8688-4979-583849F1D06D}"/>
              </a:ext>
            </a:extLst>
          </p:cNvPr>
          <p:cNvSpPr/>
          <p:nvPr/>
        </p:nvSpPr>
        <p:spPr>
          <a:xfrm>
            <a:off x="7890655" y="2325232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43FFF27-FF1F-1FDA-2FBC-24AE87963ABB}"/>
              </a:ext>
            </a:extLst>
          </p:cNvPr>
          <p:cNvSpPr/>
          <p:nvPr/>
        </p:nvSpPr>
        <p:spPr>
          <a:xfrm>
            <a:off x="7890655" y="2524127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32C1880-38B8-33DA-F4AA-041BDDE6AA9D}"/>
              </a:ext>
            </a:extLst>
          </p:cNvPr>
          <p:cNvSpPr/>
          <p:nvPr/>
        </p:nvSpPr>
        <p:spPr>
          <a:xfrm>
            <a:off x="7674866" y="2325232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E716497-826A-0DCC-A834-EC38CAD2301B}"/>
              </a:ext>
            </a:extLst>
          </p:cNvPr>
          <p:cNvSpPr/>
          <p:nvPr/>
        </p:nvSpPr>
        <p:spPr>
          <a:xfrm>
            <a:off x="7674866" y="2524127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49E787F-846C-D763-1EB2-04785E1B6A6C}"/>
              </a:ext>
            </a:extLst>
          </p:cNvPr>
          <p:cNvSpPr/>
          <p:nvPr/>
        </p:nvSpPr>
        <p:spPr>
          <a:xfrm>
            <a:off x="7459077" y="2325232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0898F51-A671-F5E4-1A3F-A0771ADD31F0}"/>
              </a:ext>
            </a:extLst>
          </p:cNvPr>
          <p:cNvSpPr/>
          <p:nvPr/>
        </p:nvSpPr>
        <p:spPr>
          <a:xfrm>
            <a:off x="7459077" y="2524127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4AC19D9-135E-C22C-53D7-A15F5B06329F}"/>
              </a:ext>
            </a:extLst>
          </p:cNvPr>
          <p:cNvSpPr/>
          <p:nvPr/>
        </p:nvSpPr>
        <p:spPr>
          <a:xfrm>
            <a:off x="7243289" y="2325232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D117DE2-178C-AA5E-5DC3-4FD529C4E7FF}"/>
              </a:ext>
            </a:extLst>
          </p:cNvPr>
          <p:cNvSpPr/>
          <p:nvPr/>
        </p:nvSpPr>
        <p:spPr>
          <a:xfrm>
            <a:off x="7243289" y="2524127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5C2E82D-C189-A282-DF37-CEACD1E615D6}"/>
              </a:ext>
            </a:extLst>
          </p:cNvPr>
          <p:cNvSpPr/>
          <p:nvPr/>
        </p:nvSpPr>
        <p:spPr>
          <a:xfrm>
            <a:off x="7890655" y="2727620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0DEDAD9-A561-58C4-3932-CF1FD016C078}"/>
              </a:ext>
            </a:extLst>
          </p:cNvPr>
          <p:cNvSpPr/>
          <p:nvPr/>
        </p:nvSpPr>
        <p:spPr>
          <a:xfrm>
            <a:off x="7890655" y="2926515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4E7C19B3-523B-5693-850C-D4376E7F0B2D}"/>
              </a:ext>
            </a:extLst>
          </p:cNvPr>
          <p:cNvSpPr/>
          <p:nvPr/>
        </p:nvSpPr>
        <p:spPr>
          <a:xfrm>
            <a:off x="7674866" y="2727620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C22C3502-592C-EA5B-15C0-7D15B44E0FCC}"/>
              </a:ext>
            </a:extLst>
          </p:cNvPr>
          <p:cNvSpPr/>
          <p:nvPr/>
        </p:nvSpPr>
        <p:spPr>
          <a:xfrm>
            <a:off x="7674866" y="2926515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98D5BE07-FDC1-CC96-AC76-2104F8BB671A}"/>
              </a:ext>
            </a:extLst>
          </p:cNvPr>
          <p:cNvGrpSpPr/>
          <p:nvPr/>
        </p:nvGrpSpPr>
        <p:grpSpPr>
          <a:xfrm>
            <a:off x="4653824" y="3126133"/>
            <a:ext cx="3429524" cy="351626"/>
            <a:chOff x="4085505" y="1516581"/>
            <a:chExt cx="3973974" cy="351626"/>
          </a:xfrm>
          <a:solidFill>
            <a:schemeClr val="accent4">
              <a:lumMod val="75000"/>
            </a:schemeClr>
          </a:solidFill>
        </p:grpSpPr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6360EE73-FE6C-2282-5EB4-5EB425A685B6}"/>
                </a:ext>
              </a:extLst>
            </p:cNvPr>
            <p:cNvSpPr/>
            <p:nvPr/>
          </p:nvSpPr>
          <p:spPr>
            <a:xfrm>
              <a:off x="7836195" y="152045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F03A9AB7-462F-F15C-2772-77B585F23A82}"/>
                </a:ext>
              </a:extLst>
            </p:cNvPr>
            <p:cNvSpPr/>
            <p:nvPr/>
          </p:nvSpPr>
          <p:spPr>
            <a:xfrm>
              <a:off x="7836195" y="171935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BEAAE52F-247D-7A27-F9F9-45EF375EADCC}"/>
                </a:ext>
              </a:extLst>
            </p:cNvPr>
            <p:cNvSpPr/>
            <p:nvPr/>
          </p:nvSpPr>
          <p:spPr>
            <a:xfrm>
              <a:off x="7586149" y="152045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13A89B14-2732-9716-6E0D-603F23B17BCF}"/>
                </a:ext>
              </a:extLst>
            </p:cNvPr>
            <p:cNvSpPr/>
            <p:nvPr/>
          </p:nvSpPr>
          <p:spPr>
            <a:xfrm>
              <a:off x="7586149" y="171935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07418190-8EA6-5A9C-AE6F-BA4156A60962}"/>
                </a:ext>
              </a:extLst>
            </p:cNvPr>
            <p:cNvSpPr/>
            <p:nvPr/>
          </p:nvSpPr>
          <p:spPr>
            <a:xfrm>
              <a:off x="7336103" y="152045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A5EC3AAA-315E-3D0C-C209-C71A5BAAEABF}"/>
                </a:ext>
              </a:extLst>
            </p:cNvPr>
            <p:cNvSpPr/>
            <p:nvPr/>
          </p:nvSpPr>
          <p:spPr>
            <a:xfrm>
              <a:off x="7336103" y="171935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4FCCA476-D617-9F19-38FC-B948332C2C5E}"/>
                </a:ext>
              </a:extLst>
            </p:cNvPr>
            <p:cNvSpPr/>
            <p:nvPr/>
          </p:nvSpPr>
          <p:spPr>
            <a:xfrm>
              <a:off x="7086057" y="152045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944A49F4-427A-FD3D-69A6-E91CAD37FAE7}"/>
                </a:ext>
              </a:extLst>
            </p:cNvPr>
            <p:cNvSpPr/>
            <p:nvPr/>
          </p:nvSpPr>
          <p:spPr>
            <a:xfrm>
              <a:off x="7086057" y="171935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111D2421-426A-9E2D-0460-394C30FCCFEA}"/>
                </a:ext>
              </a:extLst>
            </p:cNvPr>
            <p:cNvSpPr/>
            <p:nvPr/>
          </p:nvSpPr>
          <p:spPr>
            <a:xfrm>
              <a:off x="6836011" y="152045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69445300-5AE3-6A89-60F4-A6C1084DB275}"/>
                </a:ext>
              </a:extLst>
            </p:cNvPr>
            <p:cNvSpPr/>
            <p:nvPr/>
          </p:nvSpPr>
          <p:spPr>
            <a:xfrm>
              <a:off x="6836011" y="171935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31475DDD-189D-40C1-FA42-BF0CAAE915A6}"/>
                </a:ext>
              </a:extLst>
            </p:cNvPr>
            <p:cNvSpPr/>
            <p:nvPr/>
          </p:nvSpPr>
          <p:spPr>
            <a:xfrm>
              <a:off x="6585965" y="152045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20BACE91-8AD6-C71F-AD08-86BA1BD0979A}"/>
                </a:ext>
              </a:extLst>
            </p:cNvPr>
            <p:cNvSpPr/>
            <p:nvPr/>
          </p:nvSpPr>
          <p:spPr>
            <a:xfrm>
              <a:off x="6585965" y="171935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698BC4C1-C239-3D9A-516E-3DF5A10AEED6}"/>
                </a:ext>
              </a:extLst>
            </p:cNvPr>
            <p:cNvSpPr/>
            <p:nvPr/>
          </p:nvSpPr>
          <p:spPr>
            <a:xfrm>
              <a:off x="6335919" y="152045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481D9EF1-033D-614D-5191-4A589642B8AC}"/>
                </a:ext>
              </a:extLst>
            </p:cNvPr>
            <p:cNvSpPr/>
            <p:nvPr/>
          </p:nvSpPr>
          <p:spPr>
            <a:xfrm>
              <a:off x="6335919" y="171935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9A401E75-203C-1ADF-62DC-EC355B5E7D3C}"/>
                </a:ext>
              </a:extLst>
            </p:cNvPr>
            <p:cNvSpPr/>
            <p:nvPr/>
          </p:nvSpPr>
          <p:spPr>
            <a:xfrm>
              <a:off x="6085873" y="152045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FD91EC04-3F70-045B-8305-83E9B527C43F}"/>
                </a:ext>
              </a:extLst>
            </p:cNvPr>
            <p:cNvSpPr/>
            <p:nvPr/>
          </p:nvSpPr>
          <p:spPr>
            <a:xfrm>
              <a:off x="6085873" y="171935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5D8528B5-9D81-364A-29B2-80F70EB89F5F}"/>
                </a:ext>
              </a:extLst>
            </p:cNvPr>
            <p:cNvSpPr/>
            <p:nvPr/>
          </p:nvSpPr>
          <p:spPr>
            <a:xfrm>
              <a:off x="5835827" y="151658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09D8F11F-49D1-A0CC-A9CA-89F2B19FAF09}"/>
                </a:ext>
              </a:extLst>
            </p:cNvPr>
            <p:cNvSpPr/>
            <p:nvPr/>
          </p:nvSpPr>
          <p:spPr>
            <a:xfrm>
              <a:off x="5835827" y="171547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906257B9-1C69-F047-B5D4-3CC57D8DD5BE}"/>
                </a:ext>
              </a:extLst>
            </p:cNvPr>
            <p:cNvSpPr/>
            <p:nvPr/>
          </p:nvSpPr>
          <p:spPr>
            <a:xfrm>
              <a:off x="5585781" y="151658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9BC24C19-0FC2-3057-7E16-87C0829B6D92}"/>
                </a:ext>
              </a:extLst>
            </p:cNvPr>
            <p:cNvSpPr/>
            <p:nvPr/>
          </p:nvSpPr>
          <p:spPr>
            <a:xfrm>
              <a:off x="5585781" y="171547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A5C2EC27-60ED-5182-7CC9-929FEB3F01A4}"/>
                </a:ext>
              </a:extLst>
            </p:cNvPr>
            <p:cNvSpPr/>
            <p:nvPr/>
          </p:nvSpPr>
          <p:spPr>
            <a:xfrm>
              <a:off x="5335735" y="151658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443C77F8-A8A5-66F0-0A0E-A6FFD459A7B2}"/>
                </a:ext>
              </a:extLst>
            </p:cNvPr>
            <p:cNvSpPr/>
            <p:nvPr/>
          </p:nvSpPr>
          <p:spPr>
            <a:xfrm>
              <a:off x="5335735" y="171547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C0869C5B-97AE-12E8-ADD4-C1B074EFB2EC}"/>
                </a:ext>
              </a:extLst>
            </p:cNvPr>
            <p:cNvSpPr/>
            <p:nvPr/>
          </p:nvSpPr>
          <p:spPr>
            <a:xfrm>
              <a:off x="5085689" y="151658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1F600DBD-2E7C-68AA-C215-9F9E4F43ABC7}"/>
                </a:ext>
              </a:extLst>
            </p:cNvPr>
            <p:cNvSpPr/>
            <p:nvPr/>
          </p:nvSpPr>
          <p:spPr>
            <a:xfrm>
              <a:off x="5085689" y="171547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1434C583-4BAC-A04D-8F4E-A7BBF3BBEC8D}"/>
                </a:ext>
              </a:extLst>
            </p:cNvPr>
            <p:cNvSpPr/>
            <p:nvPr/>
          </p:nvSpPr>
          <p:spPr>
            <a:xfrm>
              <a:off x="4835643" y="151658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4DF97ED1-3C25-7F15-49A6-D1306A74D92E}"/>
                </a:ext>
              </a:extLst>
            </p:cNvPr>
            <p:cNvSpPr/>
            <p:nvPr/>
          </p:nvSpPr>
          <p:spPr>
            <a:xfrm>
              <a:off x="4835643" y="171547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1F5FDF94-896B-CF14-BE54-DF9E95229049}"/>
                </a:ext>
              </a:extLst>
            </p:cNvPr>
            <p:cNvSpPr/>
            <p:nvPr/>
          </p:nvSpPr>
          <p:spPr>
            <a:xfrm>
              <a:off x="4585597" y="151658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06D3BCF1-1D7E-490B-9FCD-33645AAB59EF}"/>
                </a:ext>
              </a:extLst>
            </p:cNvPr>
            <p:cNvSpPr/>
            <p:nvPr/>
          </p:nvSpPr>
          <p:spPr>
            <a:xfrm>
              <a:off x="4585597" y="171547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47C7F611-7069-CB9E-99D2-5C9E96BB7C77}"/>
                </a:ext>
              </a:extLst>
            </p:cNvPr>
            <p:cNvSpPr/>
            <p:nvPr/>
          </p:nvSpPr>
          <p:spPr>
            <a:xfrm>
              <a:off x="4335551" y="151658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D1058828-4D6A-9146-5A2E-E4B87EDD5548}"/>
                </a:ext>
              </a:extLst>
            </p:cNvPr>
            <p:cNvSpPr/>
            <p:nvPr/>
          </p:nvSpPr>
          <p:spPr>
            <a:xfrm>
              <a:off x="4335551" y="171547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EE0787FC-D2B6-F273-D511-6C5AA957DD3A}"/>
                </a:ext>
              </a:extLst>
            </p:cNvPr>
            <p:cNvSpPr/>
            <p:nvPr/>
          </p:nvSpPr>
          <p:spPr>
            <a:xfrm>
              <a:off x="4085505" y="151658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6C34B17E-BD9F-03DE-E08A-F2B3652F8683}"/>
                </a:ext>
              </a:extLst>
            </p:cNvPr>
            <p:cNvSpPr/>
            <p:nvPr/>
          </p:nvSpPr>
          <p:spPr>
            <a:xfrm>
              <a:off x="4085505" y="171547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CF47A6A0-F2D3-9BF1-D919-A246ADB265DA}"/>
              </a:ext>
            </a:extLst>
          </p:cNvPr>
          <p:cNvGrpSpPr/>
          <p:nvPr/>
        </p:nvGrpSpPr>
        <p:grpSpPr>
          <a:xfrm>
            <a:off x="4653824" y="3528521"/>
            <a:ext cx="3429524" cy="351626"/>
            <a:chOff x="4085505" y="1516581"/>
            <a:chExt cx="3973974" cy="351626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06C71363-3FA8-7737-8AF3-B95E8EDEB859}"/>
                </a:ext>
              </a:extLst>
            </p:cNvPr>
            <p:cNvSpPr/>
            <p:nvPr/>
          </p:nvSpPr>
          <p:spPr>
            <a:xfrm>
              <a:off x="7836195" y="152045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DDF4E748-C977-EE13-06CB-5A8468C39AFA}"/>
                </a:ext>
              </a:extLst>
            </p:cNvPr>
            <p:cNvSpPr/>
            <p:nvPr/>
          </p:nvSpPr>
          <p:spPr>
            <a:xfrm>
              <a:off x="7836195" y="171935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2CC73B62-7CB1-D4A2-FAFA-5F69D2FEF2A0}"/>
                </a:ext>
              </a:extLst>
            </p:cNvPr>
            <p:cNvSpPr/>
            <p:nvPr/>
          </p:nvSpPr>
          <p:spPr>
            <a:xfrm>
              <a:off x="7586149" y="152045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20A9A119-2CAA-8A57-58A0-EFAA7D6A85FA}"/>
                </a:ext>
              </a:extLst>
            </p:cNvPr>
            <p:cNvSpPr/>
            <p:nvPr/>
          </p:nvSpPr>
          <p:spPr>
            <a:xfrm>
              <a:off x="7586149" y="171935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F8AC3E2F-561B-CD49-3C5B-6DF5C22E3E97}"/>
                </a:ext>
              </a:extLst>
            </p:cNvPr>
            <p:cNvSpPr/>
            <p:nvPr/>
          </p:nvSpPr>
          <p:spPr>
            <a:xfrm>
              <a:off x="7336103" y="152045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5D5B6980-4259-EC8F-42DD-A4ED2DC202FC}"/>
                </a:ext>
              </a:extLst>
            </p:cNvPr>
            <p:cNvSpPr/>
            <p:nvPr/>
          </p:nvSpPr>
          <p:spPr>
            <a:xfrm>
              <a:off x="7336103" y="171935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4447E6C9-0886-5187-ACBE-84736E3B5035}"/>
                </a:ext>
              </a:extLst>
            </p:cNvPr>
            <p:cNvSpPr/>
            <p:nvPr/>
          </p:nvSpPr>
          <p:spPr>
            <a:xfrm>
              <a:off x="7086057" y="152045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D12C7200-FE00-A025-D404-7183F6C377E5}"/>
                </a:ext>
              </a:extLst>
            </p:cNvPr>
            <p:cNvSpPr/>
            <p:nvPr/>
          </p:nvSpPr>
          <p:spPr>
            <a:xfrm>
              <a:off x="7086057" y="171935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5A212065-A55A-81D4-EF1F-E5C5DAC88559}"/>
                </a:ext>
              </a:extLst>
            </p:cNvPr>
            <p:cNvSpPr/>
            <p:nvPr/>
          </p:nvSpPr>
          <p:spPr>
            <a:xfrm>
              <a:off x="6836011" y="152045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18F8E371-D988-AF89-DA1B-44DB28D4069D}"/>
                </a:ext>
              </a:extLst>
            </p:cNvPr>
            <p:cNvSpPr/>
            <p:nvPr/>
          </p:nvSpPr>
          <p:spPr>
            <a:xfrm>
              <a:off x="6836011" y="171935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7EF90AB2-59CD-D5AA-6B25-2A725DAA24B7}"/>
                </a:ext>
              </a:extLst>
            </p:cNvPr>
            <p:cNvSpPr/>
            <p:nvPr/>
          </p:nvSpPr>
          <p:spPr>
            <a:xfrm>
              <a:off x="6585965" y="152045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C9ED73BC-B2BF-AE33-B66A-87902A131C0F}"/>
                </a:ext>
              </a:extLst>
            </p:cNvPr>
            <p:cNvSpPr/>
            <p:nvPr/>
          </p:nvSpPr>
          <p:spPr>
            <a:xfrm>
              <a:off x="6585965" y="171935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D901BA28-B530-8CB2-8ED8-4672C2CB6E98}"/>
                </a:ext>
              </a:extLst>
            </p:cNvPr>
            <p:cNvSpPr/>
            <p:nvPr/>
          </p:nvSpPr>
          <p:spPr>
            <a:xfrm>
              <a:off x="6335919" y="152045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3F0D9EA3-6AEC-2487-CA9C-0DEDA47E4442}"/>
                </a:ext>
              </a:extLst>
            </p:cNvPr>
            <p:cNvSpPr/>
            <p:nvPr/>
          </p:nvSpPr>
          <p:spPr>
            <a:xfrm>
              <a:off x="6335919" y="171935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0D7791F4-C199-7468-3C8A-F3870DAB1D5D}"/>
                </a:ext>
              </a:extLst>
            </p:cNvPr>
            <p:cNvSpPr/>
            <p:nvPr/>
          </p:nvSpPr>
          <p:spPr>
            <a:xfrm>
              <a:off x="6085873" y="152045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345EF3A9-2305-7297-FA9E-F28C801B9DCC}"/>
                </a:ext>
              </a:extLst>
            </p:cNvPr>
            <p:cNvSpPr/>
            <p:nvPr/>
          </p:nvSpPr>
          <p:spPr>
            <a:xfrm>
              <a:off x="6085873" y="171935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A0B1FB50-E705-C3AF-BE48-B6254B52E641}"/>
                </a:ext>
              </a:extLst>
            </p:cNvPr>
            <p:cNvSpPr/>
            <p:nvPr/>
          </p:nvSpPr>
          <p:spPr>
            <a:xfrm>
              <a:off x="5835827" y="151658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65B575BC-4F72-147A-33B3-2015CFF65A1B}"/>
                </a:ext>
              </a:extLst>
            </p:cNvPr>
            <p:cNvSpPr/>
            <p:nvPr/>
          </p:nvSpPr>
          <p:spPr>
            <a:xfrm>
              <a:off x="5835827" y="171547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D0B3B6BD-565E-5D5A-2FF1-C14E302C00D3}"/>
                </a:ext>
              </a:extLst>
            </p:cNvPr>
            <p:cNvSpPr/>
            <p:nvPr/>
          </p:nvSpPr>
          <p:spPr>
            <a:xfrm>
              <a:off x="5585781" y="151658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3FF231AF-AFD8-80E8-9DFD-56EF7B155122}"/>
                </a:ext>
              </a:extLst>
            </p:cNvPr>
            <p:cNvSpPr/>
            <p:nvPr/>
          </p:nvSpPr>
          <p:spPr>
            <a:xfrm>
              <a:off x="5585781" y="171547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5CDBE506-5E33-12FF-234D-C9E07F71F4D9}"/>
                </a:ext>
              </a:extLst>
            </p:cNvPr>
            <p:cNvSpPr/>
            <p:nvPr/>
          </p:nvSpPr>
          <p:spPr>
            <a:xfrm>
              <a:off x="5335735" y="151658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CA837EA1-B90D-4ACE-1D69-363A633F55D4}"/>
                </a:ext>
              </a:extLst>
            </p:cNvPr>
            <p:cNvSpPr/>
            <p:nvPr/>
          </p:nvSpPr>
          <p:spPr>
            <a:xfrm>
              <a:off x="5335735" y="171547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269422FB-A207-3DA7-EC46-AC8F210772DD}"/>
                </a:ext>
              </a:extLst>
            </p:cNvPr>
            <p:cNvSpPr/>
            <p:nvPr/>
          </p:nvSpPr>
          <p:spPr>
            <a:xfrm>
              <a:off x="5085689" y="151658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4612BDD0-FF0D-CDDD-41AB-98DEF47A8D2E}"/>
                </a:ext>
              </a:extLst>
            </p:cNvPr>
            <p:cNvSpPr/>
            <p:nvPr/>
          </p:nvSpPr>
          <p:spPr>
            <a:xfrm>
              <a:off x="5085689" y="171547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A37387E5-FB5F-7CEE-7059-C2788C10C9AE}"/>
                </a:ext>
              </a:extLst>
            </p:cNvPr>
            <p:cNvSpPr/>
            <p:nvPr/>
          </p:nvSpPr>
          <p:spPr>
            <a:xfrm>
              <a:off x="4835643" y="151658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65158C09-C208-C3FA-2B9A-43109A9DC91F}"/>
                </a:ext>
              </a:extLst>
            </p:cNvPr>
            <p:cNvSpPr/>
            <p:nvPr/>
          </p:nvSpPr>
          <p:spPr>
            <a:xfrm>
              <a:off x="4835643" y="171547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8FEB3210-A040-23DD-CCDE-DCDA8258E5D3}"/>
                </a:ext>
              </a:extLst>
            </p:cNvPr>
            <p:cNvSpPr/>
            <p:nvPr/>
          </p:nvSpPr>
          <p:spPr>
            <a:xfrm>
              <a:off x="4585597" y="151658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579C1139-F6CF-416A-4384-5086500BAC81}"/>
                </a:ext>
              </a:extLst>
            </p:cNvPr>
            <p:cNvSpPr/>
            <p:nvPr/>
          </p:nvSpPr>
          <p:spPr>
            <a:xfrm>
              <a:off x="4585597" y="171547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39166002-38E2-5312-9D2A-311CC65E2D40}"/>
                </a:ext>
              </a:extLst>
            </p:cNvPr>
            <p:cNvSpPr/>
            <p:nvPr/>
          </p:nvSpPr>
          <p:spPr>
            <a:xfrm>
              <a:off x="4335551" y="151658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93488C89-5F60-28FC-9AD1-8ECB81D10D3C}"/>
                </a:ext>
              </a:extLst>
            </p:cNvPr>
            <p:cNvSpPr/>
            <p:nvPr/>
          </p:nvSpPr>
          <p:spPr>
            <a:xfrm>
              <a:off x="4335551" y="171547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83937067-9C3D-7FD8-CC7D-509FAB00792D}"/>
                </a:ext>
              </a:extLst>
            </p:cNvPr>
            <p:cNvSpPr/>
            <p:nvPr/>
          </p:nvSpPr>
          <p:spPr>
            <a:xfrm>
              <a:off x="4085505" y="151658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A9DBF5DF-A790-DC7D-7C24-3497F2A5F2EF}"/>
                </a:ext>
              </a:extLst>
            </p:cNvPr>
            <p:cNvSpPr/>
            <p:nvPr/>
          </p:nvSpPr>
          <p:spPr>
            <a:xfrm>
              <a:off x="4085505" y="171547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83A2AD6B-350A-93EE-A39C-0666FB4D25BF}"/>
              </a:ext>
            </a:extLst>
          </p:cNvPr>
          <p:cNvGrpSpPr/>
          <p:nvPr/>
        </p:nvGrpSpPr>
        <p:grpSpPr>
          <a:xfrm>
            <a:off x="4653824" y="3930909"/>
            <a:ext cx="3429524" cy="351626"/>
            <a:chOff x="4085505" y="1516581"/>
            <a:chExt cx="3973974" cy="351626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535021A0-9CA2-2324-AA41-9E607A67849E}"/>
                </a:ext>
              </a:extLst>
            </p:cNvPr>
            <p:cNvSpPr/>
            <p:nvPr/>
          </p:nvSpPr>
          <p:spPr>
            <a:xfrm>
              <a:off x="7836195" y="152045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ACE5E2E5-EE59-6D85-95D3-988F036F7AF5}"/>
                </a:ext>
              </a:extLst>
            </p:cNvPr>
            <p:cNvSpPr/>
            <p:nvPr/>
          </p:nvSpPr>
          <p:spPr>
            <a:xfrm>
              <a:off x="7836195" y="171935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5B777F60-CAB9-51BD-6E62-8F377A09A201}"/>
                </a:ext>
              </a:extLst>
            </p:cNvPr>
            <p:cNvSpPr/>
            <p:nvPr/>
          </p:nvSpPr>
          <p:spPr>
            <a:xfrm>
              <a:off x="7586149" y="152045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E5C5F0BD-E9F3-82FE-2914-8814FB9AEEFF}"/>
                </a:ext>
              </a:extLst>
            </p:cNvPr>
            <p:cNvSpPr/>
            <p:nvPr/>
          </p:nvSpPr>
          <p:spPr>
            <a:xfrm>
              <a:off x="7586149" y="171935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02BBAAD8-D9FE-E723-7B2A-3C759D0BEB10}"/>
                </a:ext>
              </a:extLst>
            </p:cNvPr>
            <p:cNvSpPr/>
            <p:nvPr/>
          </p:nvSpPr>
          <p:spPr>
            <a:xfrm>
              <a:off x="7336103" y="152045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C757749C-4E69-8AE3-3500-4A6FC828F0C8}"/>
                </a:ext>
              </a:extLst>
            </p:cNvPr>
            <p:cNvSpPr/>
            <p:nvPr/>
          </p:nvSpPr>
          <p:spPr>
            <a:xfrm>
              <a:off x="7336103" y="171935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487EA544-CEFD-80E9-B5A2-44C7C9EB7F01}"/>
                </a:ext>
              </a:extLst>
            </p:cNvPr>
            <p:cNvSpPr/>
            <p:nvPr/>
          </p:nvSpPr>
          <p:spPr>
            <a:xfrm>
              <a:off x="7086057" y="152045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07152248-A120-EBEA-8E20-3397B02F3180}"/>
                </a:ext>
              </a:extLst>
            </p:cNvPr>
            <p:cNvSpPr/>
            <p:nvPr/>
          </p:nvSpPr>
          <p:spPr>
            <a:xfrm>
              <a:off x="7086057" y="171935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F04E4973-49E5-9178-988B-3F2B536975F8}"/>
                </a:ext>
              </a:extLst>
            </p:cNvPr>
            <p:cNvSpPr/>
            <p:nvPr/>
          </p:nvSpPr>
          <p:spPr>
            <a:xfrm>
              <a:off x="6836011" y="152045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277072E1-0D94-8E02-029A-DB60327D2BCF}"/>
                </a:ext>
              </a:extLst>
            </p:cNvPr>
            <p:cNvSpPr/>
            <p:nvPr/>
          </p:nvSpPr>
          <p:spPr>
            <a:xfrm>
              <a:off x="6836011" y="171935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2E9E9951-767C-CA6C-DD6E-5E7020BEFE2A}"/>
                </a:ext>
              </a:extLst>
            </p:cNvPr>
            <p:cNvSpPr/>
            <p:nvPr/>
          </p:nvSpPr>
          <p:spPr>
            <a:xfrm>
              <a:off x="6585965" y="152045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750898F7-9597-6607-73B9-FB625FA3FF7A}"/>
                </a:ext>
              </a:extLst>
            </p:cNvPr>
            <p:cNvSpPr/>
            <p:nvPr/>
          </p:nvSpPr>
          <p:spPr>
            <a:xfrm>
              <a:off x="6585965" y="171935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45EF6E8A-FA31-884C-0FC9-948785315374}"/>
                </a:ext>
              </a:extLst>
            </p:cNvPr>
            <p:cNvSpPr/>
            <p:nvPr/>
          </p:nvSpPr>
          <p:spPr>
            <a:xfrm>
              <a:off x="6335919" y="152045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E6107CFA-DEBD-047D-91AA-A81E023F3536}"/>
                </a:ext>
              </a:extLst>
            </p:cNvPr>
            <p:cNvSpPr/>
            <p:nvPr/>
          </p:nvSpPr>
          <p:spPr>
            <a:xfrm>
              <a:off x="6335919" y="171935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F9B0FB38-11A3-96F9-7D42-B3001645F208}"/>
                </a:ext>
              </a:extLst>
            </p:cNvPr>
            <p:cNvSpPr/>
            <p:nvPr/>
          </p:nvSpPr>
          <p:spPr>
            <a:xfrm>
              <a:off x="6085873" y="152045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6ED81A6B-C742-3EA4-A310-453128A4C1CF}"/>
                </a:ext>
              </a:extLst>
            </p:cNvPr>
            <p:cNvSpPr/>
            <p:nvPr/>
          </p:nvSpPr>
          <p:spPr>
            <a:xfrm>
              <a:off x="6085873" y="171935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A41B64DE-DB33-DD44-7CBB-1D2EAE845515}"/>
                </a:ext>
              </a:extLst>
            </p:cNvPr>
            <p:cNvSpPr/>
            <p:nvPr/>
          </p:nvSpPr>
          <p:spPr>
            <a:xfrm>
              <a:off x="5835827" y="151658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FD99CC5D-57F8-7B87-C0D9-838EC8031534}"/>
                </a:ext>
              </a:extLst>
            </p:cNvPr>
            <p:cNvSpPr/>
            <p:nvPr/>
          </p:nvSpPr>
          <p:spPr>
            <a:xfrm>
              <a:off x="5835827" y="171547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495582EC-2FB4-CD9F-FFBE-C0C0F20C85DB}"/>
                </a:ext>
              </a:extLst>
            </p:cNvPr>
            <p:cNvSpPr/>
            <p:nvPr/>
          </p:nvSpPr>
          <p:spPr>
            <a:xfrm>
              <a:off x="5585781" y="151658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D28547F9-860B-8455-F5DA-B860DECE90DB}"/>
                </a:ext>
              </a:extLst>
            </p:cNvPr>
            <p:cNvSpPr/>
            <p:nvPr/>
          </p:nvSpPr>
          <p:spPr>
            <a:xfrm>
              <a:off x="5585781" y="171547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5E26AC98-7262-E61D-68A7-E5CBFBB252FC}"/>
                </a:ext>
              </a:extLst>
            </p:cNvPr>
            <p:cNvSpPr/>
            <p:nvPr/>
          </p:nvSpPr>
          <p:spPr>
            <a:xfrm>
              <a:off x="5335735" y="151658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05985A5C-0ED2-D765-41E1-8E017B9C555A}"/>
                </a:ext>
              </a:extLst>
            </p:cNvPr>
            <p:cNvSpPr/>
            <p:nvPr/>
          </p:nvSpPr>
          <p:spPr>
            <a:xfrm>
              <a:off x="5335735" y="171547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419AFA5A-3CEE-41C8-D89D-C4F920E41D46}"/>
                </a:ext>
              </a:extLst>
            </p:cNvPr>
            <p:cNvSpPr/>
            <p:nvPr/>
          </p:nvSpPr>
          <p:spPr>
            <a:xfrm>
              <a:off x="5085689" y="151658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4AECD0CD-16AF-7390-BD57-83ABA5934CD4}"/>
                </a:ext>
              </a:extLst>
            </p:cNvPr>
            <p:cNvSpPr/>
            <p:nvPr/>
          </p:nvSpPr>
          <p:spPr>
            <a:xfrm>
              <a:off x="5085689" y="171547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1B56B53B-412E-F752-E4F4-821B89AE6FBB}"/>
                </a:ext>
              </a:extLst>
            </p:cNvPr>
            <p:cNvSpPr/>
            <p:nvPr/>
          </p:nvSpPr>
          <p:spPr>
            <a:xfrm>
              <a:off x="4835643" y="151658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3F4BC4E3-818D-DBB0-58BB-C654018FE81F}"/>
                </a:ext>
              </a:extLst>
            </p:cNvPr>
            <p:cNvSpPr/>
            <p:nvPr/>
          </p:nvSpPr>
          <p:spPr>
            <a:xfrm>
              <a:off x="4835643" y="171547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94C0C13A-4BA9-D1C9-2D86-EF3A8A16FD3D}"/>
                </a:ext>
              </a:extLst>
            </p:cNvPr>
            <p:cNvSpPr/>
            <p:nvPr/>
          </p:nvSpPr>
          <p:spPr>
            <a:xfrm>
              <a:off x="4585597" y="151658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12E1F9D2-6D37-E0F4-9A73-5558F180C47B}"/>
                </a:ext>
              </a:extLst>
            </p:cNvPr>
            <p:cNvSpPr/>
            <p:nvPr/>
          </p:nvSpPr>
          <p:spPr>
            <a:xfrm>
              <a:off x="4585597" y="171547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D4825A5A-269E-3943-AAFE-5698B413B3A6}"/>
                </a:ext>
              </a:extLst>
            </p:cNvPr>
            <p:cNvSpPr/>
            <p:nvPr/>
          </p:nvSpPr>
          <p:spPr>
            <a:xfrm>
              <a:off x="4335551" y="151658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A8DBAB58-86A6-6249-35D5-BC2E69322F32}"/>
                </a:ext>
              </a:extLst>
            </p:cNvPr>
            <p:cNvSpPr/>
            <p:nvPr/>
          </p:nvSpPr>
          <p:spPr>
            <a:xfrm>
              <a:off x="4335551" y="171547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3DE08961-BC9B-9A88-7E73-1D9EA7B11666}"/>
                </a:ext>
              </a:extLst>
            </p:cNvPr>
            <p:cNvSpPr/>
            <p:nvPr/>
          </p:nvSpPr>
          <p:spPr>
            <a:xfrm>
              <a:off x="4085505" y="151658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7194A84F-35B1-92BD-7879-89C7FF1CD304}"/>
                </a:ext>
              </a:extLst>
            </p:cNvPr>
            <p:cNvSpPr/>
            <p:nvPr/>
          </p:nvSpPr>
          <p:spPr>
            <a:xfrm>
              <a:off x="4085505" y="171547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D2AB9EAF-6663-C5F6-82B3-CF4EBF311E46}"/>
              </a:ext>
            </a:extLst>
          </p:cNvPr>
          <p:cNvGrpSpPr/>
          <p:nvPr/>
        </p:nvGrpSpPr>
        <p:grpSpPr>
          <a:xfrm>
            <a:off x="4653824" y="4333297"/>
            <a:ext cx="3429524" cy="351626"/>
            <a:chOff x="4085505" y="1516581"/>
            <a:chExt cx="3973974" cy="351626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102358A1-72E8-FEE3-709F-23091E363F0B}"/>
                </a:ext>
              </a:extLst>
            </p:cNvPr>
            <p:cNvSpPr/>
            <p:nvPr/>
          </p:nvSpPr>
          <p:spPr>
            <a:xfrm>
              <a:off x="7836195" y="152045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2911DEBD-E488-8A85-C796-F7728EB8D68E}"/>
                </a:ext>
              </a:extLst>
            </p:cNvPr>
            <p:cNvSpPr/>
            <p:nvPr/>
          </p:nvSpPr>
          <p:spPr>
            <a:xfrm>
              <a:off x="7836195" y="171935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B0B2E43C-B928-A315-3192-C9670E448B88}"/>
                </a:ext>
              </a:extLst>
            </p:cNvPr>
            <p:cNvSpPr/>
            <p:nvPr/>
          </p:nvSpPr>
          <p:spPr>
            <a:xfrm>
              <a:off x="7586149" y="152045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9AE3D567-49E0-F37E-5EB4-8375CD1A39A0}"/>
                </a:ext>
              </a:extLst>
            </p:cNvPr>
            <p:cNvSpPr/>
            <p:nvPr/>
          </p:nvSpPr>
          <p:spPr>
            <a:xfrm>
              <a:off x="7586149" y="171935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54E5491D-EC66-CB6F-8EA1-F471A87E13FE}"/>
                </a:ext>
              </a:extLst>
            </p:cNvPr>
            <p:cNvSpPr/>
            <p:nvPr/>
          </p:nvSpPr>
          <p:spPr>
            <a:xfrm>
              <a:off x="7336103" y="152045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E9A1AE51-10B5-A137-0662-E8AA11DCF24C}"/>
                </a:ext>
              </a:extLst>
            </p:cNvPr>
            <p:cNvSpPr/>
            <p:nvPr/>
          </p:nvSpPr>
          <p:spPr>
            <a:xfrm>
              <a:off x="7336103" y="171935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4400BA45-B1BB-7BF1-6F56-97E5E53EE371}"/>
                </a:ext>
              </a:extLst>
            </p:cNvPr>
            <p:cNvSpPr/>
            <p:nvPr/>
          </p:nvSpPr>
          <p:spPr>
            <a:xfrm>
              <a:off x="7086057" y="152045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D2EE01F0-5B69-2B89-418F-FD6BBF8C96F5}"/>
                </a:ext>
              </a:extLst>
            </p:cNvPr>
            <p:cNvSpPr/>
            <p:nvPr/>
          </p:nvSpPr>
          <p:spPr>
            <a:xfrm>
              <a:off x="7086057" y="171935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95EA705F-9F3E-4315-5827-AE61683A5203}"/>
                </a:ext>
              </a:extLst>
            </p:cNvPr>
            <p:cNvSpPr/>
            <p:nvPr/>
          </p:nvSpPr>
          <p:spPr>
            <a:xfrm>
              <a:off x="6836011" y="152045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6BBB9612-ACBB-3AB3-8A06-174CE30F23D9}"/>
                </a:ext>
              </a:extLst>
            </p:cNvPr>
            <p:cNvSpPr/>
            <p:nvPr/>
          </p:nvSpPr>
          <p:spPr>
            <a:xfrm>
              <a:off x="6836011" y="171935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B322AD84-8FB1-554A-ADEB-A13BF10A14E5}"/>
                </a:ext>
              </a:extLst>
            </p:cNvPr>
            <p:cNvSpPr/>
            <p:nvPr/>
          </p:nvSpPr>
          <p:spPr>
            <a:xfrm>
              <a:off x="6585965" y="152045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8C09C736-410E-C2C6-81AB-63CCE8C0F204}"/>
                </a:ext>
              </a:extLst>
            </p:cNvPr>
            <p:cNvSpPr/>
            <p:nvPr/>
          </p:nvSpPr>
          <p:spPr>
            <a:xfrm>
              <a:off x="6585965" y="171935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95D0F761-02D6-CAD9-C321-57807A6A0DAC}"/>
                </a:ext>
              </a:extLst>
            </p:cNvPr>
            <p:cNvSpPr/>
            <p:nvPr/>
          </p:nvSpPr>
          <p:spPr>
            <a:xfrm>
              <a:off x="6335919" y="152045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971D63FE-489C-3A37-0258-6414BA25ED00}"/>
                </a:ext>
              </a:extLst>
            </p:cNvPr>
            <p:cNvSpPr/>
            <p:nvPr/>
          </p:nvSpPr>
          <p:spPr>
            <a:xfrm>
              <a:off x="6335919" y="171935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455D6320-9D6C-B92E-F629-30B5D30C275E}"/>
                </a:ext>
              </a:extLst>
            </p:cNvPr>
            <p:cNvSpPr/>
            <p:nvPr/>
          </p:nvSpPr>
          <p:spPr>
            <a:xfrm>
              <a:off x="6085873" y="152045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B1E74DF4-D981-EF04-B323-865B14A7FDD4}"/>
                </a:ext>
              </a:extLst>
            </p:cNvPr>
            <p:cNvSpPr/>
            <p:nvPr/>
          </p:nvSpPr>
          <p:spPr>
            <a:xfrm>
              <a:off x="6085873" y="171935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92B7A6AA-C11E-B4BC-1381-4126A1DBF664}"/>
                </a:ext>
              </a:extLst>
            </p:cNvPr>
            <p:cNvSpPr/>
            <p:nvPr/>
          </p:nvSpPr>
          <p:spPr>
            <a:xfrm>
              <a:off x="5835827" y="151658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A26E061B-68D9-3B2E-A4D9-EDC9DE281BC5}"/>
                </a:ext>
              </a:extLst>
            </p:cNvPr>
            <p:cNvSpPr/>
            <p:nvPr/>
          </p:nvSpPr>
          <p:spPr>
            <a:xfrm>
              <a:off x="5835827" y="171547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1D87F2C9-2CF0-E015-3DA4-E346F3ECBA03}"/>
                </a:ext>
              </a:extLst>
            </p:cNvPr>
            <p:cNvSpPr/>
            <p:nvPr/>
          </p:nvSpPr>
          <p:spPr>
            <a:xfrm>
              <a:off x="5585781" y="151658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B278C6DB-A5AB-1DC4-64E1-82668259C1D5}"/>
                </a:ext>
              </a:extLst>
            </p:cNvPr>
            <p:cNvSpPr/>
            <p:nvPr/>
          </p:nvSpPr>
          <p:spPr>
            <a:xfrm>
              <a:off x="5585781" y="171547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84BB82EB-6716-B9A0-70ED-B4F2E079E84B}"/>
                </a:ext>
              </a:extLst>
            </p:cNvPr>
            <p:cNvSpPr/>
            <p:nvPr/>
          </p:nvSpPr>
          <p:spPr>
            <a:xfrm>
              <a:off x="5335735" y="151658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AC2A3293-5E7B-A9B9-6974-D537D0C8BCB8}"/>
                </a:ext>
              </a:extLst>
            </p:cNvPr>
            <p:cNvSpPr/>
            <p:nvPr/>
          </p:nvSpPr>
          <p:spPr>
            <a:xfrm>
              <a:off x="5335735" y="171547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27DD1F3D-ECCE-17AE-2228-2F3AACB41785}"/>
                </a:ext>
              </a:extLst>
            </p:cNvPr>
            <p:cNvSpPr/>
            <p:nvPr/>
          </p:nvSpPr>
          <p:spPr>
            <a:xfrm>
              <a:off x="5085689" y="151658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AA28F889-41CE-AD9B-C549-5045832F1E3A}"/>
                </a:ext>
              </a:extLst>
            </p:cNvPr>
            <p:cNvSpPr/>
            <p:nvPr/>
          </p:nvSpPr>
          <p:spPr>
            <a:xfrm>
              <a:off x="5085689" y="171547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0C35BD26-3AE8-D0EF-9C84-82CA47702191}"/>
                </a:ext>
              </a:extLst>
            </p:cNvPr>
            <p:cNvSpPr/>
            <p:nvPr/>
          </p:nvSpPr>
          <p:spPr>
            <a:xfrm>
              <a:off x="4835643" y="151658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3400BDDD-1BF8-46DA-CA4B-2CBFE9D751E9}"/>
                </a:ext>
              </a:extLst>
            </p:cNvPr>
            <p:cNvSpPr/>
            <p:nvPr/>
          </p:nvSpPr>
          <p:spPr>
            <a:xfrm>
              <a:off x="4835643" y="171547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C9877907-9289-C742-9868-E41B067F61AD}"/>
                </a:ext>
              </a:extLst>
            </p:cNvPr>
            <p:cNvSpPr/>
            <p:nvPr/>
          </p:nvSpPr>
          <p:spPr>
            <a:xfrm>
              <a:off x="4585597" y="151658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B35ECDAC-7AF2-336F-2BCA-B6209CB025B3}"/>
                </a:ext>
              </a:extLst>
            </p:cNvPr>
            <p:cNvSpPr/>
            <p:nvPr/>
          </p:nvSpPr>
          <p:spPr>
            <a:xfrm>
              <a:off x="4585597" y="171547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969CDFA1-40CF-1934-3DE0-92C4ED5B8BB0}"/>
                </a:ext>
              </a:extLst>
            </p:cNvPr>
            <p:cNvSpPr/>
            <p:nvPr/>
          </p:nvSpPr>
          <p:spPr>
            <a:xfrm>
              <a:off x="4335551" y="151658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31442DAE-A182-A247-1FB0-3CFC2A998E13}"/>
                </a:ext>
              </a:extLst>
            </p:cNvPr>
            <p:cNvSpPr/>
            <p:nvPr/>
          </p:nvSpPr>
          <p:spPr>
            <a:xfrm>
              <a:off x="4335551" y="171547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116D89BE-E064-9A03-A748-C7F13188C4A3}"/>
                </a:ext>
              </a:extLst>
            </p:cNvPr>
            <p:cNvSpPr/>
            <p:nvPr/>
          </p:nvSpPr>
          <p:spPr>
            <a:xfrm>
              <a:off x="4085505" y="1516581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3FBC6C92-F6F6-054D-08B2-41A1B310180C}"/>
                </a:ext>
              </a:extLst>
            </p:cNvPr>
            <p:cNvSpPr/>
            <p:nvPr/>
          </p:nvSpPr>
          <p:spPr>
            <a:xfrm>
              <a:off x="4085505" y="1715476"/>
              <a:ext cx="223284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1" name="Rectangle 270">
            <a:extLst>
              <a:ext uri="{FF2B5EF4-FFF2-40B4-BE49-F238E27FC236}">
                <a16:creationId xmlns:a16="http://schemas.microsoft.com/office/drawing/2014/main" id="{7890F9D4-BCFE-44F7-D5F9-B152B5147F9B}"/>
              </a:ext>
            </a:extLst>
          </p:cNvPr>
          <p:cNvSpPr/>
          <p:nvPr/>
        </p:nvSpPr>
        <p:spPr>
          <a:xfrm>
            <a:off x="7890655" y="4739560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A55E7891-A5C2-03C4-C06B-5556E6335C8D}"/>
              </a:ext>
            </a:extLst>
          </p:cNvPr>
          <p:cNvSpPr/>
          <p:nvPr/>
        </p:nvSpPr>
        <p:spPr>
          <a:xfrm>
            <a:off x="7890655" y="4938455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4E410FDD-9D08-8B56-C7D5-1585B81EAA2E}"/>
              </a:ext>
            </a:extLst>
          </p:cNvPr>
          <p:cNvSpPr/>
          <p:nvPr/>
        </p:nvSpPr>
        <p:spPr>
          <a:xfrm>
            <a:off x="7674866" y="4739560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19D58EBE-F1B3-17B3-0458-AFA068799561}"/>
              </a:ext>
            </a:extLst>
          </p:cNvPr>
          <p:cNvSpPr/>
          <p:nvPr/>
        </p:nvSpPr>
        <p:spPr>
          <a:xfrm>
            <a:off x="7674866" y="4938455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91D0C479-4318-E150-0D9F-983BDAB7E367}"/>
              </a:ext>
            </a:extLst>
          </p:cNvPr>
          <p:cNvSpPr/>
          <p:nvPr/>
        </p:nvSpPr>
        <p:spPr>
          <a:xfrm>
            <a:off x="7459077" y="4739560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CC877411-A4D9-125F-36B7-DDA7EC0CA143}"/>
              </a:ext>
            </a:extLst>
          </p:cNvPr>
          <p:cNvSpPr/>
          <p:nvPr/>
        </p:nvSpPr>
        <p:spPr>
          <a:xfrm>
            <a:off x="7459077" y="4938455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6488CD1A-9674-BBEA-0523-601275BF40EF}"/>
              </a:ext>
            </a:extLst>
          </p:cNvPr>
          <p:cNvSpPr/>
          <p:nvPr/>
        </p:nvSpPr>
        <p:spPr>
          <a:xfrm>
            <a:off x="7243289" y="4739560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E3F029F4-FDB1-FA3B-BE8B-2A3E8033F5E2}"/>
              </a:ext>
            </a:extLst>
          </p:cNvPr>
          <p:cNvSpPr/>
          <p:nvPr/>
        </p:nvSpPr>
        <p:spPr>
          <a:xfrm>
            <a:off x="7243289" y="4938455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42145CD3-8E74-A39F-1FBD-DBF5060102C7}"/>
              </a:ext>
            </a:extLst>
          </p:cNvPr>
          <p:cNvSpPr/>
          <p:nvPr/>
        </p:nvSpPr>
        <p:spPr>
          <a:xfrm>
            <a:off x="7027500" y="4739560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017A3E0D-EF25-2C80-D0FF-03C53450952F}"/>
              </a:ext>
            </a:extLst>
          </p:cNvPr>
          <p:cNvSpPr/>
          <p:nvPr/>
        </p:nvSpPr>
        <p:spPr>
          <a:xfrm>
            <a:off x="7027500" y="4938455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6EB4E69D-F87C-0E95-B6EB-DA5849972E7B}"/>
              </a:ext>
            </a:extLst>
          </p:cNvPr>
          <p:cNvSpPr/>
          <p:nvPr/>
        </p:nvSpPr>
        <p:spPr>
          <a:xfrm>
            <a:off x="6811711" y="4739560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A132E72F-4EDD-F3C4-95C1-296EED4CC834}"/>
              </a:ext>
            </a:extLst>
          </p:cNvPr>
          <p:cNvSpPr/>
          <p:nvPr/>
        </p:nvSpPr>
        <p:spPr>
          <a:xfrm>
            <a:off x="6811711" y="4938455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F6137F9B-E9BD-7908-3605-D98962A8DEA9}"/>
              </a:ext>
            </a:extLst>
          </p:cNvPr>
          <p:cNvSpPr/>
          <p:nvPr/>
        </p:nvSpPr>
        <p:spPr>
          <a:xfrm>
            <a:off x="6595922" y="4739560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7EA957B3-8827-6F2B-AFFF-8CF00ACB558D}"/>
              </a:ext>
            </a:extLst>
          </p:cNvPr>
          <p:cNvSpPr/>
          <p:nvPr/>
        </p:nvSpPr>
        <p:spPr>
          <a:xfrm>
            <a:off x="6595922" y="4938455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16A86B1D-35E5-0F65-2F3E-6273BF0C4A4E}"/>
              </a:ext>
            </a:extLst>
          </p:cNvPr>
          <p:cNvSpPr/>
          <p:nvPr/>
        </p:nvSpPr>
        <p:spPr>
          <a:xfrm>
            <a:off x="6380134" y="4739560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877F566A-12F8-79BA-24C1-8B4139869CA6}"/>
              </a:ext>
            </a:extLst>
          </p:cNvPr>
          <p:cNvSpPr/>
          <p:nvPr/>
        </p:nvSpPr>
        <p:spPr>
          <a:xfrm>
            <a:off x="6380134" y="4938455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BA8B69FD-D994-571E-DF1F-18118A79A3C2}"/>
              </a:ext>
            </a:extLst>
          </p:cNvPr>
          <p:cNvSpPr/>
          <p:nvPr/>
        </p:nvSpPr>
        <p:spPr>
          <a:xfrm>
            <a:off x="6164345" y="4735685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EC39C4F8-A72B-0000-2FE3-F9B1FBDBDAEA}"/>
              </a:ext>
            </a:extLst>
          </p:cNvPr>
          <p:cNvSpPr/>
          <p:nvPr/>
        </p:nvSpPr>
        <p:spPr>
          <a:xfrm>
            <a:off x="6164345" y="4934580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1589CFE5-B0B8-6D6F-1510-7BF4CDA6F7CE}"/>
              </a:ext>
            </a:extLst>
          </p:cNvPr>
          <p:cNvSpPr/>
          <p:nvPr/>
        </p:nvSpPr>
        <p:spPr>
          <a:xfrm>
            <a:off x="5948557" y="4735685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FF430573-BB8E-B948-1FB6-B69E006968BA}"/>
              </a:ext>
            </a:extLst>
          </p:cNvPr>
          <p:cNvSpPr/>
          <p:nvPr/>
        </p:nvSpPr>
        <p:spPr>
          <a:xfrm>
            <a:off x="5948556" y="4934580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BBF1512A-A320-88DC-F3CA-CCDAA16464BA}"/>
              </a:ext>
            </a:extLst>
          </p:cNvPr>
          <p:cNvSpPr/>
          <p:nvPr/>
        </p:nvSpPr>
        <p:spPr>
          <a:xfrm>
            <a:off x="5732769" y="4735685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ABAB5A8D-2978-27D0-BED5-D30D0DD522B4}"/>
              </a:ext>
            </a:extLst>
          </p:cNvPr>
          <p:cNvSpPr/>
          <p:nvPr/>
        </p:nvSpPr>
        <p:spPr>
          <a:xfrm>
            <a:off x="5732768" y="4934580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B250814C-5FAF-85CF-B7E5-51A86A05863D}"/>
              </a:ext>
            </a:extLst>
          </p:cNvPr>
          <p:cNvSpPr/>
          <p:nvPr/>
        </p:nvSpPr>
        <p:spPr>
          <a:xfrm>
            <a:off x="5516980" y="4735685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A509FA29-F28C-F934-760A-7B31546B12A0}"/>
              </a:ext>
            </a:extLst>
          </p:cNvPr>
          <p:cNvSpPr/>
          <p:nvPr/>
        </p:nvSpPr>
        <p:spPr>
          <a:xfrm>
            <a:off x="5516979" y="4934580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F29D7FFE-CA5E-2786-6667-CF5FD0355A50}"/>
              </a:ext>
            </a:extLst>
          </p:cNvPr>
          <p:cNvSpPr/>
          <p:nvPr/>
        </p:nvSpPr>
        <p:spPr>
          <a:xfrm>
            <a:off x="5301192" y="4735685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F2A8600A-A669-5E1D-D229-D9A4B2ECD58A}"/>
              </a:ext>
            </a:extLst>
          </p:cNvPr>
          <p:cNvSpPr/>
          <p:nvPr/>
        </p:nvSpPr>
        <p:spPr>
          <a:xfrm>
            <a:off x="5301190" y="4934580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2CC9C5C1-6966-D1C4-8F16-BFDA93F58FA2}"/>
              </a:ext>
            </a:extLst>
          </p:cNvPr>
          <p:cNvSpPr/>
          <p:nvPr/>
        </p:nvSpPr>
        <p:spPr>
          <a:xfrm>
            <a:off x="7890655" y="5141948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7EC7FA89-8301-E96A-3E53-7CD35CD2368B}"/>
              </a:ext>
            </a:extLst>
          </p:cNvPr>
          <p:cNvSpPr/>
          <p:nvPr/>
        </p:nvSpPr>
        <p:spPr>
          <a:xfrm>
            <a:off x="7890655" y="5340843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89E87FD3-1820-4743-A205-3CEBE5BAA633}"/>
              </a:ext>
            </a:extLst>
          </p:cNvPr>
          <p:cNvSpPr/>
          <p:nvPr/>
        </p:nvSpPr>
        <p:spPr>
          <a:xfrm>
            <a:off x="7674866" y="5141948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31A9042D-CAA1-A69A-97A4-7D2B05BB2860}"/>
              </a:ext>
            </a:extLst>
          </p:cNvPr>
          <p:cNvSpPr/>
          <p:nvPr/>
        </p:nvSpPr>
        <p:spPr>
          <a:xfrm>
            <a:off x="7674866" y="5340843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6EA23437-17F7-2341-9F82-8D589761F261}"/>
              </a:ext>
            </a:extLst>
          </p:cNvPr>
          <p:cNvSpPr/>
          <p:nvPr/>
        </p:nvSpPr>
        <p:spPr>
          <a:xfrm>
            <a:off x="7459077" y="5141948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6D672D96-52F4-BE93-1B31-B21FA1C10DD7}"/>
              </a:ext>
            </a:extLst>
          </p:cNvPr>
          <p:cNvSpPr/>
          <p:nvPr/>
        </p:nvSpPr>
        <p:spPr>
          <a:xfrm>
            <a:off x="7459077" y="5340843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3BC3A50B-13F6-01E2-622A-470A5AECD35A}"/>
              </a:ext>
            </a:extLst>
          </p:cNvPr>
          <p:cNvSpPr/>
          <p:nvPr/>
        </p:nvSpPr>
        <p:spPr>
          <a:xfrm>
            <a:off x="7243289" y="5141948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A161A56F-4A6A-2A56-B17C-292381F74426}"/>
              </a:ext>
            </a:extLst>
          </p:cNvPr>
          <p:cNvSpPr/>
          <p:nvPr/>
        </p:nvSpPr>
        <p:spPr>
          <a:xfrm>
            <a:off x="7243289" y="5340843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43FE8E94-FE21-6222-DF75-E24CEE9081D0}"/>
              </a:ext>
            </a:extLst>
          </p:cNvPr>
          <p:cNvSpPr/>
          <p:nvPr/>
        </p:nvSpPr>
        <p:spPr>
          <a:xfrm>
            <a:off x="7027500" y="5141948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1C16D0E3-3797-07E4-56D5-9379B76CD70D}"/>
              </a:ext>
            </a:extLst>
          </p:cNvPr>
          <p:cNvSpPr/>
          <p:nvPr/>
        </p:nvSpPr>
        <p:spPr>
          <a:xfrm>
            <a:off x="7027500" y="5340843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188983F4-EE12-857F-A628-FC94AFB63834}"/>
              </a:ext>
            </a:extLst>
          </p:cNvPr>
          <p:cNvSpPr/>
          <p:nvPr/>
        </p:nvSpPr>
        <p:spPr>
          <a:xfrm>
            <a:off x="6811711" y="5141948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1F3F9010-609F-C7E8-C7F5-7E4F5E15A43E}"/>
              </a:ext>
            </a:extLst>
          </p:cNvPr>
          <p:cNvSpPr/>
          <p:nvPr/>
        </p:nvSpPr>
        <p:spPr>
          <a:xfrm>
            <a:off x="6811711" y="5340843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AE01AA71-5F71-CEF5-2BE1-8F725B423C48}"/>
              </a:ext>
            </a:extLst>
          </p:cNvPr>
          <p:cNvSpPr/>
          <p:nvPr/>
        </p:nvSpPr>
        <p:spPr>
          <a:xfrm>
            <a:off x="6595922" y="5141948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00048B20-C25D-62FF-D249-2D3EB4232A96}"/>
              </a:ext>
            </a:extLst>
          </p:cNvPr>
          <p:cNvSpPr/>
          <p:nvPr/>
        </p:nvSpPr>
        <p:spPr>
          <a:xfrm>
            <a:off x="6595922" y="5340843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CD90C222-6DF5-99A5-5E65-1373A959B823}"/>
              </a:ext>
            </a:extLst>
          </p:cNvPr>
          <p:cNvSpPr/>
          <p:nvPr/>
        </p:nvSpPr>
        <p:spPr>
          <a:xfrm>
            <a:off x="6380134" y="5141948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2CD842C0-17CA-8D78-F50F-09910FC006BB}"/>
              </a:ext>
            </a:extLst>
          </p:cNvPr>
          <p:cNvSpPr/>
          <p:nvPr/>
        </p:nvSpPr>
        <p:spPr>
          <a:xfrm>
            <a:off x="6380134" y="5340843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A2675137-6395-5829-7A1A-6A08F3AEF35F}"/>
              </a:ext>
            </a:extLst>
          </p:cNvPr>
          <p:cNvSpPr/>
          <p:nvPr/>
        </p:nvSpPr>
        <p:spPr>
          <a:xfrm>
            <a:off x="6164345" y="5138073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85F9DF1B-3C37-1B20-8E8A-F97EFED365D6}"/>
              </a:ext>
            </a:extLst>
          </p:cNvPr>
          <p:cNvSpPr/>
          <p:nvPr/>
        </p:nvSpPr>
        <p:spPr>
          <a:xfrm>
            <a:off x="6164345" y="5336968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4CF8F2FF-4DA2-1719-A43C-4FB91B960BD0}"/>
              </a:ext>
            </a:extLst>
          </p:cNvPr>
          <p:cNvSpPr/>
          <p:nvPr/>
        </p:nvSpPr>
        <p:spPr>
          <a:xfrm>
            <a:off x="5948557" y="5138073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4D7290C2-1F12-ECB4-70EA-A0F994D008F7}"/>
              </a:ext>
            </a:extLst>
          </p:cNvPr>
          <p:cNvSpPr/>
          <p:nvPr/>
        </p:nvSpPr>
        <p:spPr>
          <a:xfrm>
            <a:off x="5948556" y="5336968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A1AAC84D-9D07-A957-2849-0FC4B9ED51E0}"/>
              </a:ext>
            </a:extLst>
          </p:cNvPr>
          <p:cNvSpPr/>
          <p:nvPr/>
        </p:nvSpPr>
        <p:spPr>
          <a:xfrm>
            <a:off x="5732769" y="5138073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AD8AF648-0A0C-1245-22B2-CC8F6C5044A8}"/>
              </a:ext>
            </a:extLst>
          </p:cNvPr>
          <p:cNvSpPr/>
          <p:nvPr/>
        </p:nvSpPr>
        <p:spPr>
          <a:xfrm>
            <a:off x="5732768" y="5336968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3C63F6E5-BB4F-C9FF-3394-05A969D274B7}"/>
              </a:ext>
            </a:extLst>
          </p:cNvPr>
          <p:cNvSpPr/>
          <p:nvPr/>
        </p:nvSpPr>
        <p:spPr>
          <a:xfrm>
            <a:off x="7890655" y="5544336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721D0481-77EB-A3BA-B821-072480BC0EFC}"/>
              </a:ext>
            </a:extLst>
          </p:cNvPr>
          <p:cNvSpPr/>
          <p:nvPr/>
        </p:nvSpPr>
        <p:spPr>
          <a:xfrm>
            <a:off x="7890655" y="5743231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BC58616D-25FF-9522-F569-3E1BA8B48964}"/>
              </a:ext>
            </a:extLst>
          </p:cNvPr>
          <p:cNvSpPr/>
          <p:nvPr/>
        </p:nvSpPr>
        <p:spPr>
          <a:xfrm>
            <a:off x="7674866" y="5544336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635D33E6-8592-326B-B3C1-86F6A0278B00}"/>
              </a:ext>
            </a:extLst>
          </p:cNvPr>
          <p:cNvSpPr/>
          <p:nvPr/>
        </p:nvSpPr>
        <p:spPr>
          <a:xfrm>
            <a:off x="7674866" y="5743231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BF1F45C9-17CF-6B71-85F0-C3052907D912}"/>
              </a:ext>
            </a:extLst>
          </p:cNvPr>
          <p:cNvSpPr/>
          <p:nvPr/>
        </p:nvSpPr>
        <p:spPr>
          <a:xfrm>
            <a:off x="7459077" y="5544336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7A915BAB-AD28-AF80-D11E-4DFF1DF9BFAA}"/>
              </a:ext>
            </a:extLst>
          </p:cNvPr>
          <p:cNvSpPr/>
          <p:nvPr/>
        </p:nvSpPr>
        <p:spPr>
          <a:xfrm>
            <a:off x="7459077" y="5743231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4A6BF235-2F0B-B400-35B8-D4075559DB5E}"/>
              </a:ext>
            </a:extLst>
          </p:cNvPr>
          <p:cNvSpPr/>
          <p:nvPr/>
        </p:nvSpPr>
        <p:spPr>
          <a:xfrm>
            <a:off x="7243289" y="5544336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1986918B-8C38-D705-C127-DCA059F7EAA2}"/>
              </a:ext>
            </a:extLst>
          </p:cNvPr>
          <p:cNvSpPr/>
          <p:nvPr/>
        </p:nvSpPr>
        <p:spPr>
          <a:xfrm>
            <a:off x="7243289" y="5743231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7DBFB065-6376-B2D9-B046-44E70C2BAC27}"/>
              </a:ext>
            </a:extLst>
          </p:cNvPr>
          <p:cNvSpPr/>
          <p:nvPr/>
        </p:nvSpPr>
        <p:spPr>
          <a:xfrm>
            <a:off x="7027500" y="5544336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50369767-CE97-546C-69A1-ACA76F04162C}"/>
              </a:ext>
            </a:extLst>
          </p:cNvPr>
          <p:cNvSpPr/>
          <p:nvPr/>
        </p:nvSpPr>
        <p:spPr>
          <a:xfrm>
            <a:off x="7027500" y="5743231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474AC491-897B-28A0-F942-56B0855FDCD8}"/>
              </a:ext>
            </a:extLst>
          </p:cNvPr>
          <p:cNvSpPr/>
          <p:nvPr/>
        </p:nvSpPr>
        <p:spPr>
          <a:xfrm>
            <a:off x="6811711" y="5544336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26427959-7AD5-A154-B866-4C2E5B184544}"/>
              </a:ext>
            </a:extLst>
          </p:cNvPr>
          <p:cNvSpPr/>
          <p:nvPr/>
        </p:nvSpPr>
        <p:spPr>
          <a:xfrm>
            <a:off x="6811711" y="5743231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C647CA42-436D-CA78-D1BC-66410B4D78F2}"/>
              </a:ext>
            </a:extLst>
          </p:cNvPr>
          <p:cNvSpPr/>
          <p:nvPr/>
        </p:nvSpPr>
        <p:spPr>
          <a:xfrm>
            <a:off x="6595922" y="5544336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2B878E1E-AE4A-7556-9910-FC0AF4B95049}"/>
              </a:ext>
            </a:extLst>
          </p:cNvPr>
          <p:cNvSpPr/>
          <p:nvPr/>
        </p:nvSpPr>
        <p:spPr>
          <a:xfrm>
            <a:off x="6595922" y="5743231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4D7B41FE-A27C-3583-AE33-769FEBCE2F21}"/>
              </a:ext>
            </a:extLst>
          </p:cNvPr>
          <p:cNvSpPr/>
          <p:nvPr/>
        </p:nvSpPr>
        <p:spPr>
          <a:xfrm>
            <a:off x="6380134" y="5544336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CBBFF42E-10B3-A885-278A-EC4EE13BE471}"/>
              </a:ext>
            </a:extLst>
          </p:cNvPr>
          <p:cNvSpPr/>
          <p:nvPr/>
        </p:nvSpPr>
        <p:spPr>
          <a:xfrm>
            <a:off x="6380134" y="5743231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0373329C-E824-8165-4C21-3125FEDFED2B}"/>
              </a:ext>
            </a:extLst>
          </p:cNvPr>
          <p:cNvSpPr/>
          <p:nvPr/>
        </p:nvSpPr>
        <p:spPr>
          <a:xfrm>
            <a:off x="6164345" y="5540461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B0AF3DB2-8D28-A577-32DE-AA95C87209EA}"/>
              </a:ext>
            </a:extLst>
          </p:cNvPr>
          <p:cNvSpPr/>
          <p:nvPr/>
        </p:nvSpPr>
        <p:spPr>
          <a:xfrm>
            <a:off x="6164345" y="5739356"/>
            <a:ext cx="192693" cy="148856"/>
          </a:xfrm>
          <a:prstGeom prst="rect">
            <a:avLst/>
          </a:prstGeom>
          <a:solidFill>
            <a:srgbClr val="FFFF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969ADAB8-6E40-483D-6E43-F993A8CB47BC}"/>
              </a:ext>
            </a:extLst>
          </p:cNvPr>
          <p:cNvSpPr/>
          <p:nvPr/>
        </p:nvSpPr>
        <p:spPr>
          <a:xfrm>
            <a:off x="4237074" y="1531088"/>
            <a:ext cx="297712" cy="28707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BDC72F9E-FE71-BD5D-2E1A-7F9FA7201A86}"/>
              </a:ext>
            </a:extLst>
          </p:cNvPr>
          <p:cNvSpPr/>
          <p:nvPr/>
        </p:nvSpPr>
        <p:spPr>
          <a:xfrm>
            <a:off x="4237074" y="1928036"/>
            <a:ext cx="297712" cy="28707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14</a:t>
            </a: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530AD3EF-7C46-193E-FFF5-964B98E87DCB}"/>
              </a:ext>
            </a:extLst>
          </p:cNvPr>
          <p:cNvSpPr/>
          <p:nvPr/>
        </p:nvSpPr>
        <p:spPr>
          <a:xfrm>
            <a:off x="4237074" y="2324984"/>
            <a:ext cx="297712" cy="28707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</a:t>
            </a: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4C1E25C9-8109-32A1-B43D-DF5B6F32A5A9}"/>
              </a:ext>
            </a:extLst>
          </p:cNvPr>
          <p:cNvSpPr/>
          <p:nvPr/>
        </p:nvSpPr>
        <p:spPr>
          <a:xfrm>
            <a:off x="4237074" y="2721932"/>
            <a:ext cx="297712" cy="28707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16</a:t>
            </a:r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4775E313-5763-9D83-4015-72E003BA7149}"/>
              </a:ext>
            </a:extLst>
          </p:cNvPr>
          <p:cNvSpPr/>
          <p:nvPr/>
        </p:nvSpPr>
        <p:spPr>
          <a:xfrm>
            <a:off x="4237074" y="3118880"/>
            <a:ext cx="297712" cy="28707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69087906-1875-FCF1-972D-77902A42F534}"/>
              </a:ext>
            </a:extLst>
          </p:cNvPr>
          <p:cNvSpPr/>
          <p:nvPr/>
        </p:nvSpPr>
        <p:spPr>
          <a:xfrm>
            <a:off x="4237074" y="3515828"/>
            <a:ext cx="297712" cy="28707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3630962D-949A-A87A-8533-AFC5E82A370E}"/>
              </a:ext>
            </a:extLst>
          </p:cNvPr>
          <p:cNvSpPr/>
          <p:nvPr/>
        </p:nvSpPr>
        <p:spPr>
          <a:xfrm>
            <a:off x="4237074" y="3912776"/>
            <a:ext cx="297712" cy="28707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7BD9FE72-440B-C68C-C5B1-3EEDBEE8D26A}"/>
              </a:ext>
            </a:extLst>
          </p:cNvPr>
          <p:cNvSpPr/>
          <p:nvPr/>
        </p:nvSpPr>
        <p:spPr>
          <a:xfrm>
            <a:off x="4237074" y="4309724"/>
            <a:ext cx="297712" cy="28707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F5C5AAC2-4D15-3B09-E46E-ADF7C0AC4901}"/>
              </a:ext>
            </a:extLst>
          </p:cNvPr>
          <p:cNvSpPr/>
          <p:nvPr/>
        </p:nvSpPr>
        <p:spPr>
          <a:xfrm>
            <a:off x="4237074" y="4786424"/>
            <a:ext cx="297712" cy="28707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C55D0F44-5A25-90D9-BC8E-E5C65AF2655B}"/>
              </a:ext>
            </a:extLst>
          </p:cNvPr>
          <p:cNvSpPr/>
          <p:nvPr/>
        </p:nvSpPr>
        <p:spPr>
          <a:xfrm>
            <a:off x="4237074" y="5183372"/>
            <a:ext cx="297712" cy="28707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</a:t>
            </a: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B921A16C-720E-9986-B8D1-40032F33A95F}"/>
              </a:ext>
            </a:extLst>
          </p:cNvPr>
          <p:cNvSpPr/>
          <p:nvPr/>
        </p:nvSpPr>
        <p:spPr>
          <a:xfrm>
            <a:off x="4237074" y="5580320"/>
            <a:ext cx="297712" cy="28707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</a:p>
        </p:txBody>
      </p:sp>
      <p:grpSp>
        <p:nvGrpSpPr>
          <p:cNvPr id="451" name="Group 450">
            <a:extLst>
              <a:ext uri="{FF2B5EF4-FFF2-40B4-BE49-F238E27FC236}">
                <a16:creationId xmlns:a16="http://schemas.microsoft.com/office/drawing/2014/main" id="{8A840D99-6854-F554-5DFC-322B21141DEB}"/>
              </a:ext>
            </a:extLst>
          </p:cNvPr>
          <p:cNvGrpSpPr/>
          <p:nvPr/>
        </p:nvGrpSpPr>
        <p:grpSpPr>
          <a:xfrm>
            <a:off x="9699101" y="1039842"/>
            <a:ext cx="408482" cy="347751"/>
            <a:chOff x="6975393" y="387712"/>
            <a:chExt cx="408482" cy="347751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443" name="Rectangle 442">
              <a:extLst>
                <a:ext uri="{FF2B5EF4-FFF2-40B4-BE49-F238E27FC236}">
                  <a16:creationId xmlns:a16="http://schemas.microsoft.com/office/drawing/2014/main" id="{0B9901B9-83E1-CB9C-6C32-741E3AD15F27}"/>
                </a:ext>
              </a:extLst>
            </p:cNvPr>
            <p:cNvSpPr/>
            <p:nvPr/>
          </p:nvSpPr>
          <p:spPr>
            <a:xfrm>
              <a:off x="7191182" y="387712"/>
              <a:ext cx="192693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4" name="Rectangle 443">
              <a:extLst>
                <a:ext uri="{FF2B5EF4-FFF2-40B4-BE49-F238E27FC236}">
                  <a16:creationId xmlns:a16="http://schemas.microsoft.com/office/drawing/2014/main" id="{0471218A-34FF-32B3-2DF5-3F726ED6E68A}"/>
                </a:ext>
              </a:extLst>
            </p:cNvPr>
            <p:cNvSpPr/>
            <p:nvPr/>
          </p:nvSpPr>
          <p:spPr>
            <a:xfrm>
              <a:off x="7191182" y="586607"/>
              <a:ext cx="192693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5" name="Rectangle 444">
              <a:extLst>
                <a:ext uri="{FF2B5EF4-FFF2-40B4-BE49-F238E27FC236}">
                  <a16:creationId xmlns:a16="http://schemas.microsoft.com/office/drawing/2014/main" id="{D7B33739-D494-434C-23CB-64762880D596}"/>
                </a:ext>
              </a:extLst>
            </p:cNvPr>
            <p:cNvSpPr/>
            <p:nvPr/>
          </p:nvSpPr>
          <p:spPr>
            <a:xfrm>
              <a:off x="6975393" y="387712"/>
              <a:ext cx="192693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6" name="Rectangle 445">
              <a:extLst>
                <a:ext uri="{FF2B5EF4-FFF2-40B4-BE49-F238E27FC236}">
                  <a16:creationId xmlns:a16="http://schemas.microsoft.com/office/drawing/2014/main" id="{C93A5B3B-FEF6-E6DB-7552-FEC67CB7A73C}"/>
                </a:ext>
              </a:extLst>
            </p:cNvPr>
            <p:cNvSpPr/>
            <p:nvPr/>
          </p:nvSpPr>
          <p:spPr>
            <a:xfrm>
              <a:off x="6975393" y="586607"/>
              <a:ext cx="192693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2" name="Group 451">
            <a:extLst>
              <a:ext uri="{FF2B5EF4-FFF2-40B4-BE49-F238E27FC236}">
                <a16:creationId xmlns:a16="http://schemas.microsoft.com/office/drawing/2014/main" id="{19047BEF-B3F5-5EED-A0F1-C54796533D7E}"/>
              </a:ext>
            </a:extLst>
          </p:cNvPr>
          <p:cNvGrpSpPr/>
          <p:nvPr/>
        </p:nvGrpSpPr>
        <p:grpSpPr>
          <a:xfrm>
            <a:off x="9267524" y="1444666"/>
            <a:ext cx="840059" cy="347751"/>
            <a:chOff x="6543816" y="387712"/>
            <a:chExt cx="840059" cy="347751"/>
          </a:xfrm>
        </p:grpSpPr>
        <p:sp>
          <p:nvSpPr>
            <p:cNvPr id="453" name="Rectangle 452">
              <a:extLst>
                <a:ext uri="{FF2B5EF4-FFF2-40B4-BE49-F238E27FC236}">
                  <a16:creationId xmlns:a16="http://schemas.microsoft.com/office/drawing/2014/main" id="{CC37BD6A-34B8-AFB9-99A7-52F9E5D994B6}"/>
                </a:ext>
              </a:extLst>
            </p:cNvPr>
            <p:cNvSpPr/>
            <p:nvPr/>
          </p:nvSpPr>
          <p:spPr>
            <a:xfrm>
              <a:off x="7191182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4" name="Rectangle 453">
              <a:extLst>
                <a:ext uri="{FF2B5EF4-FFF2-40B4-BE49-F238E27FC236}">
                  <a16:creationId xmlns:a16="http://schemas.microsoft.com/office/drawing/2014/main" id="{DFDB92B9-7020-3BD4-5E22-421E69E8A98C}"/>
                </a:ext>
              </a:extLst>
            </p:cNvPr>
            <p:cNvSpPr/>
            <p:nvPr/>
          </p:nvSpPr>
          <p:spPr>
            <a:xfrm>
              <a:off x="7191182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5" name="Rectangle 454">
              <a:extLst>
                <a:ext uri="{FF2B5EF4-FFF2-40B4-BE49-F238E27FC236}">
                  <a16:creationId xmlns:a16="http://schemas.microsoft.com/office/drawing/2014/main" id="{73925697-3F08-9C42-9A9D-B982A52EFD71}"/>
                </a:ext>
              </a:extLst>
            </p:cNvPr>
            <p:cNvSpPr/>
            <p:nvPr/>
          </p:nvSpPr>
          <p:spPr>
            <a:xfrm>
              <a:off x="6975393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6" name="Rectangle 455">
              <a:extLst>
                <a:ext uri="{FF2B5EF4-FFF2-40B4-BE49-F238E27FC236}">
                  <a16:creationId xmlns:a16="http://schemas.microsoft.com/office/drawing/2014/main" id="{5607753F-54CA-489F-83BD-847513487FC6}"/>
                </a:ext>
              </a:extLst>
            </p:cNvPr>
            <p:cNvSpPr/>
            <p:nvPr/>
          </p:nvSpPr>
          <p:spPr>
            <a:xfrm>
              <a:off x="6975393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7" name="Rectangle 456">
              <a:extLst>
                <a:ext uri="{FF2B5EF4-FFF2-40B4-BE49-F238E27FC236}">
                  <a16:creationId xmlns:a16="http://schemas.microsoft.com/office/drawing/2014/main" id="{A26F2D05-F614-25D0-4395-066642381AF7}"/>
                </a:ext>
              </a:extLst>
            </p:cNvPr>
            <p:cNvSpPr/>
            <p:nvPr/>
          </p:nvSpPr>
          <p:spPr>
            <a:xfrm>
              <a:off x="6759605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8" name="Rectangle 457">
              <a:extLst>
                <a:ext uri="{FF2B5EF4-FFF2-40B4-BE49-F238E27FC236}">
                  <a16:creationId xmlns:a16="http://schemas.microsoft.com/office/drawing/2014/main" id="{C681EA09-D2CF-9523-08B3-34B7DA11BB31}"/>
                </a:ext>
              </a:extLst>
            </p:cNvPr>
            <p:cNvSpPr/>
            <p:nvPr/>
          </p:nvSpPr>
          <p:spPr>
            <a:xfrm>
              <a:off x="6759605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9" name="Rectangle 458">
              <a:extLst>
                <a:ext uri="{FF2B5EF4-FFF2-40B4-BE49-F238E27FC236}">
                  <a16:creationId xmlns:a16="http://schemas.microsoft.com/office/drawing/2014/main" id="{9D79FD0D-E2C5-BBCD-9D0C-DEEF247AF20F}"/>
                </a:ext>
              </a:extLst>
            </p:cNvPr>
            <p:cNvSpPr/>
            <p:nvPr/>
          </p:nvSpPr>
          <p:spPr>
            <a:xfrm>
              <a:off x="6543816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0" name="Rectangle 459">
              <a:extLst>
                <a:ext uri="{FF2B5EF4-FFF2-40B4-BE49-F238E27FC236}">
                  <a16:creationId xmlns:a16="http://schemas.microsoft.com/office/drawing/2014/main" id="{3CF15FA9-88E0-FF44-3E6E-FCAF12FA97EB}"/>
                </a:ext>
              </a:extLst>
            </p:cNvPr>
            <p:cNvSpPr/>
            <p:nvPr/>
          </p:nvSpPr>
          <p:spPr>
            <a:xfrm>
              <a:off x="6543816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1" name="Group 460">
            <a:extLst>
              <a:ext uri="{FF2B5EF4-FFF2-40B4-BE49-F238E27FC236}">
                <a16:creationId xmlns:a16="http://schemas.microsoft.com/office/drawing/2014/main" id="{E33C2B8B-1843-EEF9-5024-E0A618B4C0FF}"/>
              </a:ext>
            </a:extLst>
          </p:cNvPr>
          <p:cNvGrpSpPr/>
          <p:nvPr/>
        </p:nvGrpSpPr>
        <p:grpSpPr>
          <a:xfrm>
            <a:off x="9267524" y="1849490"/>
            <a:ext cx="840059" cy="347751"/>
            <a:chOff x="6543816" y="387712"/>
            <a:chExt cx="840059" cy="347751"/>
          </a:xfrm>
        </p:grpSpPr>
        <p:sp>
          <p:nvSpPr>
            <p:cNvPr id="462" name="Rectangle 461">
              <a:extLst>
                <a:ext uri="{FF2B5EF4-FFF2-40B4-BE49-F238E27FC236}">
                  <a16:creationId xmlns:a16="http://schemas.microsoft.com/office/drawing/2014/main" id="{1B3A14B5-8F49-DCFC-0D01-F86DA651362F}"/>
                </a:ext>
              </a:extLst>
            </p:cNvPr>
            <p:cNvSpPr/>
            <p:nvPr/>
          </p:nvSpPr>
          <p:spPr>
            <a:xfrm>
              <a:off x="7191182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3" name="Rectangle 462">
              <a:extLst>
                <a:ext uri="{FF2B5EF4-FFF2-40B4-BE49-F238E27FC236}">
                  <a16:creationId xmlns:a16="http://schemas.microsoft.com/office/drawing/2014/main" id="{27E64F3C-388A-173E-E37D-ADA71EE80A1A}"/>
                </a:ext>
              </a:extLst>
            </p:cNvPr>
            <p:cNvSpPr/>
            <p:nvPr/>
          </p:nvSpPr>
          <p:spPr>
            <a:xfrm>
              <a:off x="7191182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4" name="Rectangle 463">
              <a:extLst>
                <a:ext uri="{FF2B5EF4-FFF2-40B4-BE49-F238E27FC236}">
                  <a16:creationId xmlns:a16="http://schemas.microsoft.com/office/drawing/2014/main" id="{9F315D2D-9143-A011-E659-8E7F9240BC3C}"/>
                </a:ext>
              </a:extLst>
            </p:cNvPr>
            <p:cNvSpPr/>
            <p:nvPr/>
          </p:nvSpPr>
          <p:spPr>
            <a:xfrm>
              <a:off x="6975393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5" name="Rectangle 464">
              <a:extLst>
                <a:ext uri="{FF2B5EF4-FFF2-40B4-BE49-F238E27FC236}">
                  <a16:creationId xmlns:a16="http://schemas.microsoft.com/office/drawing/2014/main" id="{9D675ED9-A11C-8B77-DAE7-F7306EABC0D5}"/>
                </a:ext>
              </a:extLst>
            </p:cNvPr>
            <p:cNvSpPr/>
            <p:nvPr/>
          </p:nvSpPr>
          <p:spPr>
            <a:xfrm>
              <a:off x="6975393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6" name="Rectangle 465">
              <a:extLst>
                <a:ext uri="{FF2B5EF4-FFF2-40B4-BE49-F238E27FC236}">
                  <a16:creationId xmlns:a16="http://schemas.microsoft.com/office/drawing/2014/main" id="{39B05819-E35C-8EE5-8666-77943692700A}"/>
                </a:ext>
              </a:extLst>
            </p:cNvPr>
            <p:cNvSpPr/>
            <p:nvPr/>
          </p:nvSpPr>
          <p:spPr>
            <a:xfrm>
              <a:off x="6759605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89DAE4FE-B8BF-585F-1312-96B27B2F669C}"/>
                </a:ext>
              </a:extLst>
            </p:cNvPr>
            <p:cNvSpPr/>
            <p:nvPr/>
          </p:nvSpPr>
          <p:spPr>
            <a:xfrm>
              <a:off x="6759605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8" name="Rectangle 467">
              <a:extLst>
                <a:ext uri="{FF2B5EF4-FFF2-40B4-BE49-F238E27FC236}">
                  <a16:creationId xmlns:a16="http://schemas.microsoft.com/office/drawing/2014/main" id="{12E4F6C9-20DE-9610-5610-9711FB3893C0}"/>
                </a:ext>
              </a:extLst>
            </p:cNvPr>
            <p:cNvSpPr/>
            <p:nvPr/>
          </p:nvSpPr>
          <p:spPr>
            <a:xfrm>
              <a:off x="6543816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9" name="Rectangle 468">
              <a:extLst>
                <a:ext uri="{FF2B5EF4-FFF2-40B4-BE49-F238E27FC236}">
                  <a16:creationId xmlns:a16="http://schemas.microsoft.com/office/drawing/2014/main" id="{A135968F-185E-F137-D2CB-A36E54E53AD2}"/>
                </a:ext>
              </a:extLst>
            </p:cNvPr>
            <p:cNvSpPr/>
            <p:nvPr/>
          </p:nvSpPr>
          <p:spPr>
            <a:xfrm>
              <a:off x="6543816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0" name="Group 469">
            <a:extLst>
              <a:ext uri="{FF2B5EF4-FFF2-40B4-BE49-F238E27FC236}">
                <a16:creationId xmlns:a16="http://schemas.microsoft.com/office/drawing/2014/main" id="{146219D9-445E-B91F-675A-A6D4DC150D34}"/>
              </a:ext>
            </a:extLst>
          </p:cNvPr>
          <p:cNvGrpSpPr/>
          <p:nvPr/>
        </p:nvGrpSpPr>
        <p:grpSpPr>
          <a:xfrm>
            <a:off x="9267524" y="2254314"/>
            <a:ext cx="840059" cy="347751"/>
            <a:chOff x="6543816" y="387712"/>
            <a:chExt cx="840059" cy="347751"/>
          </a:xfrm>
        </p:grpSpPr>
        <p:sp>
          <p:nvSpPr>
            <p:cNvPr id="471" name="Rectangle 470">
              <a:extLst>
                <a:ext uri="{FF2B5EF4-FFF2-40B4-BE49-F238E27FC236}">
                  <a16:creationId xmlns:a16="http://schemas.microsoft.com/office/drawing/2014/main" id="{BF71F29A-7DC1-158A-1833-BB8EF8717621}"/>
                </a:ext>
              </a:extLst>
            </p:cNvPr>
            <p:cNvSpPr/>
            <p:nvPr/>
          </p:nvSpPr>
          <p:spPr>
            <a:xfrm>
              <a:off x="7191182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2" name="Rectangle 471">
              <a:extLst>
                <a:ext uri="{FF2B5EF4-FFF2-40B4-BE49-F238E27FC236}">
                  <a16:creationId xmlns:a16="http://schemas.microsoft.com/office/drawing/2014/main" id="{FD43A277-C918-99DD-5F98-C1CABF95959C}"/>
                </a:ext>
              </a:extLst>
            </p:cNvPr>
            <p:cNvSpPr/>
            <p:nvPr/>
          </p:nvSpPr>
          <p:spPr>
            <a:xfrm>
              <a:off x="7191182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3" name="Rectangle 472">
              <a:extLst>
                <a:ext uri="{FF2B5EF4-FFF2-40B4-BE49-F238E27FC236}">
                  <a16:creationId xmlns:a16="http://schemas.microsoft.com/office/drawing/2014/main" id="{D683B24B-FA02-CBE6-1978-9BC085C7B385}"/>
                </a:ext>
              </a:extLst>
            </p:cNvPr>
            <p:cNvSpPr/>
            <p:nvPr/>
          </p:nvSpPr>
          <p:spPr>
            <a:xfrm>
              <a:off x="6975393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4" name="Rectangle 473">
              <a:extLst>
                <a:ext uri="{FF2B5EF4-FFF2-40B4-BE49-F238E27FC236}">
                  <a16:creationId xmlns:a16="http://schemas.microsoft.com/office/drawing/2014/main" id="{3DFF3792-88A3-3E43-17B1-39CF47EEC997}"/>
                </a:ext>
              </a:extLst>
            </p:cNvPr>
            <p:cNvSpPr/>
            <p:nvPr/>
          </p:nvSpPr>
          <p:spPr>
            <a:xfrm>
              <a:off x="6975393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5" name="Rectangle 474">
              <a:extLst>
                <a:ext uri="{FF2B5EF4-FFF2-40B4-BE49-F238E27FC236}">
                  <a16:creationId xmlns:a16="http://schemas.microsoft.com/office/drawing/2014/main" id="{968146FC-E700-ED1D-FFC3-61A7ADCF76D2}"/>
                </a:ext>
              </a:extLst>
            </p:cNvPr>
            <p:cNvSpPr/>
            <p:nvPr/>
          </p:nvSpPr>
          <p:spPr>
            <a:xfrm>
              <a:off x="6759605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6" name="Rectangle 475">
              <a:extLst>
                <a:ext uri="{FF2B5EF4-FFF2-40B4-BE49-F238E27FC236}">
                  <a16:creationId xmlns:a16="http://schemas.microsoft.com/office/drawing/2014/main" id="{175984A4-7BFC-DF5B-A591-019A4FE1A5E8}"/>
                </a:ext>
              </a:extLst>
            </p:cNvPr>
            <p:cNvSpPr/>
            <p:nvPr/>
          </p:nvSpPr>
          <p:spPr>
            <a:xfrm>
              <a:off x="6759605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7" name="Rectangle 476">
              <a:extLst>
                <a:ext uri="{FF2B5EF4-FFF2-40B4-BE49-F238E27FC236}">
                  <a16:creationId xmlns:a16="http://schemas.microsoft.com/office/drawing/2014/main" id="{80B28BF4-C107-6551-5658-AB4033D6293B}"/>
                </a:ext>
              </a:extLst>
            </p:cNvPr>
            <p:cNvSpPr/>
            <p:nvPr/>
          </p:nvSpPr>
          <p:spPr>
            <a:xfrm>
              <a:off x="6543816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8" name="Rectangle 477">
              <a:extLst>
                <a:ext uri="{FF2B5EF4-FFF2-40B4-BE49-F238E27FC236}">
                  <a16:creationId xmlns:a16="http://schemas.microsoft.com/office/drawing/2014/main" id="{1210A127-E02A-2314-A861-F0C01532851D}"/>
                </a:ext>
              </a:extLst>
            </p:cNvPr>
            <p:cNvSpPr/>
            <p:nvPr/>
          </p:nvSpPr>
          <p:spPr>
            <a:xfrm>
              <a:off x="6543816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B5E270C7-919E-5CC9-79BF-AA03408FBBCE}"/>
              </a:ext>
            </a:extLst>
          </p:cNvPr>
          <p:cNvGrpSpPr/>
          <p:nvPr/>
        </p:nvGrpSpPr>
        <p:grpSpPr>
          <a:xfrm>
            <a:off x="9267524" y="2659138"/>
            <a:ext cx="840059" cy="347751"/>
            <a:chOff x="6543816" y="387712"/>
            <a:chExt cx="840059" cy="347751"/>
          </a:xfrm>
        </p:grpSpPr>
        <p:sp>
          <p:nvSpPr>
            <p:cNvPr id="480" name="Rectangle 479">
              <a:extLst>
                <a:ext uri="{FF2B5EF4-FFF2-40B4-BE49-F238E27FC236}">
                  <a16:creationId xmlns:a16="http://schemas.microsoft.com/office/drawing/2014/main" id="{540710F3-0455-AA81-6E60-E837C07752B4}"/>
                </a:ext>
              </a:extLst>
            </p:cNvPr>
            <p:cNvSpPr/>
            <p:nvPr/>
          </p:nvSpPr>
          <p:spPr>
            <a:xfrm>
              <a:off x="7191182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1" name="Rectangle 480">
              <a:extLst>
                <a:ext uri="{FF2B5EF4-FFF2-40B4-BE49-F238E27FC236}">
                  <a16:creationId xmlns:a16="http://schemas.microsoft.com/office/drawing/2014/main" id="{A8320EE4-4CCF-072E-09D5-ECF0545CF74C}"/>
                </a:ext>
              </a:extLst>
            </p:cNvPr>
            <p:cNvSpPr/>
            <p:nvPr/>
          </p:nvSpPr>
          <p:spPr>
            <a:xfrm>
              <a:off x="7191182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2" name="Rectangle 481">
              <a:extLst>
                <a:ext uri="{FF2B5EF4-FFF2-40B4-BE49-F238E27FC236}">
                  <a16:creationId xmlns:a16="http://schemas.microsoft.com/office/drawing/2014/main" id="{5B21854E-A07E-73FC-761C-36E89318EBDE}"/>
                </a:ext>
              </a:extLst>
            </p:cNvPr>
            <p:cNvSpPr/>
            <p:nvPr/>
          </p:nvSpPr>
          <p:spPr>
            <a:xfrm>
              <a:off x="6975393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3" name="Rectangle 482">
              <a:extLst>
                <a:ext uri="{FF2B5EF4-FFF2-40B4-BE49-F238E27FC236}">
                  <a16:creationId xmlns:a16="http://schemas.microsoft.com/office/drawing/2014/main" id="{F932FB77-A6F7-6574-B782-D639627A8B94}"/>
                </a:ext>
              </a:extLst>
            </p:cNvPr>
            <p:cNvSpPr/>
            <p:nvPr/>
          </p:nvSpPr>
          <p:spPr>
            <a:xfrm>
              <a:off x="6975393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4" name="Rectangle 483">
              <a:extLst>
                <a:ext uri="{FF2B5EF4-FFF2-40B4-BE49-F238E27FC236}">
                  <a16:creationId xmlns:a16="http://schemas.microsoft.com/office/drawing/2014/main" id="{7672A399-D9A5-9CF2-F703-2EF2BCB5A560}"/>
                </a:ext>
              </a:extLst>
            </p:cNvPr>
            <p:cNvSpPr/>
            <p:nvPr/>
          </p:nvSpPr>
          <p:spPr>
            <a:xfrm>
              <a:off x="6759605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5" name="Rectangle 484">
              <a:extLst>
                <a:ext uri="{FF2B5EF4-FFF2-40B4-BE49-F238E27FC236}">
                  <a16:creationId xmlns:a16="http://schemas.microsoft.com/office/drawing/2014/main" id="{6DA77E99-FC0B-9BDC-7761-6F46F7CB2E98}"/>
                </a:ext>
              </a:extLst>
            </p:cNvPr>
            <p:cNvSpPr/>
            <p:nvPr/>
          </p:nvSpPr>
          <p:spPr>
            <a:xfrm>
              <a:off x="6759605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6" name="Rectangle 485">
              <a:extLst>
                <a:ext uri="{FF2B5EF4-FFF2-40B4-BE49-F238E27FC236}">
                  <a16:creationId xmlns:a16="http://schemas.microsoft.com/office/drawing/2014/main" id="{5374FE71-1B70-DF62-F884-89A6099D8C9C}"/>
                </a:ext>
              </a:extLst>
            </p:cNvPr>
            <p:cNvSpPr/>
            <p:nvPr/>
          </p:nvSpPr>
          <p:spPr>
            <a:xfrm>
              <a:off x="6543816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7" name="Rectangle 486">
              <a:extLst>
                <a:ext uri="{FF2B5EF4-FFF2-40B4-BE49-F238E27FC236}">
                  <a16:creationId xmlns:a16="http://schemas.microsoft.com/office/drawing/2014/main" id="{ECAB116E-53A0-6876-55D6-0899457BEB7F}"/>
                </a:ext>
              </a:extLst>
            </p:cNvPr>
            <p:cNvSpPr/>
            <p:nvPr/>
          </p:nvSpPr>
          <p:spPr>
            <a:xfrm>
              <a:off x="6543816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8" name="Group 487">
            <a:extLst>
              <a:ext uri="{FF2B5EF4-FFF2-40B4-BE49-F238E27FC236}">
                <a16:creationId xmlns:a16="http://schemas.microsoft.com/office/drawing/2014/main" id="{58DDBFCD-098F-4EAF-9380-40BFE4DAADF9}"/>
              </a:ext>
            </a:extLst>
          </p:cNvPr>
          <p:cNvGrpSpPr/>
          <p:nvPr/>
        </p:nvGrpSpPr>
        <p:grpSpPr>
          <a:xfrm>
            <a:off x="9267524" y="3063962"/>
            <a:ext cx="840059" cy="347751"/>
            <a:chOff x="6543816" y="387712"/>
            <a:chExt cx="840059" cy="347751"/>
          </a:xfrm>
        </p:grpSpPr>
        <p:sp>
          <p:nvSpPr>
            <p:cNvPr id="489" name="Rectangle 488">
              <a:extLst>
                <a:ext uri="{FF2B5EF4-FFF2-40B4-BE49-F238E27FC236}">
                  <a16:creationId xmlns:a16="http://schemas.microsoft.com/office/drawing/2014/main" id="{0D03309B-18C9-BA1C-86E0-F746FC872A2C}"/>
                </a:ext>
              </a:extLst>
            </p:cNvPr>
            <p:cNvSpPr/>
            <p:nvPr/>
          </p:nvSpPr>
          <p:spPr>
            <a:xfrm>
              <a:off x="7191182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0" name="Rectangle 489">
              <a:extLst>
                <a:ext uri="{FF2B5EF4-FFF2-40B4-BE49-F238E27FC236}">
                  <a16:creationId xmlns:a16="http://schemas.microsoft.com/office/drawing/2014/main" id="{5DDB0ECD-B9D5-9990-208D-1758A804CF2A}"/>
                </a:ext>
              </a:extLst>
            </p:cNvPr>
            <p:cNvSpPr/>
            <p:nvPr/>
          </p:nvSpPr>
          <p:spPr>
            <a:xfrm>
              <a:off x="7191182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1" name="Rectangle 490">
              <a:extLst>
                <a:ext uri="{FF2B5EF4-FFF2-40B4-BE49-F238E27FC236}">
                  <a16:creationId xmlns:a16="http://schemas.microsoft.com/office/drawing/2014/main" id="{91047AA7-6F82-F782-13B9-2C0D3A8B52D4}"/>
                </a:ext>
              </a:extLst>
            </p:cNvPr>
            <p:cNvSpPr/>
            <p:nvPr/>
          </p:nvSpPr>
          <p:spPr>
            <a:xfrm>
              <a:off x="6975393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2" name="Rectangle 491">
              <a:extLst>
                <a:ext uri="{FF2B5EF4-FFF2-40B4-BE49-F238E27FC236}">
                  <a16:creationId xmlns:a16="http://schemas.microsoft.com/office/drawing/2014/main" id="{61F876D9-A8FA-1A8A-3EC6-DF2EA2FF48DA}"/>
                </a:ext>
              </a:extLst>
            </p:cNvPr>
            <p:cNvSpPr/>
            <p:nvPr/>
          </p:nvSpPr>
          <p:spPr>
            <a:xfrm>
              <a:off x="6975393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3" name="Rectangle 492">
              <a:extLst>
                <a:ext uri="{FF2B5EF4-FFF2-40B4-BE49-F238E27FC236}">
                  <a16:creationId xmlns:a16="http://schemas.microsoft.com/office/drawing/2014/main" id="{1D42EC04-9ABC-F698-84D1-98D901A8F15C}"/>
                </a:ext>
              </a:extLst>
            </p:cNvPr>
            <p:cNvSpPr/>
            <p:nvPr/>
          </p:nvSpPr>
          <p:spPr>
            <a:xfrm>
              <a:off x="6759605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4" name="Rectangle 493">
              <a:extLst>
                <a:ext uri="{FF2B5EF4-FFF2-40B4-BE49-F238E27FC236}">
                  <a16:creationId xmlns:a16="http://schemas.microsoft.com/office/drawing/2014/main" id="{7315B265-B7D7-5FEB-9F44-E3E7FA20CB26}"/>
                </a:ext>
              </a:extLst>
            </p:cNvPr>
            <p:cNvSpPr/>
            <p:nvPr/>
          </p:nvSpPr>
          <p:spPr>
            <a:xfrm>
              <a:off x="6759605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5" name="Rectangle 494">
              <a:extLst>
                <a:ext uri="{FF2B5EF4-FFF2-40B4-BE49-F238E27FC236}">
                  <a16:creationId xmlns:a16="http://schemas.microsoft.com/office/drawing/2014/main" id="{494CAFC0-EC27-7655-9592-9CF183C52211}"/>
                </a:ext>
              </a:extLst>
            </p:cNvPr>
            <p:cNvSpPr/>
            <p:nvPr/>
          </p:nvSpPr>
          <p:spPr>
            <a:xfrm>
              <a:off x="6543816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6" name="Rectangle 495">
              <a:extLst>
                <a:ext uri="{FF2B5EF4-FFF2-40B4-BE49-F238E27FC236}">
                  <a16:creationId xmlns:a16="http://schemas.microsoft.com/office/drawing/2014/main" id="{C033BB4C-D4A9-C7C1-2965-DF9BCE99B9B2}"/>
                </a:ext>
              </a:extLst>
            </p:cNvPr>
            <p:cNvSpPr/>
            <p:nvPr/>
          </p:nvSpPr>
          <p:spPr>
            <a:xfrm>
              <a:off x="6543816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7" name="Group 496">
            <a:extLst>
              <a:ext uri="{FF2B5EF4-FFF2-40B4-BE49-F238E27FC236}">
                <a16:creationId xmlns:a16="http://schemas.microsoft.com/office/drawing/2014/main" id="{712395A9-C83F-8BBF-538B-E730A18A8ADF}"/>
              </a:ext>
            </a:extLst>
          </p:cNvPr>
          <p:cNvGrpSpPr/>
          <p:nvPr/>
        </p:nvGrpSpPr>
        <p:grpSpPr>
          <a:xfrm>
            <a:off x="9267524" y="3468786"/>
            <a:ext cx="840059" cy="347751"/>
            <a:chOff x="6543816" y="387712"/>
            <a:chExt cx="840059" cy="347751"/>
          </a:xfrm>
        </p:grpSpPr>
        <p:sp>
          <p:nvSpPr>
            <p:cNvPr id="498" name="Rectangle 497">
              <a:extLst>
                <a:ext uri="{FF2B5EF4-FFF2-40B4-BE49-F238E27FC236}">
                  <a16:creationId xmlns:a16="http://schemas.microsoft.com/office/drawing/2014/main" id="{9F7BEC9C-AE03-8C19-DFA4-F7FA8F228F00}"/>
                </a:ext>
              </a:extLst>
            </p:cNvPr>
            <p:cNvSpPr/>
            <p:nvPr/>
          </p:nvSpPr>
          <p:spPr>
            <a:xfrm>
              <a:off x="7191182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9" name="Rectangle 498">
              <a:extLst>
                <a:ext uri="{FF2B5EF4-FFF2-40B4-BE49-F238E27FC236}">
                  <a16:creationId xmlns:a16="http://schemas.microsoft.com/office/drawing/2014/main" id="{81A47932-D79A-5138-F9E5-A364A2DB4E11}"/>
                </a:ext>
              </a:extLst>
            </p:cNvPr>
            <p:cNvSpPr/>
            <p:nvPr/>
          </p:nvSpPr>
          <p:spPr>
            <a:xfrm>
              <a:off x="7191182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0" name="Rectangle 499">
              <a:extLst>
                <a:ext uri="{FF2B5EF4-FFF2-40B4-BE49-F238E27FC236}">
                  <a16:creationId xmlns:a16="http://schemas.microsoft.com/office/drawing/2014/main" id="{ED6B2CB4-894E-51C7-C57C-349A9B8CBAA3}"/>
                </a:ext>
              </a:extLst>
            </p:cNvPr>
            <p:cNvSpPr/>
            <p:nvPr/>
          </p:nvSpPr>
          <p:spPr>
            <a:xfrm>
              <a:off x="6975393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1" name="Rectangle 500">
              <a:extLst>
                <a:ext uri="{FF2B5EF4-FFF2-40B4-BE49-F238E27FC236}">
                  <a16:creationId xmlns:a16="http://schemas.microsoft.com/office/drawing/2014/main" id="{62856065-7956-F6E8-1CA0-138583E5844D}"/>
                </a:ext>
              </a:extLst>
            </p:cNvPr>
            <p:cNvSpPr/>
            <p:nvPr/>
          </p:nvSpPr>
          <p:spPr>
            <a:xfrm>
              <a:off x="6975393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2" name="Rectangle 501">
              <a:extLst>
                <a:ext uri="{FF2B5EF4-FFF2-40B4-BE49-F238E27FC236}">
                  <a16:creationId xmlns:a16="http://schemas.microsoft.com/office/drawing/2014/main" id="{ED2E84D3-7F4A-FC7F-02CE-720B4DFF237C}"/>
                </a:ext>
              </a:extLst>
            </p:cNvPr>
            <p:cNvSpPr/>
            <p:nvPr/>
          </p:nvSpPr>
          <p:spPr>
            <a:xfrm>
              <a:off x="6759605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3" name="Rectangle 502">
              <a:extLst>
                <a:ext uri="{FF2B5EF4-FFF2-40B4-BE49-F238E27FC236}">
                  <a16:creationId xmlns:a16="http://schemas.microsoft.com/office/drawing/2014/main" id="{A9653DB4-2993-206E-E0FD-C65AFF130256}"/>
                </a:ext>
              </a:extLst>
            </p:cNvPr>
            <p:cNvSpPr/>
            <p:nvPr/>
          </p:nvSpPr>
          <p:spPr>
            <a:xfrm>
              <a:off x="6759605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4" name="Rectangle 503">
              <a:extLst>
                <a:ext uri="{FF2B5EF4-FFF2-40B4-BE49-F238E27FC236}">
                  <a16:creationId xmlns:a16="http://schemas.microsoft.com/office/drawing/2014/main" id="{1F08C4D6-4660-F3CA-F5A4-CB2E8CB0F37F}"/>
                </a:ext>
              </a:extLst>
            </p:cNvPr>
            <p:cNvSpPr/>
            <p:nvPr/>
          </p:nvSpPr>
          <p:spPr>
            <a:xfrm>
              <a:off x="6543816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5" name="Rectangle 504">
              <a:extLst>
                <a:ext uri="{FF2B5EF4-FFF2-40B4-BE49-F238E27FC236}">
                  <a16:creationId xmlns:a16="http://schemas.microsoft.com/office/drawing/2014/main" id="{5E1AB807-DB3D-6743-5608-836FAD814803}"/>
                </a:ext>
              </a:extLst>
            </p:cNvPr>
            <p:cNvSpPr/>
            <p:nvPr/>
          </p:nvSpPr>
          <p:spPr>
            <a:xfrm>
              <a:off x="6543816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6" name="Group 505">
            <a:extLst>
              <a:ext uri="{FF2B5EF4-FFF2-40B4-BE49-F238E27FC236}">
                <a16:creationId xmlns:a16="http://schemas.microsoft.com/office/drawing/2014/main" id="{6F5DAC7F-8201-D76D-D92B-2F5241B14F17}"/>
              </a:ext>
            </a:extLst>
          </p:cNvPr>
          <p:cNvGrpSpPr/>
          <p:nvPr/>
        </p:nvGrpSpPr>
        <p:grpSpPr>
          <a:xfrm>
            <a:off x="9267524" y="3873610"/>
            <a:ext cx="840059" cy="347751"/>
            <a:chOff x="6543816" y="387712"/>
            <a:chExt cx="840059" cy="347751"/>
          </a:xfrm>
        </p:grpSpPr>
        <p:sp>
          <p:nvSpPr>
            <p:cNvPr id="507" name="Rectangle 506">
              <a:extLst>
                <a:ext uri="{FF2B5EF4-FFF2-40B4-BE49-F238E27FC236}">
                  <a16:creationId xmlns:a16="http://schemas.microsoft.com/office/drawing/2014/main" id="{0AAE9880-3E68-363A-23B0-CE9695C2A6BA}"/>
                </a:ext>
              </a:extLst>
            </p:cNvPr>
            <p:cNvSpPr/>
            <p:nvPr/>
          </p:nvSpPr>
          <p:spPr>
            <a:xfrm>
              <a:off x="7191182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8" name="Rectangle 507">
              <a:extLst>
                <a:ext uri="{FF2B5EF4-FFF2-40B4-BE49-F238E27FC236}">
                  <a16:creationId xmlns:a16="http://schemas.microsoft.com/office/drawing/2014/main" id="{D6FEF607-F333-3BA0-DC47-88F4B7F7697F}"/>
                </a:ext>
              </a:extLst>
            </p:cNvPr>
            <p:cNvSpPr/>
            <p:nvPr/>
          </p:nvSpPr>
          <p:spPr>
            <a:xfrm>
              <a:off x="7191182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9" name="Rectangle 508">
              <a:extLst>
                <a:ext uri="{FF2B5EF4-FFF2-40B4-BE49-F238E27FC236}">
                  <a16:creationId xmlns:a16="http://schemas.microsoft.com/office/drawing/2014/main" id="{4E895CEF-0E0B-248A-3D38-D6E393907A66}"/>
                </a:ext>
              </a:extLst>
            </p:cNvPr>
            <p:cNvSpPr/>
            <p:nvPr/>
          </p:nvSpPr>
          <p:spPr>
            <a:xfrm>
              <a:off x="6975393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0" name="Rectangle 509">
              <a:extLst>
                <a:ext uri="{FF2B5EF4-FFF2-40B4-BE49-F238E27FC236}">
                  <a16:creationId xmlns:a16="http://schemas.microsoft.com/office/drawing/2014/main" id="{F46B7203-3889-4112-7308-6B08E91C4454}"/>
                </a:ext>
              </a:extLst>
            </p:cNvPr>
            <p:cNvSpPr/>
            <p:nvPr/>
          </p:nvSpPr>
          <p:spPr>
            <a:xfrm>
              <a:off x="6975393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1" name="Rectangle 510">
              <a:extLst>
                <a:ext uri="{FF2B5EF4-FFF2-40B4-BE49-F238E27FC236}">
                  <a16:creationId xmlns:a16="http://schemas.microsoft.com/office/drawing/2014/main" id="{7A4566DB-1E71-075A-5416-F3582CA78F35}"/>
                </a:ext>
              </a:extLst>
            </p:cNvPr>
            <p:cNvSpPr/>
            <p:nvPr/>
          </p:nvSpPr>
          <p:spPr>
            <a:xfrm>
              <a:off x="6759605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2" name="Rectangle 511">
              <a:extLst>
                <a:ext uri="{FF2B5EF4-FFF2-40B4-BE49-F238E27FC236}">
                  <a16:creationId xmlns:a16="http://schemas.microsoft.com/office/drawing/2014/main" id="{96FF6111-D946-B37E-EF32-8054E1E35ADC}"/>
                </a:ext>
              </a:extLst>
            </p:cNvPr>
            <p:cNvSpPr/>
            <p:nvPr/>
          </p:nvSpPr>
          <p:spPr>
            <a:xfrm>
              <a:off x="6759605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3" name="Rectangle 512">
              <a:extLst>
                <a:ext uri="{FF2B5EF4-FFF2-40B4-BE49-F238E27FC236}">
                  <a16:creationId xmlns:a16="http://schemas.microsoft.com/office/drawing/2014/main" id="{4CF4065F-6F25-E3A3-BF1D-01B02ADA7E5F}"/>
                </a:ext>
              </a:extLst>
            </p:cNvPr>
            <p:cNvSpPr/>
            <p:nvPr/>
          </p:nvSpPr>
          <p:spPr>
            <a:xfrm>
              <a:off x="6543816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4" name="Rectangle 513">
              <a:extLst>
                <a:ext uri="{FF2B5EF4-FFF2-40B4-BE49-F238E27FC236}">
                  <a16:creationId xmlns:a16="http://schemas.microsoft.com/office/drawing/2014/main" id="{FE0229C9-2FAF-C6D6-AB7B-D7ABBB18C478}"/>
                </a:ext>
              </a:extLst>
            </p:cNvPr>
            <p:cNvSpPr/>
            <p:nvPr/>
          </p:nvSpPr>
          <p:spPr>
            <a:xfrm>
              <a:off x="6543816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5" name="Group 514">
            <a:extLst>
              <a:ext uri="{FF2B5EF4-FFF2-40B4-BE49-F238E27FC236}">
                <a16:creationId xmlns:a16="http://schemas.microsoft.com/office/drawing/2014/main" id="{8C57B3ED-9402-DC28-90B0-A3F3065219DF}"/>
              </a:ext>
            </a:extLst>
          </p:cNvPr>
          <p:cNvGrpSpPr/>
          <p:nvPr/>
        </p:nvGrpSpPr>
        <p:grpSpPr>
          <a:xfrm>
            <a:off x="9267524" y="4278434"/>
            <a:ext cx="840059" cy="347751"/>
            <a:chOff x="6543816" y="387712"/>
            <a:chExt cx="840059" cy="347751"/>
          </a:xfrm>
        </p:grpSpPr>
        <p:sp>
          <p:nvSpPr>
            <p:cNvPr id="516" name="Rectangle 515">
              <a:extLst>
                <a:ext uri="{FF2B5EF4-FFF2-40B4-BE49-F238E27FC236}">
                  <a16:creationId xmlns:a16="http://schemas.microsoft.com/office/drawing/2014/main" id="{F9B4C375-E683-AF7C-E4FF-1A71E586839F}"/>
                </a:ext>
              </a:extLst>
            </p:cNvPr>
            <p:cNvSpPr/>
            <p:nvPr/>
          </p:nvSpPr>
          <p:spPr>
            <a:xfrm>
              <a:off x="7191182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7" name="Rectangle 516">
              <a:extLst>
                <a:ext uri="{FF2B5EF4-FFF2-40B4-BE49-F238E27FC236}">
                  <a16:creationId xmlns:a16="http://schemas.microsoft.com/office/drawing/2014/main" id="{7082527F-0F68-920B-674A-6E0017B5E468}"/>
                </a:ext>
              </a:extLst>
            </p:cNvPr>
            <p:cNvSpPr/>
            <p:nvPr/>
          </p:nvSpPr>
          <p:spPr>
            <a:xfrm>
              <a:off x="7191182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8" name="Rectangle 517">
              <a:extLst>
                <a:ext uri="{FF2B5EF4-FFF2-40B4-BE49-F238E27FC236}">
                  <a16:creationId xmlns:a16="http://schemas.microsoft.com/office/drawing/2014/main" id="{ECA34325-8A1D-F756-3B75-D744CDDFAE5B}"/>
                </a:ext>
              </a:extLst>
            </p:cNvPr>
            <p:cNvSpPr/>
            <p:nvPr/>
          </p:nvSpPr>
          <p:spPr>
            <a:xfrm>
              <a:off x="6975393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9" name="Rectangle 518">
              <a:extLst>
                <a:ext uri="{FF2B5EF4-FFF2-40B4-BE49-F238E27FC236}">
                  <a16:creationId xmlns:a16="http://schemas.microsoft.com/office/drawing/2014/main" id="{E5AA1EA3-7DA7-73D7-ED6E-453388D64699}"/>
                </a:ext>
              </a:extLst>
            </p:cNvPr>
            <p:cNvSpPr/>
            <p:nvPr/>
          </p:nvSpPr>
          <p:spPr>
            <a:xfrm>
              <a:off x="6975393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0" name="Rectangle 519">
              <a:extLst>
                <a:ext uri="{FF2B5EF4-FFF2-40B4-BE49-F238E27FC236}">
                  <a16:creationId xmlns:a16="http://schemas.microsoft.com/office/drawing/2014/main" id="{85CB309C-D2EC-596E-5533-D0952A4E77F3}"/>
                </a:ext>
              </a:extLst>
            </p:cNvPr>
            <p:cNvSpPr/>
            <p:nvPr/>
          </p:nvSpPr>
          <p:spPr>
            <a:xfrm>
              <a:off x="6759605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1" name="Rectangle 520">
              <a:extLst>
                <a:ext uri="{FF2B5EF4-FFF2-40B4-BE49-F238E27FC236}">
                  <a16:creationId xmlns:a16="http://schemas.microsoft.com/office/drawing/2014/main" id="{4FECDA9C-9901-EAE1-92D4-399A46937350}"/>
                </a:ext>
              </a:extLst>
            </p:cNvPr>
            <p:cNvSpPr/>
            <p:nvPr/>
          </p:nvSpPr>
          <p:spPr>
            <a:xfrm>
              <a:off x="6759605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2" name="Rectangle 521">
              <a:extLst>
                <a:ext uri="{FF2B5EF4-FFF2-40B4-BE49-F238E27FC236}">
                  <a16:creationId xmlns:a16="http://schemas.microsoft.com/office/drawing/2014/main" id="{287F928C-A7BB-DC6D-D6A1-85438CDB6583}"/>
                </a:ext>
              </a:extLst>
            </p:cNvPr>
            <p:cNvSpPr/>
            <p:nvPr/>
          </p:nvSpPr>
          <p:spPr>
            <a:xfrm>
              <a:off x="6543816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3" name="Rectangle 522">
              <a:extLst>
                <a:ext uri="{FF2B5EF4-FFF2-40B4-BE49-F238E27FC236}">
                  <a16:creationId xmlns:a16="http://schemas.microsoft.com/office/drawing/2014/main" id="{DDE7757D-5D51-0F39-A760-6128D5AE9AD4}"/>
                </a:ext>
              </a:extLst>
            </p:cNvPr>
            <p:cNvSpPr/>
            <p:nvPr/>
          </p:nvSpPr>
          <p:spPr>
            <a:xfrm>
              <a:off x="6543816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4" name="Group 523">
            <a:extLst>
              <a:ext uri="{FF2B5EF4-FFF2-40B4-BE49-F238E27FC236}">
                <a16:creationId xmlns:a16="http://schemas.microsoft.com/office/drawing/2014/main" id="{044410AC-8EFF-A2B6-C9DD-36F47A3DCCC5}"/>
              </a:ext>
            </a:extLst>
          </p:cNvPr>
          <p:cNvGrpSpPr/>
          <p:nvPr/>
        </p:nvGrpSpPr>
        <p:grpSpPr>
          <a:xfrm>
            <a:off x="9267524" y="4683258"/>
            <a:ext cx="840059" cy="347751"/>
            <a:chOff x="6543816" y="387712"/>
            <a:chExt cx="840059" cy="347751"/>
          </a:xfrm>
        </p:grpSpPr>
        <p:sp>
          <p:nvSpPr>
            <p:cNvPr id="525" name="Rectangle 524">
              <a:extLst>
                <a:ext uri="{FF2B5EF4-FFF2-40B4-BE49-F238E27FC236}">
                  <a16:creationId xmlns:a16="http://schemas.microsoft.com/office/drawing/2014/main" id="{BA08DAAC-6420-7428-6463-47184A562C58}"/>
                </a:ext>
              </a:extLst>
            </p:cNvPr>
            <p:cNvSpPr/>
            <p:nvPr/>
          </p:nvSpPr>
          <p:spPr>
            <a:xfrm>
              <a:off x="7191182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6" name="Rectangle 525">
              <a:extLst>
                <a:ext uri="{FF2B5EF4-FFF2-40B4-BE49-F238E27FC236}">
                  <a16:creationId xmlns:a16="http://schemas.microsoft.com/office/drawing/2014/main" id="{D3D217C1-4514-352F-627C-606AF2CFD9DE}"/>
                </a:ext>
              </a:extLst>
            </p:cNvPr>
            <p:cNvSpPr/>
            <p:nvPr/>
          </p:nvSpPr>
          <p:spPr>
            <a:xfrm>
              <a:off x="7191182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7" name="Rectangle 526">
              <a:extLst>
                <a:ext uri="{FF2B5EF4-FFF2-40B4-BE49-F238E27FC236}">
                  <a16:creationId xmlns:a16="http://schemas.microsoft.com/office/drawing/2014/main" id="{F34DB84A-FDFF-399B-CC65-441D17EBDCFD}"/>
                </a:ext>
              </a:extLst>
            </p:cNvPr>
            <p:cNvSpPr/>
            <p:nvPr/>
          </p:nvSpPr>
          <p:spPr>
            <a:xfrm>
              <a:off x="6975393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8" name="Rectangle 527">
              <a:extLst>
                <a:ext uri="{FF2B5EF4-FFF2-40B4-BE49-F238E27FC236}">
                  <a16:creationId xmlns:a16="http://schemas.microsoft.com/office/drawing/2014/main" id="{AC0490D7-D7B6-A9D3-F44F-23B430FA7D84}"/>
                </a:ext>
              </a:extLst>
            </p:cNvPr>
            <p:cNvSpPr/>
            <p:nvPr/>
          </p:nvSpPr>
          <p:spPr>
            <a:xfrm>
              <a:off x="6975393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9" name="Rectangle 528">
              <a:extLst>
                <a:ext uri="{FF2B5EF4-FFF2-40B4-BE49-F238E27FC236}">
                  <a16:creationId xmlns:a16="http://schemas.microsoft.com/office/drawing/2014/main" id="{FE883952-D7C4-B047-75A2-A153BB842411}"/>
                </a:ext>
              </a:extLst>
            </p:cNvPr>
            <p:cNvSpPr/>
            <p:nvPr/>
          </p:nvSpPr>
          <p:spPr>
            <a:xfrm>
              <a:off x="6759605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0" name="Rectangle 529">
              <a:extLst>
                <a:ext uri="{FF2B5EF4-FFF2-40B4-BE49-F238E27FC236}">
                  <a16:creationId xmlns:a16="http://schemas.microsoft.com/office/drawing/2014/main" id="{6CAD3694-3E1D-85AA-37F6-BD89E3DCDB06}"/>
                </a:ext>
              </a:extLst>
            </p:cNvPr>
            <p:cNvSpPr/>
            <p:nvPr/>
          </p:nvSpPr>
          <p:spPr>
            <a:xfrm>
              <a:off x="6759605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1" name="Rectangle 530">
              <a:extLst>
                <a:ext uri="{FF2B5EF4-FFF2-40B4-BE49-F238E27FC236}">
                  <a16:creationId xmlns:a16="http://schemas.microsoft.com/office/drawing/2014/main" id="{012A0823-B387-6B5F-8FEF-83B923B6CE71}"/>
                </a:ext>
              </a:extLst>
            </p:cNvPr>
            <p:cNvSpPr/>
            <p:nvPr/>
          </p:nvSpPr>
          <p:spPr>
            <a:xfrm>
              <a:off x="6543816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2" name="Rectangle 531">
              <a:extLst>
                <a:ext uri="{FF2B5EF4-FFF2-40B4-BE49-F238E27FC236}">
                  <a16:creationId xmlns:a16="http://schemas.microsoft.com/office/drawing/2014/main" id="{D29F45C9-AC29-30B2-0F5B-5FF93EE67F27}"/>
                </a:ext>
              </a:extLst>
            </p:cNvPr>
            <p:cNvSpPr/>
            <p:nvPr/>
          </p:nvSpPr>
          <p:spPr>
            <a:xfrm>
              <a:off x="6543816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3" name="Group 532">
            <a:extLst>
              <a:ext uri="{FF2B5EF4-FFF2-40B4-BE49-F238E27FC236}">
                <a16:creationId xmlns:a16="http://schemas.microsoft.com/office/drawing/2014/main" id="{F61F36A7-3BDE-1AE6-6A7C-47BB1394CF29}"/>
              </a:ext>
            </a:extLst>
          </p:cNvPr>
          <p:cNvGrpSpPr/>
          <p:nvPr/>
        </p:nvGrpSpPr>
        <p:grpSpPr>
          <a:xfrm>
            <a:off x="9267524" y="5088082"/>
            <a:ext cx="840059" cy="347751"/>
            <a:chOff x="6543816" y="387712"/>
            <a:chExt cx="840059" cy="347751"/>
          </a:xfrm>
        </p:grpSpPr>
        <p:sp>
          <p:nvSpPr>
            <p:cNvPr id="534" name="Rectangle 533">
              <a:extLst>
                <a:ext uri="{FF2B5EF4-FFF2-40B4-BE49-F238E27FC236}">
                  <a16:creationId xmlns:a16="http://schemas.microsoft.com/office/drawing/2014/main" id="{F8A6366B-E155-A1BB-8C87-971DABCCA937}"/>
                </a:ext>
              </a:extLst>
            </p:cNvPr>
            <p:cNvSpPr/>
            <p:nvPr/>
          </p:nvSpPr>
          <p:spPr>
            <a:xfrm>
              <a:off x="7191182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5" name="Rectangle 534">
              <a:extLst>
                <a:ext uri="{FF2B5EF4-FFF2-40B4-BE49-F238E27FC236}">
                  <a16:creationId xmlns:a16="http://schemas.microsoft.com/office/drawing/2014/main" id="{A08D1C15-67AD-2E14-A635-DF326CD9CDD0}"/>
                </a:ext>
              </a:extLst>
            </p:cNvPr>
            <p:cNvSpPr/>
            <p:nvPr/>
          </p:nvSpPr>
          <p:spPr>
            <a:xfrm>
              <a:off x="7191182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6" name="Rectangle 535">
              <a:extLst>
                <a:ext uri="{FF2B5EF4-FFF2-40B4-BE49-F238E27FC236}">
                  <a16:creationId xmlns:a16="http://schemas.microsoft.com/office/drawing/2014/main" id="{5965455F-A96C-22C4-F4FD-6B7DFE19C9E2}"/>
                </a:ext>
              </a:extLst>
            </p:cNvPr>
            <p:cNvSpPr/>
            <p:nvPr/>
          </p:nvSpPr>
          <p:spPr>
            <a:xfrm>
              <a:off x="6975393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7" name="Rectangle 536">
              <a:extLst>
                <a:ext uri="{FF2B5EF4-FFF2-40B4-BE49-F238E27FC236}">
                  <a16:creationId xmlns:a16="http://schemas.microsoft.com/office/drawing/2014/main" id="{FB9A3A82-5954-BB85-B128-42624059DFFE}"/>
                </a:ext>
              </a:extLst>
            </p:cNvPr>
            <p:cNvSpPr/>
            <p:nvPr/>
          </p:nvSpPr>
          <p:spPr>
            <a:xfrm>
              <a:off x="6975393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8" name="Rectangle 537">
              <a:extLst>
                <a:ext uri="{FF2B5EF4-FFF2-40B4-BE49-F238E27FC236}">
                  <a16:creationId xmlns:a16="http://schemas.microsoft.com/office/drawing/2014/main" id="{41A32064-E2A1-3717-AD68-68349DDD82B9}"/>
                </a:ext>
              </a:extLst>
            </p:cNvPr>
            <p:cNvSpPr/>
            <p:nvPr/>
          </p:nvSpPr>
          <p:spPr>
            <a:xfrm>
              <a:off x="6759605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9" name="Rectangle 538">
              <a:extLst>
                <a:ext uri="{FF2B5EF4-FFF2-40B4-BE49-F238E27FC236}">
                  <a16:creationId xmlns:a16="http://schemas.microsoft.com/office/drawing/2014/main" id="{43F48D18-9B36-DB1A-3742-1DEBD8CF1B83}"/>
                </a:ext>
              </a:extLst>
            </p:cNvPr>
            <p:cNvSpPr/>
            <p:nvPr/>
          </p:nvSpPr>
          <p:spPr>
            <a:xfrm>
              <a:off x="6759605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0" name="Rectangle 539">
              <a:extLst>
                <a:ext uri="{FF2B5EF4-FFF2-40B4-BE49-F238E27FC236}">
                  <a16:creationId xmlns:a16="http://schemas.microsoft.com/office/drawing/2014/main" id="{09D8D45C-B3CB-908C-2798-74BC0A9F072B}"/>
                </a:ext>
              </a:extLst>
            </p:cNvPr>
            <p:cNvSpPr/>
            <p:nvPr/>
          </p:nvSpPr>
          <p:spPr>
            <a:xfrm>
              <a:off x="6543816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1" name="Rectangle 540">
              <a:extLst>
                <a:ext uri="{FF2B5EF4-FFF2-40B4-BE49-F238E27FC236}">
                  <a16:creationId xmlns:a16="http://schemas.microsoft.com/office/drawing/2014/main" id="{0585A656-5E73-371A-5620-159B57F8B88C}"/>
                </a:ext>
              </a:extLst>
            </p:cNvPr>
            <p:cNvSpPr/>
            <p:nvPr/>
          </p:nvSpPr>
          <p:spPr>
            <a:xfrm>
              <a:off x="6543816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2" name="Group 541">
            <a:extLst>
              <a:ext uri="{FF2B5EF4-FFF2-40B4-BE49-F238E27FC236}">
                <a16:creationId xmlns:a16="http://schemas.microsoft.com/office/drawing/2014/main" id="{89F726C1-F6BF-25DB-28B1-80099C4E2C4B}"/>
              </a:ext>
            </a:extLst>
          </p:cNvPr>
          <p:cNvGrpSpPr/>
          <p:nvPr/>
        </p:nvGrpSpPr>
        <p:grpSpPr>
          <a:xfrm>
            <a:off x="9267524" y="5492906"/>
            <a:ext cx="840059" cy="347751"/>
            <a:chOff x="6543816" y="387712"/>
            <a:chExt cx="840059" cy="347751"/>
          </a:xfrm>
        </p:grpSpPr>
        <p:sp>
          <p:nvSpPr>
            <p:cNvPr id="543" name="Rectangle 542">
              <a:extLst>
                <a:ext uri="{FF2B5EF4-FFF2-40B4-BE49-F238E27FC236}">
                  <a16:creationId xmlns:a16="http://schemas.microsoft.com/office/drawing/2014/main" id="{B86EB931-5CA0-8DFE-0EE9-545078FB7A08}"/>
                </a:ext>
              </a:extLst>
            </p:cNvPr>
            <p:cNvSpPr/>
            <p:nvPr/>
          </p:nvSpPr>
          <p:spPr>
            <a:xfrm>
              <a:off x="7191182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4" name="Rectangle 543">
              <a:extLst>
                <a:ext uri="{FF2B5EF4-FFF2-40B4-BE49-F238E27FC236}">
                  <a16:creationId xmlns:a16="http://schemas.microsoft.com/office/drawing/2014/main" id="{79D4F98F-6262-9FD7-8A2E-FA843B240B6D}"/>
                </a:ext>
              </a:extLst>
            </p:cNvPr>
            <p:cNvSpPr/>
            <p:nvPr/>
          </p:nvSpPr>
          <p:spPr>
            <a:xfrm>
              <a:off x="7191182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5" name="Rectangle 544">
              <a:extLst>
                <a:ext uri="{FF2B5EF4-FFF2-40B4-BE49-F238E27FC236}">
                  <a16:creationId xmlns:a16="http://schemas.microsoft.com/office/drawing/2014/main" id="{602A57D8-EDCA-B351-D6C5-9FEE540D3577}"/>
                </a:ext>
              </a:extLst>
            </p:cNvPr>
            <p:cNvSpPr/>
            <p:nvPr/>
          </p:nvSpPr>
          <p:spPr>
            <a:xfrm>
              <a:off x="6975393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6" name="Rectangle 545">
              <a:extLst>
                <a:ext uri="{FF2B5EF4-FFF2-40B4-BE49-F238E27FC236}">
                  <a16:creationId xmlns:a16="http://schemas.microsoft.com/office/drawing/2014/main" id="{745B8C31-E0F6-AC6D-A628-E414680C9164}"/>
                </a:ext>
              </a:extLst>
            </p:cNvPr>
            <p:cNvSpPr/>
            <p:nvPr/>
          </p:nvSpPr>
          <p:spPr>
            <a:xfrm>
              <a:off x="6975393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7" name="Rectangle 546">
              <a:extLst>
                <a:ext uri="{FF2B5EF4-FFF2-40B4-BE49-F238E27FC236}">
                  <a16:creationId xmlns:a16="http://schemas.microsoft.com/office/drawing/2014/main" id="{FB503FD0-02A6-65A3-7A6E-8BA239D55634}"/>
                </a:ext>
              </a:extLst>
            </p:cNvPr>
            <p:cNvSpPr/>
            <p:nvPr/>
          </p:nvSpPr>
          <p:spPr>
            <a:xfrm>
              <a:off x="6759605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8" name="Rectangle 547">
              <a:extLst>
                <a:ext uri="{FF2B5EF4-FFF2-40B4-BE49-F238E27FC236}">
                  <a16:creationId xmlns:a16="http://schemas.microsoft.com/office/drawing/2014/main" id="{6573F323-97D0-1B1F-2787-9DF876A7747D}"/>
                </a:ext>
              </a:extLst>
            </p:cNvPr>
            <p:cNvSpPr/>
            <p:nvPr/>
          </p:nvSpPr>
          <p:spPr>
            <a:xfrm>
              <a:off x="6759605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9" name="Rectangle 548">
              <a:extLst>
                <a:ext uri="{FF2B5EF4-FFF2-40B4-BE49-F238E27FC236}">
                  <a16:creationId xmlns:a16="http://schemas.microsoft.com/office/drawing/2014/main" id="{96E0E34B-5173-E492-EFE2-38ADA02D3813}"/>
                </a:ext>
              </a:extLst>
            </p:cNvPr>
            <p:cNvSpPr/>
            <p:nvPr/>
          </p:nvSpPr>
          <p:spPr>
            <a:xfrm>
              <a:off x="6543816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0" name="Rectangle 549">
              <a:extLst>
                <a:ext uri="{FF2B5EF4-FFF2-40B4-BE49-F238E27FC236}">
                  <a16:creationId xmlns:a16="http://schemas.microsoft.com/office/drawing/2014/main" id="{A6C3E725-CBCC-77D6-5D22-4F50A44BEE4E}"/>
                </a:ext>
              </a:extLst>
            </p:cNvPr>
            <p:cNvSpPr/>
            <p:nvPr/>
          </p:nvSpPr>
          <p:spPr>
            <a:xfrm>
              <a:off x="6543816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51" name="Group 550">
            <a:extLst>
              <a:ext uri="{FF2B5EF4-FFF2-40B4-BE49-F238E27FC236}">
                <a16:creationId xmlns:a16="http://schemas.microsoft.com/office/drawing/2014/main" id="{E889EBF0-6815-C79E-270F-42FEBC728893}"/>
              </a:ext>
            </a:extLst>
          </p:cNvPr>
          <p:cNvGrpSpPr/>
          <p:nvPr/>
        </p:nvGrpSpPr>
        <p:grpSpPr>
          <a:xfrm>
            <a:off x="9267524" y="5897735"/>
            <a:ext cx="840059" cy="347751"/>
            <a:chOff x="6543816" y="387712"/>
            <a:chExt cx="840059" cy="347751"/>
          </a:xfrm>
        </p:grpSpPr>
        <p:sp>
          <p:nvSpPr>
            <p:cNvPr id="552" name="Rectangle 551">
              <a:extLst>
                <a:ext uri="{FF2B5EF4-FFF2-40B4-BE49-F238E27FC236}">
                  <a16:creationId xmlns:a16="http://schemas.microsoft.com/office/drawing/2014/main" id="{E28B5709-8F0E-1E3D-B3A5-AD499C4C7822}"/>
                </a:ext>
              </a:extLst>
            </p:cNvPr>
            <p:cNvSpPr/>
            <p:nvPr/>
          </p:nvSpPr>
          <p:spPr>
            <a:xfrm>
              <a:off x="7191182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3" name="Rectangle 552">
              <a:extLst>
                <a:ext uri="{FF2B5EF4-FFF2-40B4-BE49-F238E27FC236}">
                  <a16:creationId xmlns:a16="http://schemas.microsoft.com/office/drawing/2014/main" id="{F3416E45-608F-2D76-D290-B8FCDCE1DA00}"/>
                </a:ext>
              </a:extLst>
            </p:cNvPr>
            <p:cNvSpPr/>
            <p:nvPr/>
          </p:nvSpPr>
          <p:spPr>
            <a:xfrm>
              <a:off x="7191182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4" name="Rectangle 553">
              <a:extLst>
                <a:ext uri="{FF2B5EF4-FFF2-40B4-BE49-F238E27FC236}">
                  <a16:creationId xmlns:a16="http://schemas.microsoft.com/office/drawing/2014/main" id="{388D7535-D6F6-E573-3AF3-B4F26845A81E}"/>
                </a:ext>
              </a:extLst>
            </p:cNvPr>
            <p:cNvSpPr/>
            <p:nvPr/>
          </p:nvSpPr>
          <p:spPr>
            <a:xfrm>
              <a:off x="6975393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5" name="Rectangle 554">
              <a:extLst>
                <a:ext uri="{FF2B5EF4-FFF2-40B4-BE49-F238E27FC236}">
                  <a16:creationId xmlns:a16="http://schemas.microsoft.com/office/drawing/2014/main" id="{23634608-ECBD-A1FC-CF5A-15B90985F8CE}"/>
                </a:ext>
              </a:extLst>
            </p:cNvPr>
            <p:cNvSpPr/>
            <p:nvPr/>
          </p:nvSpPr>
          <p:spPr>
            <a:xfrm>
              <a:off x="6975393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6" name="Rectangle 555">
              <a:extLst>
                <a:ext uri="{FF2B5EF4-FFF2-40B4-BE49-F238E27FC236}">
                  <a16:creationId xmlns:a16="http://schemas.microsoft.com/office/drawing/2014/main" id="{A8EABFF3-2B09-ECB2-9826-24092E55D546}"/>
                </a:ext>
              </a:extLst>
            </p:cNvPr>
            <p:cNvSpPr/>
            <p:nvPr/>
          </p:nvSpPr>
          <p:spPr>
            <a:xfrm>
              <a:off x="6759605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7" name="Rectangle 556">
              <a:extLst>
                <a:ext uri="{FF2B5EF4-FFF2-40B4-BE49-F238E27FC236}">
                  <a16:creationId xmlns:a16="http://schemas.microsoft.com/office/drawing/2014/main" id="{69C0E6BE-F492-0A79-5BBF-27EA4C519360}"/>
                </a:ext>
              </a:extLst>
            </p:cNvPr>
            <p:cNvSpPr/>
            <p:nvPr/>
          </p:nvSpPr>
          <p:spPr>
            <a:xfrm>
              <a:off x="6759605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8" name="Rectangle 557">
              <a:extLst>
                <a:ext uri="{FF2B5EF4-FFF2-40B4-BE49-F238E27FC236}">
                  <a16:creationId xmlns:a16="http://schemas.microsoft.com/office/drawing/2014/main" id="{84764F36-E37F-274E-79BC-9DA2CB45C302}"/>
                </a:ext>
              </a:extLst>
            </p:cNvPr>
            <p:cNvSpPr/>
            <p:nvPr/>
          </p:nvSpPr>
          <p:spPr>
            <a:xfrm>
              <a:off x="6543816" y="387712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9" name="Rectangle 558">
              <a:extLst>
                <a:ext uri="{FF2B5EF4-FFF2-40B4-BE49-F238E27FC236}">
                  <a16:creationId xmlns:a16="http://schemas.microsoft.com/office/drawing/2014/main" id="{802F105B-52FA-7F24-E8CB-75F7F7781CA9}"/>
                </a:ext>
              </a:extLst>
            </p:cNvPr>
            <p:cNvSpPr/>
            <p:nvPr/>
          </p:nvSpPr>
          <p:spPr>
            <a:xfrm>
              <a:off x="6543816" y="586607"/>
              <a:ext cx="192693" cy="14885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60" name="Rectangle 559">
            <a:extLst>
              <a:ext uri="{FF2B5EF4-FFF2-40B4-BE49-F238E27FC236}">
                <a16:creationId xmlns:a16="http://schemas.microsoft.com/office/drawing/2014/main" id="{F6A2C5DC-F105-2E4D-22F7-4D25299749B8}"/>
              </a:ext>
            </a:extLst>
          </p:cNvPr>
          <p:cNvSpPr/>
          <p:nvPr/>
        </p:nvSpPr>
        <p:spPr>
          <a:xfrm>
            <a:off x="5460405" y="449528"/>
            <a:ext cx="1347242" cy="35858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Plane</a:t>
            </a:r>
          </a:p>
        </p:txBody>
      </p:sp>
      <p:sp>
        <p:nvSpPr>
          <p:cNvPr id="561" name="Rectangle 560">
            <a:extLst>
              <a:ext uri="{FF2B5EF4-FFF2-40B4-BE49-F238E27FC236}">
                <a16:creationId xmlns:a16="http://schemas.microsoft.com/office/drawing/2014/main" id="{51AA42CF-8414-D970-50CC-D3FC61B9C6CE}"/>
              </a:ext>
            </a:extLst>
          </p:cNvPr>
          <p:cNvSpPr/>
          <p:nvPr/>
        </p:nvSpPr>
        <p:spPr>
          <a:xfrm>
            <a:off x="9063157" y="496610"/>
            <a:ext cx="1347242" cy="35858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Sorting</a:t>
            </a:r>
          </a:p>
        </p:txBody>
      </p:sp>
      <p:grpSp>
        <p:nvGrpSpPr>
          <p:cNvPr id="569" name="Group 568">
            <a:extLst>
              <a:ext uri="{FF2B5EF4-FFF2-40B4-BE49-F238E27FC236}">
                <a16:creationId xmlns:a16="http://schemas.microsoft.com/office/drawing/2014/main" id="{79C214C9-9856-B3C0-2FF3-7D0B9225AA7F}"/>
              </a:ext>
            </a:extLst>
          </p:cNvPr>
          <p:cNvGrpSpPr/>
          <p:nvPr/>
        </p:nvGrpSpPr>
        <p:grpSpPr>
          <a:xfrm>
            <a:off x="11408795" y="1922844"/>
            <a:ext cx="192693" cy="1356020"/>
            <a:chOff x="11417420" y="1922844"/>
            <a:chExt cx="192693" cy="1356020"/>
          </a:xfrm>
        </p:grpSpPr>
        <p:sp>
          <p:nvSpPr>
            <p:cNvPr id="562" name="Rectangle 561">
              <a:extLst>
                <a:ext uri="{FF2B5EF4-FFF2-40B4-BE49-F238E27FC236}">
                  <a16:creationId xmlns:a16="http://schemas.microsoft.com/office/drawing/2014/main" id="{ED633723-5BE1-D826-460E-CC81D788BB6C}"/>
                </a:ext>
              </a:extLst>
            </p:cNvPr>
            <p:cNvSpPr/>
            <p:nvPr/>
          </p:nvSpPr>
          <p:spPr>
            <a:xfrm>
              <a:off x="11417420" y="1922844"/>
              <a:ext cx="192693" cy="148856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3" name="Rectangle 562">
              <a:extLst>
                <a:ext uri="{FF2B5EF4-FFF2-40B4-BE49-F238E27FC236}">
                  <a16:creationId xmlns:a16="http://schemas.microsoft.com/office/drawing/2014/main" id="{F601FADA-7856-D75C-BDA0-D708B38723D4}"/>
                </a:ext>
              </a:extLst>
            </p:cNvPr>
            <p:cNvSpPr/>
            <p:nvPr/>
          </p:nvSpPr>
          <p:spPr>
            <a:xfrm>
              <a:off x="11417420" y="2164277"/>
              <a:ext cx="192693" cy="148856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4" name="Rectangle 563">
              <a:extLst>
                <a:ext uri="{FF2B5EF4-FFF2-40B4-BE49-F238E27FC236}">
                  <a16:creationId xmlns:a16="http://schemas.microsoft.com/office/drawing/2014/main" id="{FF0BB8F1-9E56-F8EB-8FA7-3467C82504D1}"/>
                </a:ext>
              </a:extLst>
            </p:cNvPr>
            <p:cNvSpPr/>
            <p:nvPr/>
          </p:nvSpPr>
          <p:spPr>
            <a:xfrm>
              <a:off x="11417420" y="2405710"/>
              <a:ext cx="192693" cy="148856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5" name="Rectangle 564">
              <a:extLst>
                <a:ext uri="{FF2B5EF4-FFF2-40B4-BE49-F238E27FC236}">
                  <a16:creationId xmlns:a16="http://schemas.microsoft.com/office/drawing/2014/main" id="{B777F91D-1D40-C601-43E0-7AE31284A21E}"/>
                </a:ext>
              </a:extLst>
            </p:cNvPr>
            <p:cNvSpPr/>
            <p:nvPr/>
          </p:nvSpPr>
          <p:spPr>
            <a:xfrm>
              <a:off x="11417420" y="2647143"/>
              <a:ext cx="192693" cy="148856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6" name="Rectangle 565">
              <a:extLst>
                <a:ext uri="{FF2B5EF4-FFF2-40B4-BE49-F238E27FC236}">
                  <a16:creationId xmlns:a16="http://schemas.microsoft.com/office/drawing/2014/main" id="{C08D9F44-A8E8-B6C7-39A8-6A0859862FC0}"/>
                </a:ext>
              </a:extLst>
            </p:cNvPr>
            <p:cNvSpPr/>
            <p:nvPr/>
          </p:nvSpPr>
          <p:spPr>
            <a:xfrm>
              <a:off x="11417420" y="2888576"/>
              <a:ext cx="192693" cy="148856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7" name="Rectangle 566">
              <a:extLst>
                <a:ext uri="{FF2B5EF4-FFF2-40B4-BE49-F238E27FC236}">
                  <a16:creationId xmlns:a16="http://schemas.microsoft.com/office/drawing/2014/main" id="{81936F43-63F7-C36B-CD4A-504B764291E5}"/>
                </a:ext>
              </a:extLst>
            </p:cNvPr>
            <p:cNvSpPr/>
            <p:nvPr/>
          </p:nvSpPr>
          <p:spPr>
            <a:xfrm>
              <a:off x="11417420" y="3130008"/>
              <a:ext cx="192693" cy="148856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0" name="Group 569">
            <a:extLst>
              <a:ext uri="{FF2B5EF4-FFF2-40B4-BE49-F238E27FC236}">
                <a16:creationId xmlns:a16="http://schemas.microsoft.com/office/drawing/2014/main" id="{F83AE1C3-21A0-4781-3915-CBAA40117960}"/>
              </a:ext>
            </a:extLst>
          </p:cNvPr>
          <p:cNvGrpSpPr/>
          <p:nvPr/>
        </p:nvGrpSpPr>
        <p:grpSpPr>
          <a:xfrm>
            <a:off x="11435329" y="4463938"/>
            <a:ext cx="192693" cy="1356020"/>
            <a:chOff x="11417420" y="1922844"/>
            <a:chExt cx="192693" cy="1356020"/>
          </a:xfrm>
        </p:grpSpPr>
        <p:sp>
          <p:nvSpPr>
            <p:cNvPr id="571" name="Rectangle 570">
              <a:extLst>
                <a:ext uri="{FF2B5EF4-FFF2-40B4-BE49-F238E27FC236}">
                  <a16:creationId xmlns:a16="http://schemas.microsoft.com/office/drawing/2014/main" id="{069D4CF2-0003-9BBB-6EA7-627E18F66AA8}"/>
                </a:ext>
              </a:extLst>
            </p:cNvPr>
            <p:cNvSpPr/>
            <p:nvPr/>
          </p:nvSpPr>
          <p:spPr>
            <a:xfrm>
              <a:off x="11417420" y="1922844"/>
              <a:ext cx="192693" cy="148856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2" name="Rectangle 571">
              <a:extLst>
                <a:ext uri="{FF2B5EF4-FFF2-40B4-BE49-F238E27FC236}">
                  <a16:creationId xmlns:a16="http://schemas.microsoft.com/office/drawing/2014/main" id="{A5B9E954-4C73-CD5C-BC10-C99BA90EB7E6}"/>
                </a:ext>
              </a:extLst>
            </p:cNvPr>
            <p:cNvSpPr/>
            <p:nvPr/>
          </p:nvSpPr>
          <p:spPr>
            <a:xfrm>
              <a:off x="11417420" y="2164277"/>
              <a:ext cx="192693" cy="148856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3" name="Rectangle 572">
              <a:extLst>
                <a:ext uri="{FF2B5EF4-FFF2-40B4-BE49-F238E27FC236}">
                  <a16:creationId xmlns:a16="http://schemas.microsoft.com/office/drawing/2014/main" id="{88144B7A-C62B-CEBE-BDDB-A28D0A0569DD}"/>
                </a:ext>
              </a:extLst>
            </p:cNvPr>
            <p:cNvSpPr/>
            <p:nvPr/>
          </p:nvSpPr>
          <p:spPr>
            <a:xfrm>
              <a:off x="11417420" y="2405710"/>
              <a:ext cx="192693" cy="148856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4" name="Rectangle 573">
              <a:extLst>
                <a:ext uri="{FF2B5EF4-FFF2-40B4-BE49-F238E27FC236}">
                  <a16:creationId xmlns:a16="http://schemas.microsoft.com/office/drawing/2014/main" id="{A7FD7E96-A4A1-356E-5076-25B8768F8725}"/>
                </a:ext>
              </a:extLst>
            </p:cNvPr>
            <p:cNvSpPr/>
            <p:nvPr/>
          </p:nvSpPr>
          <p:spPr>
            <a:xfrm>
              <a:off x="11417420" y="2647143"/>
              <a:ext cx="192693" cy="148856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5" name="Rectangle 574">
              <a:extLst>
                <a:ext uri="{FF2B5EF4-FFF2-40B4-BE49-F238E27FC236}">
                  <a16:creationId xmlns:a16="http://schemas.microsoft.com/office/drawing/2014/main" id="{60807014-2CF9-DD84-A30C-22113935029D}"/>
                </a:ext>
              </a:extLst>
            </p:cNvPr>
            <p:cNvSpPr/>
            <p:nvPr/>
          </p:nvSpPr>
          <p:spPr>
            <a:xfrm>
              <a:off x="11417420" y="2888576"/>
              <a:ext cx="192693" cy="148856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6" name="Rectangle 575">
              <a:extLst>
                <a:ext uri="{FF2B5EF4-FFF2-40B4-BE49-F238E27FC236}">
                  <a16:creationId xmlns:a16="http://schemas.microsoft.com/office/drawing/2014/main" id="{6ED7484F-7FCB-60B6-53A7-56DA925AB7FF}"/>
                </a:ext>
              </a:extLst>
            </p:cNvPr>
            <p:cNvSpPr/>
            <p:nvPr/>
          </p:nvSpPr>
          <p:spPr>
            <a:xfrm>
              <a:off x="11417420" y="3130008"/>
              <a:ext cx="192693" cy="148856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7" name="Group 576">
            <a:extLst>
              <a:ext uri="{FF2B5EF4-FFF2-40B4-BE49-F238E27FC236}">
                <a16:creationId xmlns:a16="http://schemas.microsoft.com/office/drawing/2014/main" id="{1EF63F45-ABF3-82E4-61CB-80B435FB692E}"/>
              </a:ext>
            </a:extLst>
          </p:cNvPr>
          <p:cNvGrpSpPr/>
          <p:nvPr/>
        </p:nvGrpSpPr>
        <p:grpSpPr>
          <a:xfrm>
            <a:off x="11738839" y="3950922"/>
            <a:ext cx="192693" cy="1356020"/>
            <a:chOff x="11417420" y="1922844"/>
            <a:chExt cx="192693" cy="1356020"/>
          </a:xfrm>
          <a:solidFill>
            <a:schemeClr val="bg1"/>
          </a:solidFill>
        </p:grpSpPr>
        <p:sp>
          <p:nvSpPr>
            <p:cNvPr id="578" name="Rectangle 577">
              <a:extLst>
                <a:ext uri="{FF2B5EF4-FFF2-40B4-BE49-F238E27FC236}">
                  <a16:creationId xmlns:a16="http://schemas.microsoft.com/office/drawing/2014/main" id="{71F0AADD-1F2C-C29B-3BEC-F2484062D23C}"/>
                </a:ext>
              </a:extLst>
            </p:cNvPr>
            <p:cNvSpPr/>
            <p:nvPr/>
          </p:nvSpPr>
          <p:spPr>
            <a:xfrm>
              <a:off x="11417420" y="1922844"/>
              <a:ext cx="192693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9" name="Rectangle 578">
              <a:extLst>
                <a:ext uri="{FF2B5EF4-FFF2-40B4-BE49-F238E27FC236}">
                  <a16:creationId xmlns:a16="http://schemas.microsoft.com/office/drawing/2014/main" id="{664B2A21-BECB-00D0-2865-4F153410EBF3}"/>
                </a:ext>
              </a:extLst>
            </p:cNvPr>
            <p:cNvSpPr/>
            <p:nvPr/>
          </p:nvSpPr>
          <p:spPr>
            <a:xfrm>
              <a:off x="11417420" y="2164277"/>
              <a:ext cx="192693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0" name="Rectangle 579">
              <a:extLst>
                <a:ext uri="{FF2B5EF4-FFF2-40B4-BE49-F238E27FC236}">
                  <a16:creationId xmlns:a16="http://schemas.microsoft.com/office/drawing/2014/main" id="{03B5D1B9-C4CF-0AEB-876A-25F02FE44285}"/>
                </a:ext>
              </a:extLst>
            </p:cNvPr>
            <p:cNvSpPr/>
            <p:nvPr/>
          </p:nvSpPr>
          <p:spPr>
            <a:xfrm>
              <a:off x="11417420" y="2405710"/>
              <a:ext cx="192693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1" name="Rectangle 580">
              <a:extLst>
                <a:ext uri="{FF2B5EF4-FFF2-40B4-BE49-F238E27FC236}">
                  <a16:creationId xmlns:a16="http://schemas.microsoft.com/office/drawing/2014/main" id="{B3DF8848-E873-9087-94F5-241BDA41C455}"/>
                </a:ext>
              </a:extLst>
            </p:cNvPr>
            <p:cNvSpPr/>
            <p:nvPr/>
          </p:nvSpPr>
          <p:spPr>
            <a:xfrm>
              <a:off x="11417420" y="2647143"/>
              <a:ext cx="192693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2" name="Rectangle 581">
              <a:extLst>
                <a:ext uri="{FF2B5EF4-FFF2-40B4-BE49-F238E27FC236}">
                  <a16:creationId xmlns:a16="http://schemas.microsoft.com/office/drawing/2014/main" id="{06544212-0D99-2BE3-B880-F9EF33C96C8E}"/>
                </a:ext>
              </a:extLst>
            </p:cNvPr>
            <p:cNvSpPr/>
            <p:nvPr/>
          </p:nvSpPr>
          <p:spPr>
            <a:xfrm>
              <a:off x="11417420" y="2888576"/>
              <a:ext cx="192693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3" name="Rectangle 582">
              <a:extLst>
                <a:ext uri="{FF2B5EF4-FFF2-40B4-BE49-F238E27FC236}">
                  <a16:creationId xmlns:a16="http://schemas.microsoft.com/office/drawing/2014/main" id="{691A21D3-E21B-AB13-1242-7EDD673BBB33}"/>
                </a:ext>
              </a:extLst>
            </p:cNvPr>
            <p:cNvSpPr/>
            <p:nvPr/>
          </p:nvSpPr>
          <p:spPr>
            <a:xfrm>
              <a:off x="11417420" y="3130008"/>
              <a:ext cx="192693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84" name="Group 583">
            <a:extLst>
              <a:ext uri="{FF2B5EF4-FFF2-40B4-BE49-F238E27FC236}">
                <a16:creationId xmlns:a16="http://schemas.microsoft.com/office/drawing/2014/main" id="{F9CC7D4B-2958-D3B6-39A4-68A3D0FCA530}"/>
              </a:ext>
            </a:extLst>
          </p:cNvPr>
          <p:cNvGrpSpPr/>
          <p:nvPr/>
        </p:nvGrpSpPr>
        <p:grpSpPr>
          <a:xfrm>
            <a:off x="11717348" y="1456169"/>
            <a:ext cx="192693" cy="1356020"/>
            <a:chOff x="11417420" y="1922844"/>
            <a:chExt cx="192693" cy="1356020"/>
          </a:xfrm>
          <a:solidFill>
            <a:schemeClr val="bg1"/>
          </a:solidFill>
        </p:grpSpPr>
        <p:sp>
          <p:nvSpPr>
            <p:cNvPr id="585" name="Rectangle 584">
              <a:extLst>
                <a:ext uri="{FF2B5EF4-FFF2-40B4-BE49-F238E27FC236}">
                  <a16:creationId xmlns:a16="http://schemas.microsoft.com/office/drawing/2014/main" id="{727AB0BD-5D86-18A6-9525-BE753106E1D1}"/>
                </a:ext>
              </a:extLst>
            </p:cNvPr>
            <p:cNvSpPr/>
            <p:nvPr/>
          </p:nvSpPr>
          <p:spPr>
            <a:xfrm>
              <a:off x="11417420" y="1922844"/>
              <a:ext cx="192693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6" name="Rectangle 585">
              <a:extLst>
                <a:ext uri="{FF2B5EF4-FFF2-40B4-BE49-F238E27FC236}">
                  <a16:creationId xmlns:a16="http://schemas.microsoft.com/office/drawing/2014/main" id="{E2851A18-275C-8E34-C2D7-722EAADD52D5}"/>
                </a:ext>
              </a:extLst>
            </p:cNvPr>
            <p:cNvSpPr/>
            <p:nvPr/>
          </p:nvSpPr>
          <p:spPr>
            <a:xfrm>
              <a:off x="11417420" y="2164277"/>
              <a:ext cx="192693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7" name="Rectangle 586">
              <a:extLst>
                <a:ext uri="{FF2B5EF4-FFF2-40B4-BE49-F238E27FC236}">
                  <a16:creationId xmlns:a16="http://schemas.microsoft.com/office/drawing/2014/main" id="{A7D20A98-10DD-ACC7-820C-3F2DF9EBA64D}"/>
                </a:ext>
              </a:extLst>
            </p:cNvPr>
            <p:cNvSpPr/>
            <p:nvPr/>
          </p:nvSpPr>
          <p:spPr>
            <a:xfrm>
              <a:off x="11417420" y="2405710"/>
              <a:ext cx="192693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8" name="Rectangle 587">
              <a:extLst>
                <a:ext uri="{FF2B5EF4-FFF2-40B4-BE49-F238E27FC236}">
                  <a16:creationId xmlns:a16="http://schemas.microsoft.com/office/drawing/2014/main" id="{1FB5385B-5B83-8C41-299B-ED2000B785DD}"/>
                </a:ext>
              </a:extLst>
            </p:cNvPr>
            <p:cNvSpPr/>
            <p:nvPr/>
          </p:nvSpPr>
          <p:spPr>
            <a:xfrm>
              <a:off x="11417420" y="2647143"/>
              <a:ext cx="192693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9" name="Rectangle 588">
              <a:extLst>
                <a:ext uri="{FF2B5EF4-FFF2-40B4-BE49-F238E27FC236}">
                  <a16:creationId xmlns:a16="http://schemas.microsoft.com/office/drawing/2014/main" id="{C303D755-85C1-7D46-966D-F234DB029C8E}"/>
                </a:ext>
              </a:extLst>
            </p:cNvPr>
            <p:cNvSpPr/>
            <p:nvPr/>
          </p:nvSpPr>
          <p:spPr>
            <a:xfrm>
              <a:off x="11417420" y="2888576"/>
              <a:ext cx="192693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0" name="Rectangle 589">
              <a:extLst>
                <a:ext uri="{FF2B5EF4-FFF2-40B4-BE49-F238E27FC236}">
                  <a16:creationId xmlns:a16="http://schemas.microsoft.com/office/drawing/2014/main" id="{B98E211D-8419-1A54-2560-6477FA23913B}"/>
                </a:ext>
              </a:extLst>
            </p:cNvPr>
            <p:cNvSpPr/>
            <p:nvPr/>
          </p:nvSpPr>
          <p:spPr>
            <a:xfrm>
              <a:off x="11417420" y="3130008"/>
              <a:ext cx="192693" cy="148856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91" name="Rectangle 590">
            <a:extLst>
              <a:ext uri="{FF2B5EF4-FFF2-40B4-BE49-F238E27FC236}">
                <a16:creationId xmlns:a16="http://schemas.microsoft.com/office/drawing/2014/main" id="{0779A9E0-ADFE-BCCF-5475-EB17AC1E5CCB}"/>
              </a:ext>
            </a:extLst>
          </p:cNvPr>
          <p:cNvSpPr/>
          <p:nvPr/>
        </p:nvSpPr>
        <p:spPr>
          <a:xfrm>
            <a:off x="10844758" y="504165"/>
            <a:ext cx="1347242" cy="35858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Dolly Supply</a:t>
            </a: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8CE2EB75-268B-D3A7-46F6-2DB4921EB684}"/>
              </a:ext>
            </a:extLst>
          </p:cNvPr>
          <p:cNvSpPr/>
          <p:nvPr/>
        </p:nvSpPr>
        <p:spPr>
          <a:xfrm>
            <a:off x="8822884" y="1092716"/>
            <a:ext cx="297712" cy="28707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81D18581-5DFA-6ACA-6A6D-09575CDF77EE}"/>
              </a:ext>
            </a:extLst>
          </p:cNvPr>
          <p:cNvSpPr/>
          <p:nvPr/>
        </p:nvSpPr>
        <p:spPr>
          <a:xfrm>
            <a:off x="8822884" y="1489664"/>
            <a:ext cx="297712" cy="28707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594" name="Rectangle 593">
            <a:extLst>
              <a:ext uri="{FF2B5EF4-FFF2-40B4-BE49-F238E27FC236}">
                <a16:creationId xmlns:a16="http://schemas.microsoft.com/office/drawing/2014/main" id="{6654682A-12AF-8D3B-7462-D6BF30C05DAC}"/>
              </a:ext>
            </a:extLst>
          </p:cNvPr>
          <p:cNvSpPr/>
          <p:nvPr/>
        </p:nvSpPr>
        <p:spPr>
          <a:xfrm>
            <a:off x="8822884" y="1886612"/>
            <a:ext cx="297712" cy="28707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sp>
        <p:nvSpPr>
          <p:cNvPr id="595" name="Rectangle 594">
            <a:extLst>
              <a:ext uri="{FF2B5EF4-FFF2-40B4-BE49-F238E27FC236}">
                <a16:creationId xmlns:a16="http://schemas.microsoft.com/office/drawing/2014/main" id="{5DD45EC2-5104-EBBD-2020-A2C9D29D0A2E}"/>
              </a:ext>
            </a:extLst>
          </p:cNvPr>
          <p:cNvSpPr/>
          <p:nvPr/>
        </p:nvSpPr>
        <p:spPr>
          <a:xfrm>
            <a:off x="8822884" y="2283560"/>
            <a:ext cx="297712" cy="28707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</a:t>
            </a:r>
          </a:p>
        </p:txBody>
      </p:sp>
      <p:sp>
        <p:nvSpPr>
          <p:cNvPr id="596" name="Rectangle 595">
            <a:extLst>
              <a:ext uri="{FF2B5EF4-FFF2-40B4-BE49-F238E27FC236}">
                <a16:creationId xmlns:a16="http://schemas.microsoft.com/office/drawing/2014/main" id="{8366A9B6-BC3A-78AB-7C7E-0BD02E4B0D31}"/>
              </a:ext>
            </a:extLst>
          </p:cNvPr>
          <p:cNvSpPr/>
          <p:nvPr/>
        </p:nvSpPr>
        <p:spPr>
          <a:xfrm>
            <a:off x="8822884" y="2680508"/>
            <a:ext cx="297712" cy="28707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</a:t>
            </a:r>
          </a:p>
        </p:txBody>
      </p:sp>
      <p:sp>
        <p:nvSpPr>
          <p:cNvPr id="597" name="Rectangle 596">
            <a:extLst>
              <a:ext uri="{FF2B5EF4-FFF2-40B4-BE49-F238E27FC236}">
                <a16:creationId xmlns:a16="http://schemas.microsoft.com/office/drawing/2014/main" id="{11EF5711-8A30-78A1-1AAA-4DE27255DB21}"/>
              </a:ext>
            </a:extLst>
          </p:cNvPr>
          <p:cNvSpPr/>
          <p:nvPr/>
        </p:nvSpPr>
        <p:spPr>
          <a:xfrm>
            <a:off x="8822884" y="3077456"/>
            <a:ext cx="297712" cy="28707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</a:p>
        </p:txBody>
      </p:sp>
      <p:sp>
        <p:nvSpPr>
          <p:cNvPr id="598" name="Rectangle 597">
            <a:extLst>
              <a:ext uri="{FF2B5EF4-FFF2-40B4-BE49-F238E27FC236}">
                <a16:creationId xmlns:a16="http://schemas.microsoft.com/office/drawing/2014/main" id="{D1CEEAA9-AEE7-1A3A-63A3-DC1E3DC1FC35}"/>
              </a:ext>
            </a:extLst>
          </p:cNvPr>
          <p:cNvSpPr/>
          <p:nvPr/>
        </p:nvSpPr>
        <p:spPr>
          <a:xfrm>
            <a:off x="8822884" y="3474404"/>
            <a:ext cx="297712" cy="28707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</a:p>
        </p:txBody>
      </p:sp>
      <p:sp>
        <p:nvSpPr>
          <p:cNvPr id="599" name="Rectangle 598">
            <a:extLst>
              <a:ext uri="{FF2B5EF4-FFF2-40B4-BE49-F238E27FC236}">
                <a16:creationId xmlns:a16="http://schemas.microsoft.com/office/drawing/2014/main" id="{16355BF0-A0E8-8C98-CB64-6EF26CEFCA73}"/>
              </a:ext>
            </a:extLst>
          </p:cNvPr>
          <p:cNvSpPr/>
          <p:nvPr/>
        </p:nvSpPr>
        <p:spPr>
          <a:xfrm>
            <a:off x="8822884" y="3871352"/>
            <a:ext cx="297712" cy="28707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</p:txBody>
      </p:sp>
      <p:sp>
        <p:nvSpPr>
          <p:cNvPr id="600" name="Rectangle 599">
            <a:extLst>
              <a:ext uri="{FF2B5EF4-FFF2-40B4-BE49-F238E27FC236}">
                <a16:creationId xmlns:a16="http://schemas.microsoft.com/office/drawing/2014/main" id="{D0617991-DE57-AF91-D50A-60569C9164A7}"/>
              </a:ext>
            </a:extLst>
          </p:cNvPr>
          <p:cNvSpPr/>
          <p:nvPr/>
        </p:nvSpPr>
        <p:spPr>
          <a:xfrm>
            <a:off x="8822884" y="4348052"/>
            <a:ext cx="297712" cy="28707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UNP</a:t>
            </a:r>
          </a:p>
        </p:txBody>
      </p:sp>
      <p:sp>
        <p:nvSpPr>
          <p:cNvPr id="601" name="Rectangle 600">
            <a:extLst>
              <a:ext uri="{FF2B5EF4-FFF2-40B4-BE49-F238E27FC236}">
                <a16:creationId xmlns:a16="http://schemas.microsoft.com/office/drawing/2014/main" id="{18A1FEAE-02B9-DC43-0EF2-39057F5BBCD7}"/>
              </a:ext>
            </a:extLst>
          </p:cNvPr>
          <p:cNvSpPr/>
          <p:nvPr/>
        </p:nvSpPr>
        <p:spPr>
          <a:xfrm>
            <a:off x="8822884" y="4745000"/>
            <a:ext cx="297712" cy="28707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</a:t>
            </a:r>
          </a:p>
        </p:txBody>
      </p:sp>
      <p:sp>
        <p:nvSpPr>
          <p:cNvPr id="602" name="Rectangle 601">
            <a:extLst>
              <a:ext uri="{FF2B5EF4-FFF2-40B4-BE49-F238E27FC236}">
                <a16:creationId xmlns:a16="http://schemas.microsoft.com/office/drawing/2014/main" id="{1950C67D-80C9-BBA9-1C33-214F39BC1DBD}"/>
              </a:ext>
            </a:extLst>
          </p:cNvPr>
          <p:cNvSpPr/>
          <p:nvPr/>
        </p:nvSpPr>
        <p:spPr>
          <a:xfrm>
            <a:off x="8822884" y="5141948"/>
            <a:ext cx="297712" cy="28707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</a:t>
            </a:r>
          </a:p>
        </p:txBody>
      </p:sp>
      <p:sp>
        <p:nvSpPr>
          <p:cNvPr id="614" name="Rectangle 613">
            <a:extLst>
              <a:ext uri="{FF2B5EF4-FFF2-40B4-BE49-F238E27FC236}">
                <a16:creationId xmlns:a16="http://schemas.microsoft.com/office/drawing/2014/main" id="{31CE60ED-02CB-0FAF-C874-8708104FA83E}"/>
              </a:ext>
            </a:extLst>
          </p:cNvPr>
          <p:cNvSpPr/>
          <p:nvPr/>
        </p:nvSpPr>
        <p:spPr>
          <a:xfrm>
            <a:off x="8827951" y="5489699"/>
            <a:ext cx="297712" cy="28707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</a:t>
            </a:r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230BEE59-54E7-79A8-D66F-D8B454593B2F}"/>
              </a:ext>
            </a:extLst>
          </p:cNvPr>
          <p:cNvSpPr/>
          <p:nvPr/>
        </p:nvSpPr>
        <p:spPr>
          <a:xfrm>
            <a:off x="8827951" y="5886647"/>
            <a:ext cx="297712" cy="28707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</a:t>
            </a:r>
          </a:p>
        </p:txBody>
      </p:sp>
      <p:sp>
        <p:nvSpPr>
          <p:cNvPr id="616" name="Rectangle 615">
            <a:extLst>
              <a:ext uri="{FF2B5EF4-FFF2-40B4-BE49-F238E27FC236}">
                <a16:creationId xmlns:a16="http://schemas.microsoft.com/office/drawing/2014/main" id="{83F1C675-247A-8CFF-5AE7-A846F1C3CDE4}"/>
              </a:ext>
            </a:extLst>
          </p:cNvPr>
          <p:cNvSpPr/>
          <p:nvPr/>
        </p:nvSpPr>
        <p:spPr>
          <a:xfrm>
            <a:off x="11356977" y="3415069"/>
            <a:ext cx="297712" cy="28707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7680FBFC-B8E5-BA6B-23C5-E6DBA53DFA81}"/>
              </a:ext>
            </a:extLst>
          </p:cNvPr>
          <p:cNvSpPr/>
          <p:nvPr/>
        </p:nvSpPr>
        <p:spPr>
          <a:xfrm>
            <a:off x="11718055" y="3000943"/>
            <a:ext cx="297712" cy="28707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20AD12F9-CFA4-FF58-9426-63CC284E1E6F}"/>
              </a:ext>
            </a:extLst>
          </p:cNvPr>
          <p:cNvSpPr/>
          <p:nvPr/>
        </p:nvSpPr>
        <p:spPr>
          <a:xfrm>
            <a:off x="11413684" y="5903825"/>
            <a:ext cx="297712" cy="28707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76479710-76F0-27D8-5585-F738991E1BD1}"/>
              </a:ext>
            </a:extLst>
          </p:cNvPr>
          <p:cNvSpPr/>
          <p:nvPr/>
        </p:nvSpPr>
        <p:spPr>
          <a:xfrm>
            <a:off x="11774762" y="5489699"/>
            <a:ext cx="297712" cy="28707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688856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Microsoft Office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Ramadhan Tri N</dc:creator>
  <cp:lastModifiedBy>Ramadhan Tri N</cp:lastModifiedBy>
  <cp:revision>1</cp:revision>
  <dcterms:created xsi:type="dcterms:W3CDTF">2026-08-27T07:16:29Z</dcterms:created>
  <dcterms:modified xsi:type="dcterms:W3CDTF">2026-08-27T07:16:29Z</dcterms:modified>
</cp:coreProperties>
</file>