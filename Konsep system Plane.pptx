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60" r:id="rId5"/>
    <p:sldId id="259" r:id="rId6"/>
    <p:sldId id="261" r:id="rId7"/>
    <p:sldId id="262" r:id="rId8"/>
    <p:sldId id="263" r:id="rId9"/>
    <p:sldId id="264" r:id="rId10"/>
    <p:sldId id="265" r:id="rId11"/>
    <p:sldId id="266" r:id="rId12"/>
    <p:sldId id="269" r:id="rId13"/>
    <p:sldId id="267" r:id="rId14"/>
    <p:sldId id="268" r:id="rId15"/>
    <p:sldId id="270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CCEEC"/>
    <a:srgbClr val="FBFBE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72" autoAdjust="0"/>
    <p:restoredTop sz="94660"/>
  </p:normalViewPr>
  <p:slideViewPr>
    <p:cSldViewPr snapToGrid="0">
      <p:cViewPr>
        <p:scale>
          <a:sx n="56" d="100"/>
          <a:sy n="56" d="100"/>
        </p:scale>
        <p:origin x="1000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D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B994781-931C-4905-B707-3BA0F7291A15}" type="datetimeFigureOut">
              <a:rPr lang="en-ID" smtClean="0"/>
              <a:t>26/08/2026</a:t>
            </a:fld>
            <a:endParaRPr lang="en-ID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D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9D989C4-5A0E-49B3-B69E-CB0F2EA8AEC2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7477078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D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D989C4-5A0E-49B3-B69E-CB0F2EA8AEC2}" type="slidenum">
              <a:rPr lang="en-ID" smtClean="0"/>
              <a:t>2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63856344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3B407D-86C4-DADE-010D-0B26777172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7E28FD1-AE92-DDEC-BDB8-0733B04B95E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D612C8B-20DC-7165-BEDE-D07E19E8B5B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D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990053-74BB-F9E8-2636-A00A56BDE87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D989C4-5A0E-49B3-B69E-CB0F2EA8AEC2}" type="slidenum">
              <a:rPr lang="en-ID" smtClean="0"/>
              <a:t>3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87380975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4EE512-CCFD-688A-9C13-0AFD857045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3B09E5E-0630-BCF6-897B-2321ECFC342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0588AD4-2B52-0459-1585-738A7479EB0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D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C2E286-0FF8-AB9D-C624-6A4BDBB718A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D989C4-5A0E-49B3-B69E-CB0F2EA8AEC2}" type="slidenum">
              <a:rPr lang="en-ID" smtClean="0"/>
              <a:t>4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23389955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A2A43C-BB22-D7A0-6A41-E3931DE9BD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DBBA17A-7FA8-55FC-BB35-563C9A0E5D2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059DE79-F9DF-D34A-7CC3-3AC7DB8CF5A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D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FB8F64-4A08-5D7C-6ABE-1B6449BF23E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D989C4-5A0E-49B3-B69E-CB0F2EA8AEC2}" type="slidenum">
              <a:rPr lang="en-ID" smtClean="0"/>
              <a:t>5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57956060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C3BE78-5571-84FE-9098-E199BE990F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9E2DF59-FF72-BADC-21F2-BDE8DF85FF3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1845E4A-BC49-2567-8042-719F5216772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D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3B5C8E-FCE5-632E-EB0C-B7B110DA330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D989C4-5A0E-49B3-B69E-CB0F2EA8AEC2}" type="slidenum">
              <a:rPr lang="en-ID" smtClean="0"/>
              <a:t>6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21329486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CA28D0-40C2-4BDF-0D8A-65EB1DD20F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0016825-5438-43B6-AC8B-992AA4B83CE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A9E2EC2-7D8C-C2E9-3251-CC292747305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D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0BCDB0-934C-88D4-7C29-691CA75CF9A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D989C4-5A0E-49B3-B69E-CB0F2EA8AEC2}" type="slidenum">
              <a:rPr lang="en-ID" smtClean="0"/>
              <a:t>7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56557914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9A9431-963B-C0AA-B592-030E5F17BC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5D80F83-6AA7-9386-0F26-8D4F42F029A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9A66DC6-428B-3CFF-2C6B-428E9705113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D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FDAF3B-5771-7FCB-E686-BA15BA284A7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D989C4-5A0E-49B3-B69E-CB0F2EA8AEC2}" type="slidenum">
              <a:rPr lang="en-ID" smtClean="0"/>
              <a:t>8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5746839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CA28D0-40C2-4BDF-0D8A-65EB1DD20F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0016825-5438-43B6-AC8B-992AA4B83CE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A9E2EC2-7D8C-C2E9-3251-CC292747305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D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0BCDB0-934C-88D4-7C29-691CA75CF9A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D989C4-5A0E-49B3-B69E-CB0F2EA8AEC2}" type="slidenum">
              <a:rPr lang="en-ID" smtClean="0"/>
              <a:t>9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43813042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CA28D0-40C2-4BDF-0D8A-65EB1DD20F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0016825-5438-43B6-AC8B-992AA4B83CE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A9E2EC2-7D8C-C2E9-3251-CC292747305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D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0BCDB0-934C-88D4-7C29-691CA75CF9A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D989C4-5A0E-49B3-B69E-CB0F2EA8AEC2}" type="slidenum">
              <a:rPr lang="en-ID" smtClean="0"/>
              <a:t>10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07164447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CA28D0-40C2-4BDF-0D8A-65EB1DD20F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0016825-5438-43B6-AC8B-992AA4B83CE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A9E2EC2-7D8C-C2E9-3251-CC292747305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D" dirty="0"/>
              <a:t>REV 1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0BCDB0-934C-88D4-7C29-691CA75CF9A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D989C4-5A0E-49B3-B69E-CB0F2EA8AEC2}" type="slidenum">
              <a:rPr lang="en-ID" smtClean="0"/>
              <a:t>11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73793590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CA28D0-40C2-4BDF-0D8A-65EB1DD20F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0016825-5438-43B6-AC8B-992AA4B83CE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A9E2EC2-7D8C-C2E9-3251-CC292747305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D" dirty="0"/>
              <a:t>REV 2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0BCDB0-934C-88D4-7C29-691CA75CF9A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D989C4-5A0E-49B3-B69E-CB0F2EA8AEC2}" type="slidenum">
              <a:rPr lang="en-ID" smtClean="0"/>
              <a:t>12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5098457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CA28D0-40C2-4BDF-0D8A-65EB1DD20F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0016825-5438-43B6-AC8B-992AA4B83CE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A9E2EC2-7D8C-C2E9-3251-CC292747305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D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0BCDB0-934C-88D4-7C29-691CA75CF9A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D989C4-5A0E-49B3-B69E-CB0F2EA8AEC2}" type="slidenum">
              <a:rPr lang="en-ID" smtClean="0"/>
              <a:t>13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22178967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CA28D0-40C2-4BDF-0D8A-65EB1DD20F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0016825-5438-43B6-AC8B-992AA4B83CE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A9E2EC2-7D8C-C2E9-3251-CC292747305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D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0BCDB0-934C-88D4-7C29-691CA75CF9A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D989C4-5A0E-49B3-B69E-CB0F2EA8AEC2}" type="slidenum">
              <a:rPr lang="en-ID" smtClean="0"/>
              <a:t>14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2913027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CA28D0-40C2-4BDF-0D8A-65EB1DD20F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0016825-5438-43B6-AC8B-992AA4B83CE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A9E2EC2-7D8C-C2E9-3251-CC292747305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D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0BCDB0-934C-88D4-7C29-691CA75CF9A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D989C4-5A0E-49B3-B69E-CB0F2EA8AEC2}" type="slidenum">
              <a:rPr lang="en-ID" smtClean="0"/>
              <a:t>15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59544186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2BEB85-A0BF-B341-05E9-F8339A7DD4A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3029B8D-4736-1D67-D54C-20160435A32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A348A2-0F7B-00BC-0B34-22208D9C6A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B131E9-EDDC-4B14-9B4F-1B5D6B6DBCCA}" type="datetimeFigureOut">
              <a:rPr lang="en-ID" smtClean="0"/>
              <a:t>26/08/2026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3D98C1-2F2F-D0EA-6A18-750F82E6DB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E3DEA1-08CD-FDE6-B478-8715B5988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3165C-027D-40DA-B7D5-F98B266DBEEE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6282520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F88C6C-39F1-F495-9276-E8EF278DA8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193787-4075-B0FE-B07F-9E01F08B44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640F51-E8CE-B355-4D15-12BCDDB895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B131E9-EDDC-4B14-9B4F-1B5D6B6DBCCA}" type="datetimeFigureOut">
              <a:rPr lang="en-ID" smtClean="0"/>
              <a:t>26/08/2026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7B5E0A-3A8B-C30F-15D6-B49E84D30D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C8EF07-9D37-1B9F-9A9B-05EFD7B6A7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3165C-027D-40DA-B7D5-F98B266DBEEE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7141036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CB67B6-08E8-398C-C23E-C2526211AC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7BF343-F1B2-B933-A60E-329EFBC217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2717A0-993C-2C5C-7EBE-8955779DDC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B131E9-EDDC-4B14-9B4F-1B5D6B6DBCCA}" type="datetimeFigureOut">
              <a:rPr lang="en-ID" smtClean="0"/>
              <a:t>26/08/2026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4F56E8-705D-730D-44C7-E5EDBA4291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B12B56-8407-C94F-DD21-1D5ADADF4C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3165C-027D-40DA-B7D5-F98B266DBEEE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5494784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D95E93-7B86-C820-98B2-A606900787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0F0E4A-DD9B-7AF3-345B-DF5104131CD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8ADF743-EDCB-4F02-B868-90AC8B783C4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440E9FC-36B8-72C7-6B03-1C8FB469CC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B131E9-EDDC-4B14-9B4F-1B5D6B6DBCCA}" type="datetimeFigureOut">
              <a:rPr lang="en-ID" smtClean="0"/>
              <a:t>26/08/2026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F0119A5-482C-27C6-28C1-0FFC052BE4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834809-C083-3ADE-1FEF-28E1B228A6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3165C-027D-40DA-B7D5-F98B266DBEEE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4653781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0DB7E3-679E-74C2-864D-8DC8E2DFF7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7F1FFF6-D007-8F96-57F9-B258203A77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8C13BF9-40A3-F409-7139-104AD383CB7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41DC7FE-3C32-5E2B-65FF-141930A68C6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DF874BF-F984-7343-1E9C-DB9DEE55429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DFB9E09-EB52-E029-5A79-968EB8E0B8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B131E9-EDDC-4B14-9B4F-1B5D6B6DBCCA}" type="datetimeFigureOut">
              <a:rPr lang="en-ID" smtClean="0"/>
              <a:t>26/08/2026</a:t>
            </a:fld>
            <a:endParaRPr lang="en-ID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02C6CB1-19EC-58BE-B900-291DA7264E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B6F2254-94D4-0375-DB80-BCF3E8B400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3165C-027D-40DA-B7D5-F98B266DBEEE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1781156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BC5CF0-6EDF-817A-6D71-F6B1219646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BC3EE50-B96C-0BC0-8438-F0DD01EDFC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B131E9-EDDC-4B14-9B4F-1B5D6B6DBCCA}" type="datetimeFigureOut">
              <a:rPr lang="en-ID" smtClean="0"/>
              <a:t>26/08/2026</a:t>
            </a:fld>
            <a:endParaRPr lang="en-ID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57F2649-86B5-BFC2-35FC-AE6FBF7D4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38B6013-32D7-F12D-F6CD-43AFC01AC8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3165C-027D-40DA-B7D5-F98B266DBEEE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5972041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92E5D6F-8BA6-7724-4935-71A5B6D623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B131E9-EDDC-4B14-9B4F-1B5D6B6DBCCA}" type="datetimeFigureOut">
              <a:rPr lang="en-ID" smtClean="0"/>
              <a:t>26/08/2026</a:t>
            </a:fld>
            <a:endParaRPr lang="en-ID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3468E6B-2FDB-0AD9-444F-5A94BE19D4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46B12DF-196B-6987-42F9-9107AF1D57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3165C-027D-40DA-B7D5-F98B266DBEEE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3955207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00E68B-0950-DFA1-9984-6CFFE94972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220907-7D21-1CCB-745C-ADBC715487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EAAC487-78BF-B41C-C5E7-46BD3BCC96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31C9AB5-CD26-7CE9-329E-A326700856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B131E9-EDDC-4B14-9B4F-1B5D6B6DBCCA}" type="datetimeFigureOut">
              <a:rPr lang="en-ID" smtClean="0"/>
              <a:t>26/08/2026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2413C4-7EDE-622C-C429-2FE203B681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90D26D-50CB-D15F-9613-C640C130EA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3165C-027D-40DA-B7D5-F98B266DBEEE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7270650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38087B-194E-EB07-6F20-F958F63B6F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B484E47-84C9-67A7-499C-6051076515A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ADF2876-A1A2-80E1-B9BB-8CA9469F6B6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172C58E-22B8-4D04-333C-BB339D5547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B131E9-EDDC-4B14-9B4F-1B5D6B6DBCCA}" type="datetimeFigureOut">
              <a:rPr lang="en-ID" smtClean="0"/>
              <a:t>26/08/2026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4D845D-74AB-78E8-2D35-5A739E4D7D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A5C5988-C17D-D79D-3C3F-898DFFD5FC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3165C-027D-40DA-B7D5-F98B266DBEEE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2143650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E9E912-088A-FF47-7876-EE44CD2143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A63D4D0-840D-E3A0-F6B6-2CFCE172FEC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830DB7-AB03-473F-B9A4-6B82D07AA8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B131E9-EDDC-4B14-9B4F-1B5D6B6DBCCA}" type="datetimeFigureOut">
              <a:rPr lang="en-ID" smtClean="0"/>
              <a:t>26/08/2026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B591B1-D55B-D4EB-A458-441A6CB267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5A9105-FBA5-C37F-A4CC-B14AE4BE49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3165C-027D-40DA-B7D5-F98B266DBEEE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0473368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7332CB3-3A06-3CDE-DF7D-2272C9E2CC2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37B636-D276-D380-10B6-A00D2F756AB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5815BD-7776-0110-0066-089E879CBF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B131E9-EDDC-4B14-9B4F-1B5D6B6DBCCA}" type="datetimeFigureOut">
              <a:rPr lang="en-ID" smtClean="0"/>
              <a:t>26/08/2026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C184B0-ECAF-53C0-7404-5AB9C054DF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F86084-A8A2-814C-DDFA-A27149FC75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3165C-027D-40DA-B7D5-F98B266DBEEE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174590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E887445-2F1A-6F90-2255-32ED94680D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D32B5E-91AD-43AE-026C-CD1C5C39DD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2FCF17-B86B-B5F7-125C-E6815897CE6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7B131E9-EDDC-4B14-9B4F-1B5D6B6DBCCA}" type="datetimeFigureOut">
              <a:rPr lang="en-ID" smtClean="0"/>
              <a:t>26/08/2026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25A253-C1D2-8476-E2D5-74A5C7795E1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1989C3-2431-9BE0-4A76-33277745F70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183165C-027D-40DA-B7D5-F98B266DBEEE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4123073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F16EEAE-21EA-DBB6-7890-AF2E1D5EDD33}"/>
              </a:ext>
            </a:extLst>
          </p:cNvPr>
          <p:cNvSpPr/>
          <p:nvPr/>
        </p:nvSpPr>
        <p:spPr>
          <a:xfrm>
            <a:off x="0" y="0"/>
            <a:ext cx="5600700" cy="53633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ysClr val="windowText" lastClr="000000"/>
                </a:solidFill>
              </a:rPr>
              <a:t>Flow Proses Small Part Local</a:t>
            </a:r>
            <a:endParaRPr lang="en-ID" dirty="0">
              <a:solidFill>
                <a:sysClr val="windowText" lastClr="000000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2A659FD-AA68-0280-4038-8BBC05346E54}"/>
              </a:ext>
            </a:extLst>
          </p:cNvPr>
          <p:cNvSpPr/>
          <p:nvPr/>
        </p:nvSpPr>
        <p:spPr>
          <a:xfrm>
            <a:off x="826475" y="817685"/>
            <a:ext cx="1485901" cy="60666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Receiving </a:t>
            </a:r>
            <a:endParaRPr lang="en-ID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72B1029-2600-F689-56E9-4FB5B4307BE0}"/>
              </a:ext>
            </a:extLst>
          </p:cNvPr>
          <p:cNvSpPr/>
          <p:nvPr/>
        </p:nvSpPr>
        <p:spPr>
          <a:xfrm>
            <a:off x="2623037" y="817685"/>
            <a:ext cx="1485901" cy="60666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Plane </a:t>
            </a:r>
            <a:endParaRPr lang="en-ID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8F785F5-7143-BE0C-ACD3-EC9406DD464A}"/>
              </a:ext>
            </a:extLst>
          </p:cNvPr>
          <p:cNvSpPr/>
          <p:nvPr/>
        </p:nvSpPr>
        <p:spPr>
          <a:xfrm>
            <a:off x="4489937" y="817685"/>
            <a:ext cx="1485901" cy="60666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Sorting</a:t>
            </a:r>
            <a:endParaRPr lang="en-ID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F74AD33-0A34-12A6-BCA8-E2F86BD7074E}"/>
              </a:ext>
            </a:extLst>
          </p:cNvPr>
          <p:cNvSpPr/>
          <p:nvPr/>
        </p:nvSpPr>
        <p:spPr>
          <a:xfrm>
            <a:off x="6286499" y="817684"/>
            <a:ext cx="1485901" cy="60666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Unload</a:t>
            </a:r>
            <a:endParaRPr lang="en-ID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5DCC685-DED1-7642-DF02-4ED27CE7F753}"/>
              </a:ext>
            </a:extLst>
          </p:cNvPr>
          <p:cNvSpPr/>
          <p:nvPr/>
        </p:nvSpPr>
        <p:spPr>
          <a:xfrm>
            <a:off x="8083061" y="817683"/>
            <a:ext cx="1485901" cy="60666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Button Pass</a:t>
            </a:r>
            <a:endParaRPr lang="en-ID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D6007C2-E49C-A0FB-467D-CC08CF2C6414}"/>
              </a:ext>
            </a:extLst>
          </p:cNvPr>
          <p:cNvSpPr/>
          <p:nvPr/>
        </p:nvSpPr>
        <p:spPr>
          <a:xfrm>
            <a:off x="9879623" y="817683"/>
            <a:ext cx="1485901" cy="60666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Supply</a:t>
            </a:r>
            <a:endParaRPr lang="en-ID" dirty="0"/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8C02C75B-04D8-27E4-1ED9-EED62F44279B}"/>
              </a:ext>
            </a:extLst>
          </p:cNvPr>
          <p:cNvCxnSpPr>
            <a:stCxn id="5" idx="3"/>
            <a:endCxn id="9" idx="1"/>
          </p:cNvCxnSpPr>
          <p:nvPr/>
        </p:nvCxnSpPr>
        <p:spPr>
          <a:xfrm>
            <a:off x="2312376" y="1121020"/>
            <a:ext cx="31066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ADF656E3-0690-659D-111A-D1E7DB7C8FE8}"/>
              </a:ext>
            </a:extLst>
          </p:cNvPr>
          <p:cNvCxnSpPr>
            <a:cxnSpLocks/>
            <a:stCxn id="9" idx="3"/>
            <a:endCxn id="11" idx="1"/>
          </p:cNvCxnSpPr>
          <p:nvPr/>
        </p:nvCxnSpPr>
        <p:spPr>
          <a:xfrm>
            <a:off x="4108938" y="1121020"/>
            <a:ext cx="38099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09DE35C2-FFC7-1B72-6736-97E9D43BD178}"/>
              </a:ext>
            </a:extLst>
          </p:cNvPr>
          <p:cNvCxnSpPr>
            <a:cxnSpLocks/>
            <a:stCxn id="11" idx="3"/>
            <a:endCxn id="13" idx="1"/>
          </p:cNvCxnSpPr>
          <p:nvPr/>
        </p:nvCxnSpPr>
        <p:spPr>
          <a:xfrm flipV="1">
            <a:off x="5975838" y="1121019"/>
            <a:ext cx="310661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FDA33F3A-D284-1DBB-0996-FF5944D524AF}"/>
              </a:ext>
            </a:extLst>
          </p:cNvPr>
          <p:cNvCxnSpPr>
            <a:cxnSpLocks/>
          </p:cNvCxnSpPr>
          <p:nvPr/>
        </p:nvCxnSpPr>
        <p:spPr>
          <a:xfrm flipV="1">
            <a:off x="7772399" y="1121017"/>
            <a:ext cx="310661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307EDA14-38B0-4172-5308-53FE1370C3E3}"/>
              </a:ext>
            </a:extLst>
          </p:cNvPr>
          <p:cNvCxnSpPr>
            <a:cxnSpLocks/>
            <a:stCxn id="15" idx="3"/>
            <a:endCxn id="17" idx="1"/>
          </p:cNvCxnSpPr>
          <p:nvPr/>
        </p:nvCxnSpPr>
        <p:spPr>
          <a:xfrm>
            <a:off x="9568962" y="1121018"/>
            <a:ext cx="31066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ectangle 36">
            <a:extLst>
              <a:ext uri="{FF2B5EF4-FFF2-40B4-BE49-F238E27FC236}">
                <a16:creationId xmlns:a16="http://schemas.microsoft.com/office/drawing/2014/main" id="{4A1FF07B-CA32-FA5F-D05C-B0F1B65C08A3}"/>
              </a:ext>
            </a:extLst>
          </p:cNvPr>
          <p:cNvSpPr/>
          <p:nvPr/>
        </p:nvSpPr>
        <p:spPr>
          <a:xfrm>
            <a:off x="8083060" y="1981199"/>
            <a:ext cx="1485901" cy="60666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Unpacking</a:t>
            </a:r>
            <a:endParaRPr lang="en-ID" dirty="0"/>
          </a:p>
        </p:txBody>
      </p:sp>
      <p:cxnSp>
        <p:nvCxnSpPr>
          <p:cNvPr id="39" name="Connector: Elbow 38">
            <a:extLst>
              <a:ext uri="{FF2B5EF4-FFF2-40B4-BE49-F238E27FC236}">
                <a16:creationId xmlns:a16="http://schemas.microsoft.com/office/drawing/2014/main" id="{E1D1D11F-96E0-C5B0-A40C-4B04F450F5FD}"/>
              </a:ext>
            </a:extLst>
          </p:cNvPr>
          <p:cNvCxnSpPr>
            <a:stCxn id="13" idx="2"/>
            <a:endCxn id="37" idx="1"/>
          </p:cNvCxnSpPr>
          <p:nvPr/>
        </p:nvCxnSpPr>
        <p:spPr>
          <a:xfrm rot="16200000" flipH="1">
            <a:off x="7126165" y="1327638"/>
            <a:ext cx="860181" cy="1053610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: Elbow 39">
            <a:extLst>
              <a:ext uri="{FF2B5EF4-FFF2-40B4-BE49-F238E27FC236}">
                <a16:creationId xmlns:a16="http://schemas.microsoft.com/office/drawing/2014/main" id="{8D0E2561-C488-8374-CFD4-87E198B1B076}"/>
              </a:ext>
            </a:extLst>
          </p:cNvPr>
          <p:cNvCxnSpPr>
            <a:cxnSpLocks/>
            <a:stCxn id="37" idx="3"/>
            <a:endCxn id="17" idx="2"/>
          </p:cNvCxnSpPr>
          <p:nvPr/>
        </p:nvCxnSpPr>
        <p:spPr>
          <a:xfrm flipV="1">
            <a:off x="9568961" y="1424352"/>
            <a:ext cx="1053613" cy="860182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Rectangle 49">
            <a:extLst>
              <a:ext uri="{FF2B5EF4-FFF2-40B4-BE49-F238E27FC236}">
                <a16:creationId xmlns:a16="http://schemas.microsoft.com/office/drawing/2014/main" id="{29CA4AB9-7DDE-4113-3C5A-9D7ADA01E37A}"/>
              </a:ext>
            </a:extLst>
          </p:cNvPr>
          <p:cNvSpPr/>
          <p:nvPr/>
        </p:nvSpPr>
        <p:spPr>
          <a:xfrm>
            <a:off x="2521924" y="1374530"/>
            <a:ext cx="1828803" cy="60666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Progress Lane Contain </a:t>
            </a:r>
            <a:endParaRPr lang="en-ID" sz="12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E5D4EFF3-0E8B-C581-A896-BACE8D939D31}"/>
              </a:ext>
            </a:extLst>
          </p:cNvPr>
          <p:cNvSpPr/>
          <p:nvPr/>
        </p:nvSpPr>
        <p:spPr>
          <a:xfrm>
            <a:off x="2521924" y="1628039"/>
            <a:ext cx="1828803" cy="60666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Master Order Freq </a:t>
            </a:r>
            <a:endParaRPr lang="en-ID" sz="12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6429811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Shape 5">
            <a:extLst>
              <a:ext uri="{FF2B5EF4-FFF2-40B4-BE49-F238E27FC236}">
                <a16:creationId xmlns:a16="http://schemas.microsoft.com/office/drawing/2014/main" id="{B617A758-15A3-05B8-4601-84B50B94CE00}"/>
              </a:ext>
            </a:extLst>
          </p:cNvPr>
          <p:cNvSpPr/>
          <p:nvPr/>
        </p:nvSpPr>
        <p:spPr>
          <a:xfrm>
            <a:off x="172905" y="162480"/>
            <a:ext cx="11795760" cy="3613186"/>
          </a:xfrm>
          <a:prstGeom prst="roundRect">
            <a:avLst>
              <a:gd name="adj" fmla="val 1462"/>
            </a:avLst>
          </a:prstGeom>
          <a:solidFill>
            <a:srgbClr val="EAF1FA"/>
          </a:solidFill>
          <a:ln w="12700">
            <a:solidFill>
              <a:srgbClr val="C5D5EA"/>
            </a:solidFill>
            <a:prstDash val="solid"/>
          </a:ln>
          <a:effectLst>
            <a:outerShdw blurRad="63500" dist="1905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3" name="Shape 14">
            <a:extLst>
              <a:ext uri="{FF2B5EF4-FFF2-40B4-BE49-F238E27FC236}">
                <a16:creationId xmlns:a16="http://schemas.microsoft.com/office/drawing/2014/main" id="{8AB99EE2-2E8C-7B21-8F1D-CFCBE5FB9299}"/>
              </a:ext>
            </a:extLst>
          </p:cNvPr>
          <p:cNvSpPr/>
          <p:nvPr/>
        </p:nvSpPr>
        <p:spPr>
          <a:xfrm>
            <a:off x="1986031" y="1086024"/>
            <a:ext cx="1078992" cy="1078992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12700">
            <a:solidFill>
              <a:srgbClr val="C9D2DC"/>
            </a:solidFill>
            <a:prstDash val="solid"/>
          </a:ln>
          <a:effectLst>
            <a:outerShdw blurRad="63500" dist="1905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5" name="Shape 14">
            <a:extLst>
              <a:ext uri="{FF2B5EF4-FFF2-40B4-BE49-F238E27FC236}">
                <a16:creationId xmlns:a16="http://schemas.microsoft.com/office/drawing/2014/main" id="{F6DA782B-60A9-F6AC-9F63-88444E990CEF}"/>
              </a:ext>
            </a:extLst>
          </p:cNvPr>
          <p:cNvSpPr/>
          <p:nvPr/>
        </p:nvSpPr>
        <p:spPr>
          <a:xfrm>
            <a:off x="3570405" y="1086024"/>
            <a:ext cx="1078992" cy="1078992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12700">
            <a:solidFill>
              <a:srgbClr val="C9D2DC"/>
            </a:solidFill>
            <a:prstDash val="solid"/>
          </a:ln>
          <a:effectLst>
            <a:outerShdw blurRad="63500" dist="1905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7" name="Shape 14">
            <a:extLst>
              <a:ext uri="{FF2B5EF4-FFF2-40B4-BE49-F238E27FC236}">
                <a16:creationId xmlns:a16="http://schemas.microsoft.com/office/drawing/2014/main" id="{0094BF8A-79EE-AAE6-EFD4-A9A36E240457}"/>
              </a:ext>
            </a:extLst>
          </p:cNvPr>
          <p:cNvSpPr/>
          <p:nvPr/>
        </p:nvSpPr>
        <p:spPr>
          <a:xfrm>
            <a:off x="5218435" y="1086024"/>
            <a:ext cx="1078992" cy="1078992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12700">
            <a:solidFill>
              <a:srgbClr val="C9D2DC"/>
            </a:solidFill>
            <a:prstDash val="solid"/>
          </a:ln>
          <a:effectLst>
            <a:outerShdw blurRad="63500" dist="1905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9" name="Shape 6">
            <a:extLst>
              <a:ext uri="{FF2B5EF4-FFF2-40B4-BE49-F238E27FC236}">
                <a16:creationId xmlns:a16="http://schemas.microsoft.com/office/drawing/2014/main" id="{149ED4E3-7F8A-C792-EA3C-7CDC382978AC}"/>
              </a:ext>
            </a:extLst>
          </p:cNvPr>
          <p:cNvSpPr/>
          <p:nvPr/>
        </p:nvSpPr>
        <p:spPr>
          <a:xfrm>
            <a:off x="365760" y="272208"/>
            <a:ext cx="1691640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9050">
            <a:solidFill>
              <a:srgbClr val="1B3A6B"/>
            </a:solidFill>
            <a:prstDash val="solid"/>
          </a:ln>
          <a:effectLst>
            <a:outerShdw blurRad="63500" dist="1905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1" name="Shape 8">
            <a:extLst>
              <a:ext uri="{FF2B5EF4-FFF2-40B4-BE49-F238E27FC236}">
                <a16:creationId xmlns:a16="http://schemas.microsoft.com/office/drawing/2014/main" id="{E01EEF0A-B5A7-20D9-D3DF-2B84FC3723F9}"/>
              </a:ext>
            </a:extLst>
          </p:cNvPr>
          <p:cNvSpPr/>
          <p:nvPr/>
        </p:nvSpPr>
        <p:spPr>
          <a:xfrm>
            <a:off x="3383280" y="272208"/>
            <a:ext cx="5486400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D5DBE3"/>
            </a:solidFill>
            <a:prstDash val="solid"/>
          </a:ln>
        </p:spPr>
        <p:txBody>
          <a:bodyPr/>
          <a:lstStyle/>
          <a:p>
            <a:r>
              <a:rPr lang="en-US" dirty="0"/>
              <a:t>Flow Process Local Small Part</a:t>
            </a:r>
            <a:endParaRPr lang="en-ID" dirty="0"/>
          </a:p>
        </p:txBody>
      </p:sp>
      <p:sp>
        <p:nvSpPr>
          <p:cNvPr id="7" name="Shape 14">
            <a:extLst>
              <a:ext uri="{FF2B5EF4-FFF2-40B4-BE49-F238E27FC236}">
                <a16:creationId xmlns:a16="http://schemas.microsoft.com/office/drawing/2014/main" id="{96EC0322-B92E-ADED-7A5B-9E7A74001068}"/>
              </a:ext>
            </a:extLst>
          </p:cNvPr>
          <p:cNvSpPr/>
          <p:nvPr/>
        </p:nvSpPr>
        <p:spPr>
          <a:xfrm>
            <a:off x="338001" y="1086024"/>
            <a:ext cx="1078992" cy="1078992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12700">
            <a:solidFill>
              <a:srgbClr val="C9D2DC"/>
            </a:solidFill>
            <a:prstDash val="solid"/>
          </a:ln>
          <a:effectLst>
            <a:outerShdw blurRad="63500" dist="19050" dir="54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9" name="Image 0" descr="preencoded.png">
            <a:extLst>
              <a:ext uri="{FF2B5EF4-FFF2-40B4-BE49-F238E27FC236}">
                <a16:creationId xmlns:a16="http://schemas.microsoft.com/office/drawing/2014/main" id="{70F84940-EF4A-F5BF-51F2-1EC714306D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609" y="1259760"/>
            <a:ext cx="493776" cy="493776"/>
          </a:xfrm>
          <a:prstGeom prst="rect">
            <a:avLst/>
          </a:prstGeom>
        </p:spPr>
      </p:pic>
      <p:sp>
        <p:nvSpPr>
          <p:cNvPr id="11" name="Text 15">
            <a:extLst>
              <a:ext uri="{FF2B5EF4-FFF2-40B4-BE49-F238E27FC236}">
                <a16:creationId xmlns:a16="http://schemas.microsoft.com/office/drawing/2014/main" id="{78C860BB-580D-178E-63B7-0C0DC6142F72}"/>
              </a:ext>
            </a:extLst>
          </p:cNvPr>
          <p:cNvSpPr/>
          <p:nvPr/>
        </p:nvSpPr>
        <p:spPr>
          <a:xfrm>
            <a:off x="292281" y="1789584"/>
            <a:ext cx="11704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85000"/>
              </a:lnSpc>
              <a:buNone/>
            </a:pPr>
            <a:r>
              <a:rPr lang="en-US" sz="750" b="1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Supplier</a:t>
            </a:r>
            <a:endParaRPr lang="en-US" sz="750" dirty="0"/>
          </a:p>
        </p:txBody>
      </p:sp>
      <p:sp>
        <p:nvSpPr>
          <p:cNvPr id="13" name="Shape 16">
            <a:extLst>
              <a:ext uri="{FF2B5EF4-FFF2-40B4-BE49-F238E27FC236}">
                <a16:creationId xmlns:a16="http://schemas.microsoft.com/office/drawing/2014/main" id="{CB9D544A-13BB-FF1C-9FB3-DFA67C779087}"/>
              </a:ext>
            </a:extLst>
          </p:cNvPr>
          <p:cNvSpPr/>
          <p:nvPr/>
        </p:nvSpPr>
        <p:spPr>
          <a:xfrm>
            <a:off x="1449649" y="1625520"/>
            <a:ext cx="493776" cy="0"/>
          </a:xfrm>
          <a:prstGeom prst="line">
            <a:avLst/>
          </a:prstGeom>
          <a:noFill/>
          <a:ln w="31750">
            <a:solidFill>
              <a:srgbClr val="222222"/>
            </a:solidFill>
            <a:prstDash val="solid"/>
            <a:tailEnd type="triangle"/>
          </a:ln>
        </p:spPr>
      </p:sp>
      <p:pic>
        <p:nvPicPr>
          <p:cNvPr id="15" name="Image 1" descr="preencoded.png">
            <a:extLst>
              <a:ext uri="{FF2B5EF4-FFF2-40B4-BE49-F238E27FC236}">
                <a16:creationId xmlns:a16="http://schemas.microsoft.com/office/drawing/2014/main" id="{4F6E5934-BC00-4E30-CB35-045167AE9C8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58241" y="1259760"/>
            <a:ext cx="493776" cy="493776"/>
          </a:xfrm>
          <a:prstGeom prst="rect">
            <a:avLst/>
          </a:prstGeom>
        </p:spPr>
      </p:pic>
      <p:sp>
        <p:nvSpPr>
          <p:cNvPr id="17" name="Text 18">
            <a:extLst>
              <a:ext uri="{FF2B5EF4-FFF2-40B4-BE49-F238E27FC236}">
                <a16:creationId xmlns:a16="http://schemas.microsoft.com/office/drawing/2014/main" id="{A722D685-8625-AA02-3DB3-B086B78B8DB6}"/>
              </a:ext>
            </a:extLst>
          </p:cNvPr>
          <p:cNvSpPr/>
          <p:nvPr/>
        </p:nvSpPr>
        <p:spPr>
          <a:xfrm>
            <a:off x="1919913" y="1789584"/>
            <a:ext cx="11704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85000"/>
              </a:lnSpc>
              <a:buNone/>
            </a:pPr>
            <a:r>
              <a:rPr lang="en-US" sz="750" b="1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Receiving Part</a:t>
            </a:r>
            <a:endParaRPr lang="en-US" sz="750" dirty="0"/>
          </a:p>
        </p:txBody>
      </p:sp>
      <p:sp>
        <p:nvSpPr>
          <p:cNvPr id="19" name="Shape 19">
            <a:extLst>
              <a:ext uri="{FF2B5EF4-FFF2-40B4-BE49-F238E27FC236}">
                <a16:creationId xmlns:a16="http://schemas.microsoft.com/office/drawing/2014/main" id="{2F5737D7-6BA1-A336-9E00-4A2978625164}"/>
              </a:ext>
            </a:extLst>
          </p:cNvPr>
          <p:cNvSpPr/>
          <p:nvPr/>
        </p:nvSpPr>
        <p:spPr>
          <a:xfrm>
            <a:off x="2806881" y="1040304"/>
            <a:ext cx="237744" cy="237744"/>
          </a:xfrm>
          <a:prstGeom prst="ellipse">
            <a:avLst/>
          </a:prstGeom>
          <a:solidFill>
            <a:srgbClr val="11111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Text 20">
            <a:extLst>
              <a:ext uri="{FF2B5EF4-FFF2-40B4-BE49-F238E27FC236}">
                <a16:creationId xmlns:a16="http://schemas.microsoft.com/office/drawing/2014/main" id="{FEFBE672-F5EB-104D-2B62-328AE70E8ECC}"/>
              </a:ext>
            </a:extLst>
          </p:cNvPr>
          <p:cNvSpPr/>
          <p:nvPr/>
        </p:nvSpPr>
        <p:spPr>
          <a:xfrm>
            <a:off x="2806881" y="103573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00" dirty="0"/>
          </a:p>
        </p:txBody>
      </p:sp>
      <p:sp>
        <p:nvSpPr>
          <p:cNvPr id="23" name="Shape 21">
            <a:extLst>
              <a:ext uri="{FF2B5EF4-FFF2-40B4-BE49-F238E27FC236}">
                <a16:creationId xmlns:a16="http://schemas.microsoft.com/office/drawing/2014/main" id="{2D13A1D3-6C03-7CFB-FBED-765BCC5D60E8}"/>
              </a:ext>
            </a:extLst>
          </p:cNvPr>
          <p:cNvSpPr/>
          <p:nvPr/>
        </p:nvSpPr>
        <p:spPr>
          <a:xfrm>
            <a:off x="3099489" y="1625520"/>
            <a:ext cx="438912" cy="0"/>
          </a:xfrm>
          <a:prstGeom prst="line">
            <a:avLst/>
          </a:prstGeom>
          <a:noFill/>
          <a:ln w="31750">
            <a:solidFill>
              <a:srgbClr val="222222"/>
            </a:solidFill>
            <a:prstDash val="solid"/>
            <a:tailEnd type="triangle"/>
          </a:ln>
        </p:spPr>
      </p:sp>
      <p:sp>
        <p:nvSpPr>
          <p:cNvPr id="27" name="Text 23">
            <a:extLst>
              <a:ext uri="{FF2B5EF4-FFF2-40B4-BE49-F238E27FC236}">
                <a16:creationId xmlns:a16="http://schemas.microsoft.com/office/drawing/2014/main" id="{44D23AF4-D154-7119-74AB-8E52F01B27BE}"/>
              </a:ext>
            </a:extLst>
          </p:cNvPr>
          <p:cNvSpPr/>
          <p:nvPr/>
        </p:nvSpPr>
        <p:spPr>
          <a:xfrm>
            <a:off x="3506725" y="1789584"/>
            <a:ext cx="11704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85000"/>
              </a:lnSpc>
              <a:buNone/>
            </a:pPr>
            <a:r>
              <a:rPr lang="en-US" sz="750" b="1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Fill In to </a:t>
            </a:r>
            <a:r>
              <a:rPr lang="en-US" sz="750" b="1" dirty="0" err="1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PLane</a:t>
            </a:r>
            <a:endParaRPr lang="en-US" sz="750" dirty="0"/>
          </a:p>
        </p:txBody>
      </p:sp>
      <p:sp>
        <p:nvSpPr>
          <p:cNvPr id="29" name="Shape 24">
            <a:extLst>
              <a:ext uri="{FF2B5EF4-FFF2-40B4-BE49-F238E27FC236}">
                <a16:creationId xmlns:a16="http://schemas.microsoft.com/office/drawing/2014/main" id="{1E15A559-AB85-A6A0-16FC-2D47600283F6}"/>
              </a:ext>
            </a:extLst>
          </p:cNvPr>
          <p:cNvSpPr/>
          <p:nvPr/>
        </p:nvSpPr>
        <p:spPr>
          <a:xfrm>
            <a:off x="4434513" y="1040304"/>
            <a:ext cx="237744" cy="237744"/>
          </a:xfrm>
          <a:prstGeom prst="ellipse">
            <a:avLst/>
          </a:prstGeom>
          <a:solidFill>
            <a:srgbClr val="11111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1" name="Text 25">
            <a:extLst>
              <a:ext uri="{FF2B5EF4-FFF2-40B4-BE49-F238E27FC236}">
                <a16:creationId xmlns:a16="http://schemas.microsoft.com/office/drawing/2014/main" id="{5E0C2236-9B2F-97A8-DFE8-7F2885ED5A56}"/>
              </a:ext>
            </a:extLst>
          </p:cNvPr>
          <p:cNvSpPr/>
          <p:nvPr/>
        </p:nvSpPr>
        <p:spPr>
          <a:xfrm>
            <a:off x="4434513" y="103573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  <p:sp>
        <p:nvSpPr>
          <p:cNvPr id="35" name="Shape 27">
            <a:extLst>
              <a:ext uri="{FF2B5EF4-FFF2-40B4-BE49-F238E27FC236}">
                <a16:creationId xmlns:a16="http://schemas.microsoft.com/office/drawing/2014/main" id="{6D780BB2-F776-DD7E-A635-7507E5CC3CD7}"/>
              </a:ext>
            </a:extLst>
          </p:cNvPr>
          <p:cNvSpPr/>
          <p:nvPr/>
        </p:nvSpPr>
        <p:spPr>
          <a:xfrm>
            <a:off x="4727121" y="1625520"/>
            <a:ext cx="438912" cy="0"/>
          </a:xfrm>
          <a:prstGeom prst="line">
            <a:avLst/>
          </a:prstGeom>
          <a:noFill/>
          <a:ln w="31750">
            <a:solidFill>
              <a:srgbClr val="222222"/>
            </a:solidFill>
            <a:prstDash val="solid"/>
            <a:tailEnd type="triangle"/>
          </a:ln>
        </p:spPr>
      </p:sp>
      <p:sp>
        <p:nvSpPr>
          <p:cNvPr id="41" name="Shape 30">
            <a:extLst>
              <a:ext uri="{FF2B5EF4-FFF2-40B4-BE49-F238E27FC236}">
                <a16:creationId xmlns:a16="http://schemas.microsoft.com/office/drawing/2014/main" id="{E635B159-170E-C01D-A831-617580285E1C}"/>
              </a:ext>
            </a:extLst>
          </p:cNvPr>
          <p:cNvSpPr/>
          <p:nvPr/>
        </p:nvSpPr>
        <p:spPr>
          <a:xfrm>
            <a:off x="6062145" y="1040304"/>
            <a:ext cx="237744" cy="237744"/>
          </a:xfrm>
          <a:prstGeom prst="ellipse">
            <a:avLst/>
          </a:prstGeom>
          <a:solidFill>
            <a:srgbClr val="11111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3" name="Text 31">
            <a:extLst>
              <a:ext uri="{FF2B5EF4-FFF2-40B4-BE49-F238E27FC236}">
                <a16:creationId xmlns:a16="http://schemas.microsoft.com/office/drawing/2014/main" id="{96971015-219D-2A57-5E3B-BED9D5BEF13C}"/>
              </a:ext>
            </a:extLst>
          </p:cNvPr>
          <p:cNvSpPr/>
          <p:nvPr/>
        </p:nvSpPr>
        <p:spPr>
          <a:xfrm>
            <a:off x="6062145" y="103573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  <p:sp>
        <p:nvSpPr>
          <p:cNvPr id="45" name="Shape 32">
            <a:extLst>
              <a:ext uri="{FF2B5EF4-FFF2-40B4-BE49-F238E27FC236}">
                <a16:creationId xmlns:a16="http://schemas.microsoft.com/office/drawing/2014/main" id="{219B2B83-1D4F-B23E-2544-04D37C32D7B8}"/>
              </a:ext>
            </a:extLst>
          </p:cNvPr>
          <p:cNvSpPr/>
          <p:nvPr/>
        </p:nvSpPr>
        <p:spPr>
          <a:xfrm>
            <a:off x="6354753" y="1625520"/>
            <a:ext cx="438912" cy="0"/>
          </a:xfrm>
          <a:prstGeom prst="line">
            <a:avLst/>
          </a:prstGeom>
          <a:noFill/>
          <a:ln w="31750">
            <a:solidFill>
              <a:srgbClr val="222222"/>
            </a:solidFill>
            <a:prstDash val="solid"/>
            <a:tailEnd type="triangle"/>
          </a:ln>
        </p:spPr>
      </p:sp>
      <p:sp>
        <p:nvSpPr>
          <p:cNvPr id="47" name="Shape 33">
            <a:extLst>
              <a:ext uri="{FF2B5EF4-FFF2-40B4-BE49-F238E27FC236}">
                <a16:creationId xmlns:a16="http://schemas.microsoft.com/office/drawing/2014/main" id="{56A732AF-7366-B231-18D3-E114D7D622DB}"/>
              </a:ext>
            </a:extLst>
          </p:cNvPr>
          <p:cNvSpPr/>
          <p:nvPr/>
        </p:nvSpPr>
        <p:spPr>
          <a:xfrm>
            <a:off x="6848529" y="1086024"/>
            <a:ext cx="1078992" cy="1078992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12700">
            <a:solidFill>
              <a:srgbClr val="C9D2DC"/>
            </a:solidFill>
            <a:prstDash val="solid"/>
          </a:ln>
          <a:effectLst>
            <a:outerShdw blurRad="63500" dist="1905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1" name="Text 34">
            <a:extLst>
              <a:ext uri="{FF2B5EF4-FFF2-40B4-BE49-F238E27FC236}">
                <a16:creationId xmlns:a16="http://schemas.microsoft.com/office/drawing/2014/main" id="{8A3874C0-65FC-E4A7-BAD7-36C93739EDF4}"/>
              </a:ext>
            </a:extLst>
          </p:cNvPr>
          <p:cNvSpPr/>
          <p:nvPr/>
        </p:nvSpPr>
        <p:spPr>
          <a:xfrm>
            <a:off x="6802809" y="1789584"/>
            <a:ext cx="11704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85000"/>
              </a:lnSpc>
              <a:buNone/>
            </a:pPr>
            <a:r>
              <a:rPr lang="en-US" sz="750" b="1" dirty="0">
                <a:solidFill>
                  <a:srgbClr val="2A2A2A"/>
                </a:solidFill>
                <a:latin typeface="Arial" pitchFamily="34" charset="0"/>
                <a:cs typeface="Arial" pitchFamily="34" charset="-120"/>
              </a:rPr>
              <a:t>Unload</a:t>
            </a:r>
            <a:endParaRPr lang="en-US" sz="750" dirty="0"/>
          </a:p>
        </p:txBody>
      </p:sp>
      <p:sp>
        <p:nvSpPr>
          <p:cNvPr id="53" name="Shape 35">
            <a:extLst>
              <a:ext uri="{FF2B5EF4-FFF2-40B4-BE49-F238E27FC236}">
                <a16:creationId xmlns:a16="http://schemas.microsoft.com/office/drawing/2014/main" id="{890BDCFA-9586-0148-E302-34B7E4FCB346}"/>
              </a:ext>
            </a:extLst>
          </p:cNvPr>
          <p:cNvSpPr/>
          <p:nvPr/>
        </p:nvSpPr>
        <p:spPr>
          <a:xfrm>
            <a:off x="7689777" y="1040304"/>
            <a:ext cx="237744" cy="237744"/>
          </a:xfrm>
          <a:prstGeom prst="ellipse">
            <a:avLst/>
          </a:prstGeom>
          <a:solidFill>
            <a:srgbClr val="11111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5" name="Text 36">
            <a:extLst>
              <a:ext uri="{FF2B5EF4-FFF2-40B4-BE49-F238E27FC236}">
                <a16:creationId xmlns:a16="http://schemas.microsoft.com/office/drawing/2014/main" id="{A1A3B869-0FC1-764A-47A6-776D58820951}"/>
              </a:ext>
            </a:extLst>
          </p:cNvPr>
          <p:cNvSpPr/>
          <p:nvPr/>
        </p:nvSpPr>
        <p:spPr>
          <a:xfrm>
            <a:off x="7689777" y="103573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  <p:sp>
        <p:nvSpPr>
          <p:cNvPr id="69" name="Text 23">
            <a:extLst>
              <a:ext uri="{FF2B5EF4-FFF2-40B4-BE49-F238E27FC236}">
                <a16:creationId xmlns:a16="http://schemas.microsoft.com/office/drawing/2014/main" id="{BF18664E-FB49-AE99-42EE-89EFE254F418}"/>
              </a:ext>
            </a:extLst>
          </p:cNvPr>
          <p:cNvSpPr/>
          <p:nvPr/>
        </p:nvSpPr>
        <p:spPr>
          <a:xfrm>
            <a:off x="5154779" y="1789584"/>
            <a:ext cx="11704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85000"/>
              </a:lnSpc>
              <a:buNone/>
            </a:pPr>
            <a:r>
              <a:rPr lang="en-US" sz="750" b="1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Sorting </a:t>
            </a:r>
            <a:endParaRPr lang="en-US" sz="750" dirty="0"/>
          </a:p>
        </p:txBody>
      </p:sp>
      <p:sp>
        <p:nvSpPr>
          <p:cNvPr id="71" name="Shape 33">
            <a:extLst>
              <a:ext uri="{FF2B5EF4-FFF2-40B4-BE49-F238E27FC236}">
                <a16:creationId xmlns:a16="http://schemas.microsoft.com/office/drawing/2014/main" id="{BC491D40-8369-9E58-716B-EA5F3B3A5FB8}"/>
              </a:ext>
            </a:extLst>
          </p:cNvPr>
          <p:cNvSpPr/>
          <p:nvPr/>
        </p:nvSpPr>
        <p:spPr>
          <a:xfrm>
            <a:off x="8450839" y="1086024"/>
            <a:ext cx="1078992" cy="1078992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12700">
            <a:solidFill>
              <a:srgbClr val="C9D2DC"/>
            </a:solidFill>
            <a:prstDash val="solid"/>
          </a:ln>
          <a:effectLst>
            <a:outerShdw blurRad="63500" dist="1905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3" name="Text 34">
            <a:extLst>
              <a:ext uri="{FF2B5EF4-FFF2-40B4-BE49-F238E27FC236}">
                <a16:creationId xmlns:a16="http://schemas.microsoft.com/office/drawing/2014/main" id="{5609229D-4F8B-A2D4-6431-714377CD228C}"/>
              </a:ext>
            </a:extLst>
          </p:cNvPr>
          <p:cNvSpPr/>
          <p:nvPr/>
        </p:nvSpPr>
        <p:spPr>
          <a:xfrm>
            <a:off x="8405119" y="1789584"/>
            <a:ext cx="11704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85000"/>
              </a:lnSpc>
              <a:buNone/>
            </a:pPr>
            <a:r>
              <a:rPr lang="en-US" sz="750" b="1" dirty="0" err="1">
                <a:solidFill>
                  <a:srgbClr val="2A2A2A"/>
                </a:solidFill>
                <a:latin typeface="Arial" pitchFamily="34" charset="0"/>
                <a:cs typeface="Arial" pitchFamily="34" charset="-120"/>
              </a:rPr>
              <a:t>Buttnn</a:t>
            </a:r>
            <a:r>
              <a:rPr lang="en-US" sz="750" b="1" dirty="0">
                <a:solidFill>
                  <a:srgbClr val="2A2A2A"/>
                </a:solidFill>
                <a:latin typeface="Arial" pitchFamily="34" charset="0"/>
                <a:cs typeface="Arial" pitchFamily="34" charset="-120"/>
              </a:rPr>
              <a:t> Pass</a:t>
            </a:r>
            <a:endParaRPr lang="en-US" sz="750" dirty="0"/>
          </a:p>
        </p:txBody>
      </p:sp>
      <p:sp>
        <p:nvSpPr>
          <p:cNvPr id="75" name="Shape 33">
            <a:extLst>
              <a:ext uri="{FF2B5EF4-FFF2-40B4-BE49-F238E27FC236}">
                <a16:creationId xmlns:a16="http://schemas.microsoft.com/office/drawing/2014/main" id="{18ECD44C-1B87-26BB-93F6-6BD816A501C4}"/>
              </a:ext>
            </a:extLst>
          </p:cNvPr>
          <p:cNvSpPr/>
          <p:nvPr/>
        </p:nvSpPr>
        <p:spPr>
          <a:xfrm>
            <a:off x="10098869" y="1086024"/>
            <a:ext cx="1078992" cy="1078992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12700">
            <a:solidFill>
              <a:srgbClr val="C9D2DC"/>
            </a:solidFill>
            <a:prstDash val="solid"/>
          </a:ln>
          <a:effectLst>
            <a:outerShdw blurRad="63500" dist="1905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7" name="Text 34">
            <a:extLst>
              <a:ext uri="{FF2B5EF4-FFF2-40B4-BE49-F238E27FC236}">
                <a16:creationId xmlns:a16="http://schemas.microsoft.com/office/drawing/2014/main" id="{9DBFE2AA-8CD5-CDDF-6AB7-4048BE55401E}"/>
              </a:ext>
            </a:extLst>
          </p:cNvPr>
          <p:cNvSpPr/>
          <p:nvPr/>
        </p:nvSpPr>
        <p:spPr>
          <a:xfrm>
            <a:off x="10053149" y="1789584"/>
            <a:ext cx="11704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85000"/>
              </a:lnSpc>
              <a:buNone/>
            </a:pPr>
            <a:r>
              <a:rPr lang="en-US" sz="750" b="1" dirty="0">
                <a:solidFill>
                  <a:srgbClr val="2A2A2A"/>
                </a:solidFill>
                <a:latin typeface="Arial" pitchFamily="34" charset="0"/>
                <a:cs typeface="Arial" pitchFamily="34" charset="-120"/>
              </a:rPr>
              <a:t>Supply</a:t>
            </a:r>
            <a:endParaRPr lang="en-US" sz="750" dirty="0"/>
          </a:p>
        </p:txBody>
      </p:sp>
      <p:sp>
        <p:nvSpPr>
          <p:cNvPr id="79" name="Shape 33">
            <a:extLst>
              <a:ext uri="{FF2B5EF4-FFF2-40B4-BE49-F238E27FC236}">
                <a16:creationId xmlns:a16="http://schemas.microsoft.com/office/drawing/2014/main" id="{2D499332-D788-1F99-A92B-3E24ACC15A99}"/>
              </a:ext>
            </a:extLst>
          </p:cNvPr>
          <p:cNvSpPr/>
          <p:nvPr/>
        </p:nvSpPr>
        <p:spPr>
          <a:xfrm>
            <a:off x="8450839" y="2587273"/>
            <a:ext cx="1078992" cy="1078992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12700">
            <a:solidFill>
              <a:srgbClr val="C9D2DC"/>
            </a:solidFill>
            <a:prstDash val="solid"/>
          </a:ln>
          <a:effectLst>
            <a:outerShdw blurRad="63500" dist="1905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D" dirty="0"/>
          </a:p>
        </p:txBody>
      </p:sp>
      <p:sp>
        <p:nvSpPr>
          <p:cNvPr id="81" name="Text 34">
            <a:extLst>
              <a:ext uri="{FF2B5EF4-FFF2-40B4-BE49-F238E27FC236}">
                <a16:creationId xmlns:a16="http://schemas.microsoft.com/office/drawing/2014/main" id="{56E15126-FA72-14D0-9CAF-9D247DF8B4D0}"/>
              </a:ext>
            </a:extLst>
          </p:cNvPr>
          <p:cNvSpPr/>
          <p:nvPr/>
        </p:nvSpPr>
        <p:spPr>
          <a:xfrm>
            <a:off x="8405119" y="3300505"/>
            <a:ext cx="11704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85000"/>
              </a:lnSpc>
              <a:buNone/>
            </a:pPr>
            <a:r>
              <a:rPr lang="en-US" sz="750" b="1" dirty="0">
                <a:solidFill>
                  <a:srgbClr val="2A2A2A"/>
                </a:solidFill>
                <a:latin typeface="Arial" pitchFamily="34" charset="0"/>
                <a:cs typeface="Arial" pitchFamily="34" charset="-120"/>
              </a:rPr>
              <a:t>Unpacking</a:t>
            </a:r>
            <a:endParaRPr lang="en-US" sz="750" dirty="0"/>
          </a:p>
        </p:txBody>
      </p:sp>
      <p:sp>
        <p:nvSpPr>
          <p:cNvPr id="83" name="Shape 32">
            <a:extLst>
              <a:ext uri="{FF2B5EF4-FFF2-40B4-BE49-F238E27FC236}">
                <a16:creationId xmlns:a16="http://schemas.microsoft.com/office/drawing/2014/main" id="{2D694141-F1A4-7635-D5D1-CF364D787586}"/>
              </a:ext>
            </a:extLst>
          </p:cNvPr>
          <p:cNvSpPr/>
          <p:nvPr/>
        </p:nvSpPr>
        <p:spPr>
          <a:xfrm>
            <a:off x="8011927" y="1625520"/>
            <a:ext cx="438912" cy="0"/>
          </a:xfrm>
          <a:prstGeom prst="line">
            <a:avLst/>
          </a:prstGeom>
          <a:noFill/>
          <a:ln w="31750">
            <a:solidFill>
              <a:srgbClr val="222222"/>
            </a:solidFill>
            <a:prstDash val="solid"/>
            <a:tailEnd type="triangle"/>
          </a:ln>
        </p:spPr>
      </p:sp>
      <p:sp>
        <p:nvSpPr>
          <p:cNvPr id="85" name="Shape 32">
            <a:extLst>
              <a:ext uri="{FF2B5EF4-FFF2-40B4-BE49-F238E27FC236}">
                <a16:creationId xmlns:a16="http://schemas.microsoft.com/office/drawing/2014/main" id="{39E09703-913E-9076-D1BE-2857CE65C785}"/>
              </a:ext>
            </a:extLst>
          </p:cNvPr>
          <p:cNvSpPr/>
          <p:nvPr/>
        </p:nvSpPr>
        <p:spPr>
          <a:xfrm>
            <a:off x="9614237" y="1625520"/>
            <a:ext cx="438912" cy="0"/>
          </a:xfrm>
          <a:prstGeom prst="line">
            <a:avLst/>
          </a:prstGeom>
          <a:noFill/>
          <a:ln w="31750">
            <a:solidFill>
              <a:srgbClr val="222222"/>
            </a:solidFill>
            <a:prstDash val="solid"/>
            <a:tailEnd type="triangle"/>
          </a:ln>
        </p:spPr>
      </p:sp>
      <p:cxnSp>
        <p:nvCxnSpPr>
          <p:cNvPr id="87" name="Connector: Elbow 86">
            <a:extLst>
              <a:ext uri="{FF2B5EF4-FFF2-40B4-BE49-F238E27FC236}">
                <a16:creationId xmlns:a16="http://schemas.microsoft.com/office/drawing/2014/main" id="{358194DF-E6D9-8C90-F8EB-2B94E49397ED}"/>
              </a:ext>
            </a:extLst>
          </p:cNvPr>
          <p:cNvCxnSpPr>
            <a:cxnSpLocks/>
            <a:stCxn id="47" idx="2"/>
            <a:endCxn id="79" idx="1"/>
          </p:cNvCxnSpPr>
          <p:nvPr/>
        </p:nvCxnSpPr>
        <p:spPr>
          <a:xfrm rot="16200000" flipH="1">
            <a:off x="7438556" y="2114485"/>
            <a:ext cx="961753" cy="1062814"/>
          </a:xfrm>
          <a:prstGeom prst="bentConnector2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: Elbow 89">
            <a:extLst>
              <a:ext uri="{FF2B5EF4-FFF2-40B4-BE49-F238E27FC236}">
                <a16:creationId xmlns:a16="http://schemas.microsoft.com/office/drawing/2014/main" id="{18B3A21C-3CAC-39B6-1DFD-E92463414758}"/>
              </a:ext>
            </a:extLst>
          </p:cNvPr>
          <p:cNvCxnSpPr>
            <a:cxnSpLocks/>
            <a:stCxn id="79" idx="3"/>
            <a:endCxn id="75" idx="2"/>
          </p:cNvCxnSpPr>
          <p:nvPr/>
        </p:nvCxnSpPr>
        <p:spPr>
          <a:xfrm flipV="1">
            <a:off x="9529831" y="2165016"/>
            <a:ext cx="1108534" cy="961753"/>
          </a:xfrm>
          <a:prstGeom prst="bentConnector2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251313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5BFD0F-95F7-8AD4-CB14-5828441675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Shape 5">
            <a:extLst>
              <a:ext uri="{FF2B5EF4-FFF2-40B4-BE49-F238E27FC236}">
                <a16:creationId xmlns:a16="http://schemas.microsoft.com/office/drawing/2014/main" id="{28DC7594-49EE-EBBA-1117-59C860AB82CD}"/>
              </a:ext>
            </a:extLst>
          </p:cNvPr>
          <p:cNvSpPr/>
          <p:nvPr/>
        </p:nvSpPr>
        <p:spPr>
          <a:xfrm>
            <a:off x="198120" y="1019907"/>
            <a:ext cx="11795760" cy="4668715"/>
          </a:xfrm>
          <a:prstGeom prst="roundRect">
            <a:avLst>
              <a:gd name="adj" fmla="val 1462"/>
            </a:avLst>
          </a:prstGeom>
          <a:solidFill>
            <a:srgbClr val="EAF1FA"/>
          </a:solidFill>
          <a:ln w="12700">
            <a:solidFill>
              <a:srgbClr val="C5D5EA"/>
            </a:solidFill>
            <a:prstDash val="solid"/>
          </a:ln>
          <a:effectLst>
            <a:outerShdw blurRad="63500" dist="1905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1" name="Shape 8">
            <a:extLst>
              <a:ext uri="{FF2B5EF4-FFF2-40B4-BE49-F238E27FC236}">
                <a16:creationId xmlns:a16="http://schemas.microsoft.com/office/drawing/2014/main" id="{9533783F-C9AB-12D3-369F-CB93F18EA870}"/>
              </a:ext>
            </a:extLst>
          </p:cNvPr>
          <p:cNvSpPr/>
          <p:nvPr/>
        </p:nvSpPr>
        <p:spPr>
          <a:xfrm>
            <a:off x="3383280" y="1467963"/>
            <a:ext cx="5486400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D5DBE3"/>
            </a:solidFill>
            <a:prstDash val="solid"/>
          </a:ln>
        </p:spPr>
        <p:txBody>
          <a:bodyPr/>
          <a:lstStyle/>
          <a:p>
            <a:pPr algn="ctr"/>
            <a:r>
              <a:rPr lang="en-US" dirty="0"/>
              <a:t>Plane Simulation Concept System</a:t>
            </a:r>
            <a:endParaRPr lang="en-ID" dirty="0"/>
          </a:p>
        </p:txBody>
      </p:sp>
      <p:sp>
        <p:nvSpPr>
          <p:cNvPr id="94" name="Shape 14">
            <a:extLst>
              <a:ext uri="{FF2B5EF4-FFF2-40B4-BE49-F238E27FC236}">
                <a16:creationId xmlns:a16="http://schemas.microsoft.com/office/drawing/2014/main" id="{3EC95C2C-504C-ADB1-64BE-427D962B7886}"/>
              </a:ext>
            </a:extLst>
          </p:cNvPr>
          <p:cNvSpPr/>
          <p:nvPr/>
        </p:nvSpPr>
        <p:spPr>
          <a:xfrm>
            <a:off x="387565" y="2759718"/>
            <a:ext cx="1648030" cy="209740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12700">
            <a:solidFill>
              <a:srgbClr val="C9D2DC"/>
            </a:solidFill>
            <a:prstDash val="solid"/>
          </a:ln>
          <a:effectLst>
            <a:outerShdw blurRad="63500" dist="1905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" name="Shape 6">
            <a:extLst>
              <a:ext uri="{FF2B5EF4-FFF2-40B4-BE49-F238E27FC236}">
                <a16:creationId xmlns:a16="http://schemas.microsoft.com/office/drawing/2014/main" id="{AE25A2A5-A39C-07D1-43D9-A2117CCEDEA6}"/>
              </a:ext>
            </a:extLst>
          </p:cNvPr>
          <p:cNvSpPr/>
          <p:nvPr/>
        </p:nvSpPr>
        <p:spPr>
          <a:xfrm>
            <a:off x="533400" y="2869500"/>
            <a:ext cx="1303564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9050">
            <a:solidFill>
              <a:srgbClr val="1B3A6B"/>
            </a:solidFill>
            <a:prstDash val="solid"/>
          </a:ln>
          <a:effectLst>
            <a:outerShdw blurRad="63500" dist="19050" dir="5400000" algn="bl" rotWithShape="0">
              <a:srgbClr val="000000">
                <a:alpha val="10000"/>
              </a:srgbClr>
            </a:outerShdw>
          </a:effectLst>
        </p:spPr>
        <p:txBody>
          <a:bodyPr anchor="ctr"/>
          <a:lstStyle/>
          <a:p>
            <a:pPr algn="ctr"/>
            <a:r>
              <a:rPr lang="en-US" sz="1100" b="1" dirty="0"/>
              <a:t>Progress Lane </a:t>
            </a:r>
            <a:r>
              <a:rPr lang="en-US" sz="1100" b="1" dirty="0" err="1"/>
              <a:t>Containe</a:t>
            </a:r>
            <a:endParaRPr lang="en-ID" sz="1100" b="1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9FF32D7-8696-FB5E-A1A6-2736952356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5629" y="3391721"/>
            <a:ext cx="344607" cy="344607"/>
          </a:xfrm>
          <a:prstGeom prst="rect">
            <a:avLst/>
          </a:prstGeom>
        </p:spPr>
      </p:pic>
      <p:sp>
        <p:nvSpPr>
          <p:cNvPr id="16" name="Shape 14">
            <a:extLst>
              <a:ext uri="{FF2B5EF4-FFF2-40B4-BE49-F238E27FC236}">
                <a16:creationId xmlns:a16="http://schemas.microsoft.com/office/drawing/2014/main" id="{19D74766-4C41-6897-D9C3-219B4DBBC945}"/>
              </a:ext>
            </a:extLst>
          </p:cNvPr>
          <p:cNvSpPr/>
          <p:nvPr/>
        </p:nvSpPr>
        <p:spPr>
          <a:xfrm>
            <a:off x="2429644" y="2759718"/>
            <a:ext cx="1648030" cy="209740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12700">
            <a:solidFill>
              <a:srgbClr val="C9D2DC"/>
            </a:solidFill>
            <a:prstDash val="solid"/>
          </a:ln>
          <a:effectLst>
            <a:outerShdw blurRad="63500" dist="1905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Shape 6">
            <a:extLst>
              <a:ext uri="{FF2B5EF4-FFF2-40B4-BE49-F238E27FC236}">
                <a16:creationId xmlns:a16="http://schemas.microsoft.com/office/drawing/2014/main" id="{2AB8AD5A-D634-E3D4-E3CA-12CB1A5D76C9}"/>
              </a:ext>
            </a:extLst>
          </p:cNvPr>
          <p:cNvSpPr/>
          <p:nvPr/>
        </p:nvSpPr>
        <p:spPr>
          <a:xfrm>
            <a:off x="2608135" y="2869500"/>
            <a:ext cx="1303564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9050">
            <a:solidFill>
              <a:srgbClr val="1B3A6B"/>
            </a:solidFill>
            <a:prstDash val="solid"/>
          </a:ln>
          <a:effectLst>
            <a:outerShdw blurRad="63500" dist="19050" dir="5400000" algn="bl" rotWithShape="0">
              <a:srgbClr val="000000">
                <a:alpha val="10000"/>
              </a:srgbClr>
            </a:outerShdw>
          </a:effectLst>
        </p:spPr>
        <p:txBody>
          <a:bodyPr anchor="ctr"/>
          <a:lstStyle/>
          <a:p>
            <a:pPr algn="ctr"/>
            <a:r>
              <a:rPr lang="en-US" sz="1100" b="1" dirty="0"/>
              <a:t>Master Part</a:t>
            </a:r>
            <a:endParaRPr lang="en-ID" sz="1100" b="1" dirty="0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075EA52E-DB09-89EF-EE92-21BDC3CA22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47708" y="3391721"/>
            <a:ext cx="344607" cy="344607"/>
          </a:xfrm>
          <a:prstGeom prst="rect">
            <a:avLst/>
          </a:prstGeom>
        </p:spPr>
      </p:pic>
      <p:sp>
        <p:nvSpPr>
          <p:cNvPr id="26" name="Shape 6">
            <a:extLst>
              <a:ext uri="{FF2B5EF4-FFF2-40B4-BE49-F238E27FC236}">
                <a16:creationId xmlns:a16="http://schemas.microsoft.com/office/drawing/2014/main" id="{BBDDF957-988C-0EFE-C440-A0E5E24C30CD}"/>
              </a:ext>
            </a:extLst>
          </p:cNvPr>
          <p:cNvSpPr/>
          <p:nvPr/>
        </p:nvSpPr>
        <p:spPr>
          <a:xfrm>
            <a:off x="361143" y="3407144"/>
            <a:ext cx="1303564" cy="384048"/>
          </a:xfrm>
          <a:prstGeom prst="roundRect">
            <a:avLst>
              <a:gd name="adj" fmla="val 14286"/>
            </a:avLst>
          </a:prstGeom>
          <a:noFill/>
          <a:ln w="19050">
            <a:noFill/>
            <a:prstDash val="solid"/>
          </a:ln>
          <a:effectLst>
            <a:outerShdw blurRad="63500" dist="19050" dir="5400000" algn="bl" rotWithShape="0">
              <a:srgbClr val="000000">
                <a:alpha val="10000"/>
              </a:srgbClr>
            </a:outerShdw>
          </a:effectLst>
        </p:spPr>
        <p:txBody>
          <a:bodyPr anchor="ctr"/>
          <a:lstStyle/>
          <a:p>
            <a:r>
              <a:rPr lang="en-US" sz="1100" dirty="0" err="1"/>
              <a:t>Procrutment</a:t>
            </a:r>
            <a:endParaRPr lang="en-ID" sz="1100" dirty="0"/>
          </a:p>
        </p:txBody>
      </p:sp>
      <p:sp>
        <p:nvSpPr>
          <p:cNvPr id="30" name="Shape 6">
            <a:extLst>
              <a:ext uri="{FF2B5EF4-FFF2-40B4-BE49-F238E27FC236}">
                <a16:creationId xmlns:a16="http://schemas.microsoft.com/office/drawing/2014/main" id="{B535A447-4B37-7B75-3461-241E9F8C74E3}"/>
              </a:ext>
            </a:extLst>
          </p:cNvPr>
          <p:cNvSpPr/>
          <p:nvPr/>
        </p:nvSpPr>
        <p:spPr>
          <a:xfrm>
            <a:off x="2429644" y="3407144"/>
            <a:ext cx="1303564" cy="384048"/>
          </a:xfrm>
          <a:prstGeom prst="roundRect">
            <a:avLst>
              <a:gd name="adj" fmla="val 14286"/>
            </a:avLst>
          </a:prstGeom>
          <a:noFill/>
          <a:ln w="19050">
            <a:noFill/>
            <a:prstDash val="solid"/>
          </a:ln>
          <a:effectLst>
            <a:outerShdw blurRad="63500" dist="19050" dir="5400000" algn="bl" rotWithShape="0">
              <a:srgbClr val="000000">
                <a:alpha val="10000"/>
              </a:srgbClr>
            </a:outerShdw>
          </a:effectLst>
        </p:spPr>
        <p:txBody>
          <a:bodyPr anchor="ctr"/>
          <a:lstStyle/>
          <a:p>
            <a:r>
              <a:rPr lang="en-US" sz="1100" dirty="0" err="1"/>
              <a:t>Engser</a:t>
            </a:r>
            <a:r>
              <a:rPr lang="en-US" sz="1100" dirty="0"/>
              <a:t> -</a:t>
            </a:r>
            <a:r>
              <a:rPr lang="en-US" sz="1100" dirty="0" err="1"/>
              <a:t>Tunjung</a:t>
            </a:r>
            <a:endParaRPr lang="en-ID" sz="1100" dirty="0"/>
          </a:p>
        </p:txBody>
      </p:sp>
      <p:sp>
        <p:nvSpPr>
          <p:cNvPr id="33" name="Shape 14">
            <a:extLst>
              <a:ext uri="{FF2B5EF4-FFF2-40B4-BE49-F238E27FC236}">
                <a16:creationId xmlns:a16="http://schemas.microsoft.com/office/drawing/2014/main" id="{36E09CB6-1B28-16EA-2364-714AFE3403D3}"/>
              </a:ext>
            </a:extLst>
          </p:cNvPr>
          <p:cNvSpPr/>
          <p:nvPr/>
        </p:nvSpPr>
        <p:spPr>
          <a:xfrm>
            <a:off x="9564515" y="3557527"/>
            <a:ext cx="1648030" cy="649713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12700">
            <a:solidFill>
              <a:srgbClr val="C9D2DC"/>
            </a:solidFill>
            <a:prstDash val="solid"/>
          </a:ln>
          <a:effectLst>
            <a:outerShdw blurRad="63500" dist="1905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6" name="Shape 6">
            <a:extLst>
              <a:ext uri="{FF2B5EF4-FFF2-40B4-BE49-F238E27FC236}">
                <a16:creationId xmlns:a16="http://schemas.microsoft.com/office/drawing/2014/main" id="{A073222B-C0F7-9C85-A9D2-08328F642EC9}"/>
              </a:ext>
            </a:extLst>
          </p:cNvPr>
          <p:cNvSpPr/>
          <p:nvPr/>
        </p:nvSpPr>
        <p:spPr>
          <a:xfrm>
            <a:off x="9710350" y="3669596"/>
            <a:ext cx="1303564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9050">
            <a:solidFill>
              <a:srgbClr val="1B3A6B"/>
            </a:solidFill>
            <a:prstDash val="solid"/>
          </a:ln>
          <a:effectLst>
            <a:outerShdw blurRad="63500" dist="19050" dir="5400000" algn="bl" rotWithShape="0">
              <a:srgbClr val="000000">
                <a:alpha val="10000"/>
              </a:srgbClr>
            </a:outerShdw>
          </a:effectLst>
        </p:spPr>
        <p:txBody>
          <a:bodyPr anchor="ctr"/>
          <a:lstStyle/>
          <a:p>
            <a:pPr algn="ctr"/>
            <a:r>
              <a:rPr lang="en-US" sz="1100" b="1" dirty="0"/>
              <a:t>Master Plane</a:t>
            </a:r>
            <a:endParaRPr lang="en-ID" sz="1100" b="1" dirty="0"/>
          </a:p>
        </p:txBody>
      </p:sp>
      <p:sp>
        <p:nvSpPr>
          <p:cNvPr id="38" name="Shape 14">
            <a:extLst>
              <a:ext uri="{FF2B5EF4-FFF2-40B4-BE49-F238E27FC236}">
                <a16:creationId xmlns:a16="http://schemas.microsoft.com/office/drawing/2014/main" id="{BCC7E3DC-AD9B-3176-1A79-BD276FB8B98D}"/>
              </a:ext>
            </a:extLst>
          </p:cNvPr>
          <p:cNvSpPr/>
          <p:nvPr/>
        </p:nvSpPr>
        <p:spPr>
          <a:xfrm>
            <a:off x="4471723" y="2757431"/>
            <a:ext cx="1648030" cy="209740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12700">
            <a:solidFill>
              <a:srgbClr val="C9D2DC"/>
            </a:solidFill>
            <a:prstDash val="solid"/>
          </a:ln>
          <a:effectLst>
            <a:outerShdw blurRad="63500" dist="1905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0" name="Shape 6">
            <a:extLst>
              <a:ext uri="{FF2B5EF4-FFF2-40B4-BE49-F238E27FC236}">
                <a16:creationId xmlns:a16="http://schemas.microsoft.com/office/drawing/2014/main" id="{44E89CCF-7988-18C0-E1C4-F9EFB7755AF5}"/>
              </a:ext>
            </a:extLst>
          </p:cNvPr>
          <p:cNvSpPr/>
          <p:nvPr/>
        </p:nvSpPr>
        <p:spPr>
          <a:xfrm>
            <a:off x="4617558" y="2867213"/>
            <a:ext cx="1303564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9050">
            <a:solidFill>
              <a:srgbClr val="1B3A6B"/>
            </a:solidFill>
            <a:prstDash val="solid"/>
          </a:ln>
          <a:effectLst>
            <a:outerShdw blurRad="63500" dist="19050" dir="5400000" algn="bl" rotWithShape="0">
              <a:srgbClr val="000000">
                <a:alpha val="10000"/>
              </a:srgbClr>
            </a:outerShdw>
          </a:effectLst>
        </p:spPr>
        <p:txBody>
          <a:bodyPr anchor="ctr"/>
          <a:lstStyle/>
          <a:p>
            <a:pPr algn="ctr"/>
            <a:r>
              <a:rPr lang="en-US" sz="1100" b="1" dirty="0"/>
              <a:t>Master Order Freq</a:t>
            </a:r>
            <a:endParaRPr lang="en-ID" sz="1100" b="1" dirty="0"/>
          </a:p>
        </p:txBody>
      </p:sp>
      <p:pic>
        <p:nvPicPr>
          <p:cNvPr id="44" name="Picture 43">
            <a:extLst>
              <a:ext uri="{FF2B5EF4-FFF2-40B4-BE49-F238E27FC236}">
                <a16:creationId xmlns:a16="http://schemas.microsoft.com/office/drawing/2014/main" id="{2B779580-B836-C5F2-9626-8DFAFDE923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6632" y="3391721"/>
            <a:ext cx="344607" cy="344607"/>
          </a:xfrm>
          <a:prstGeom prst="rect">
            <a:avLst/>
          </a:prstGeom>
        </p:spPr>
      </p:pic>
      <p:sp>
        <p:nvSpPr>
          <p:cNvPr id="48" name="Shape 6">
            <a:extLst>
              <a:ext uri="{FF2B5EF4-FFF2-40B4-BE49-F238E27FC236}">
                <a16:creationId xmlns:a16="http://schemas.microsoft.com/office/drawing/2014/main" id="{4EF19D8E-31FC-7CAF-A772-90B4ABA33D5E}"/>
              </a:ext>
            </a:extLst>
          </p:cNvPr>
          <p:cNvSpPr/>
          <p:nvPr/>
        </p:nvSpPr>
        <p:spPr>
          <a:xfrm>
            <a:off x="4498568" y="3407144"/>
            <a:ext cx="1303564" cy="384048"/>
          </a:xfrm>
          <a:prstGeom prst="roundRect">
            <a:avLst>
              <a:gd name="adj" fmla="val 14286"/>
            </a:avLst>
          </a:prstGeom>
          <a:noFill/>
          <a:ln w="19050">
            <a:noFill/>
            <a:prstDash val="solid"/>
          </a:ln>
          <a:effectLst>
            <a:outerShdw blurRad="63500" dist="19050" dir="5400000" algn="bl" rotWithShape="0">
              <a:srgbClr val="000000">
                <a:alpha val="10000"/>
              </a:srgbClr>
            </a:outerShdw>
          </a:effectLst>
        </p:spPr>
        <p:txBody>
          <a:bodyPr anchor="ctr"/>
          <a:lstStyle/>
          <a:p>
            <a:r>
              <a:rPr lang="en-US" sz="1100" dirty="0" err="1"/>
              <a:t>Engser</a:t>
            </a:r>
            <a:r>
              <a:rPr lang="en-US" sz="1100" dirty="0"/>
              <a:t> -</a:t>
            </a:r>
            <a:r>
              <a:rPr lang="en-US" sz="1100" dirty="0" err="1"/>
              <a:t>Tunjung</a:t>
            </a:r>
            <a:endParaRPr lang="en-ID" sz="1100" dirty="0"/>
          </a:p>
        </p:txBody>
      </p:sp>
      <p:sp>
        <p:nvSpPr>
          <p:cNvPr id="50" name="Shape 14">
            <a:extLst>
              <a:ext uri="{FF2B5EF4-FFF2-40B4-BE49-F238E27FC236}">
                <a16:creationId xmlns:a16="http://schemas.microsoft.com/office/drawing/2014/main" id="{A7217639-B56F-AE66-1E6E-AF06D0F6758A}"/>
              </a:ext>
            </a:extLst>
          </p:cNvPr>
          <p:cNvSpPr/>
          <p:nvPr/>
        </p:nvSpPr>
        <p:spPr>
          <a:xfrm>
            <a:off x="6515817" y="2757431"/>
            <a:ext cx="1648030" cy="209740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12700">
            <a:solidFill>
              <a:srgbClr val="C9D2DC"/>
            </a:solidFill>
            <a:prstDash val="solid"/>
          </a:ln>
          <a:effectLst>
            <a:outerShdw blurRad="63500" dist="1905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4" name="Shape 6">
            <a:extLst>
              <a:ext uri="{FF2B5EF4-FFF2-40B4-BE49-F238E27FC236}">
                <a16:creationId xmlns:a16="http://schemas.microsoft.com/office/drawing/2014/main" id="{8275CE26-50EC-C251-CFC0-E3FD58FE2362}"/>
              </a:ext>
            </a:extLst>
          </p:cNvPr>
          <p:cNvSpPr/>
          <p:nvPr/>
        </p:nvSpPr>
        <p:spPr>
          <a:xfrm>
            <a:off x="6661652" y="2867213"/>
            <a:ext cx="1303564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9050">
            <a:solidFill>
              <a:srgbClr val="1B3A6B"/>
            </a:solidFill>
            <a:prstDash val="solid"/>
          </a:ln>
          <a:effectLst>
            <a:outerShdw blurRad="63500" dist="19050" dir="5400000" algn="bl" rotWithShape="0">
              <a:srgbClr val="000000">
                <a:alpha val="10000"/>
              </a:srgbClr>
            </a:outerShdw>
          </a:effectLst>
        </p:spPr>
        <p:txBody>
          <a:bodyPr anchor="ctr"/>
          <a:lstStyle/>
          <a:p>
            <a:pPr algn="ctr"/>
            <a:r>
              <a:rPr lang="en-US" sz="1100" b="1" dirty="0"/>
              <a:t>IIS System</a:t>
            </a:r>
            <a:endParaRPr lang="en-ID" sz="1100" b="1" dirty="0"/>
          </a:p>
        </p:txBody>
      </p:sp>
      <p:sp>
        <p:nvSpPr>
          <p:cNvPr id="66" name="Shape 6">
            <a:extLst>
              <a:ext uri="{FF2B5EF4-FFF2-40B4-BE49-F238E27FC236}">
                <a16:creationId xmlns:a16="http://schemas.microsoft.com/office/drawing/2014/main" id="{E9ED8B83-50FD-4C49-6DA8-1D3B7BCBF2B8}"/>
              </a:ext>
            </a:extLst>
          </p:cNvPr>
          <p:cNvSpPr/>
          <p:nvPr/>
        </p:nvSpPr>
        <p:spPr>
          <a:xfrm>
            <a:off x="6551018" y="3407144"/>
            <a:ext cx="1303564" cy="384048"/>
          </a:xfrm>
          <a:prstGeom prst="roundRect">
            <a:avLst>
              <a:gd name="adj" fmla="val 14286"/>
            </a:avLst>
          </a:prstGeom>
          <a:noFill/>
          <a:ln w="19050">
            <a:noFill/>
            <a:prstDash val="solid"/>
          </a:ln>
          <a:effectLst>
            <a:outerShdw blurRad="63500" dist="19050" dir="5400000" algn="bl" rotWithShape="0">
              <a:srgbClr val="000000">
                <a:alpha val="10000"/>
              </a:srgbClr>
            </a:outerShdw>
          </a:effectLst>
        </p:spPr>
        <p:txBody>
          <a:bodyPr anchor="ctr"/>
          <a:lstStyle/>
          <a:p>
            <a:r>
              <a:rPr lang="en-US" sz="1100" dirty="0"/>
              <a:t>Internal System</a:t>
            </a:r>
            <a:endParaRPr lang="en-ID" sz="1100" dirty="0"/>
          </a:p>
        </p:txBody>
      </p:sp>
      <p:sp>
        <p:nvSpPr>
          <p:cNvPr id="68" name="Flowchart: Magnetic Disk 67">
            <a:extLst>
              <a:ext uri="{FF2B5EF4-FFF2-40B4-BE49-F238E27FC236}">
                <a16:creationId xmlns:a16="http://schemas.microsoft.com/office/drawing/2014/main" id="{3FFE0EAC-C339-83EF-E992-5EEB7203AA79}"/>
              </a:ext>
            </a:extLst>
          </p:cNvPr>
          <p:cNvSpPr/>
          <p:nvPr/>
        </p:nvSpPr>
        <p:spPr>
          <a:xfrm>
            <a:off x="7729212" y="3511260"/>
            <a:ext cx="250740" cy="172304"/>
          </a:xfrm>
          <a:prstGeom prst="flowChartMagneticDisk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72" name="Shape 6">
            <a:extLst>
              <a:ext uri="{FF2B5EF4-FFF2-40B4-BE49-F238E27FC236}">
                <a16:creationId xmlns:a16="http://schemas.microsoft.com/office/drawing/2014/main" id="{A9C8AC43-5DFE-4822-71BF-11C7987308B8}"/>
              </a:ext>
            </a:extLst>
          </p:cNvPr>
          <p:cNvSpPr/>
          <p:nvPr/>
        </p:nvSpPr>
        <p:spPr>
          <a:xfrm>
            <a:off x="559798" y="3853131"/>
            <a:ext cx="1303564" cy="808047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1B3A6B"/>
            </a:solidFill>
            <a:prstDash val="solid"/>
          </a:ln>
          <a:effectLst>
            <a:outerShdw blurRad="63500" dist="19050" dir="5400000" algn="bl" rotWithShape="0">
              <a:srgbClr val="000000">
                <a:alpha val="10000"/>
              </a:srgbClr>
            </a:outerShdw>
          </a:effectLst>
        </p:spPr>
        <p:txBody>
          <a:bodyPr anchor="ctr"/>
          <a:lstStyle/>
          <a:p>
            <a:pPr algn="ctr"/>
            <a:r>
              <a:rPr lang="en-US" sz="1100" dirty="0"/>
              <a:t>Data Order Harian</a:t>
            </a:r>
            <a:endParaRPr lang="en-ID" sz="1100" dirty="0"/>
          </a:p>
        </p:txBody>
      </p:sp>
      <p:sp>
        <p:nvSpPr>
          <p:cNvPr id="80" name="Shape 6">
            <a:extLst>
              <a:ext uri="{FF2B5EF4-FFF2-40B4-BE49-F238E27FC236}">
                <a16:creationId xmlns:a16="http://schemas.microsoft.com/office/drawing/2014/main" id="{3615819F-681D-B1C5-D1E9-951B1DA66392}"/>
              </a:ext>
            </a:extLst>
          </p:cNvPr>
          <p:cNvSpPr/>
          <p:nvPr/>
        </p:nvSpPr>
        <p:spPr>
          <a:xfrm>
            <a:off x="2601877" y="3892701"/>
            <a:ext cx="1303564" cy="808047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1B3A6B"/>
            </a:solidFill>
            <a:prstDash val="solid"/>
          </a:ln>
          <a:effectLst>
            <a:outerShdw blurRad="63500" dist="19050" dir="5400000" algn="bl" rotWithShape="0">
              <a:srgbClr val="000000">
                <a:alpha val="10000"/>
              </a:srgbClr>
            </a:outerShdw>
          </a:effectLst>
        </p:spPr>
        <p:txBody>
          <a:bodyPr anchor="ctr"/>
          <a:lstStyle/>
          <a:p>
            <a:pPr marL="171450" indent="-171450">
              <a:buFontTx/>
              <a:buChar char="-"/>
            </a:pPr>
            <a:r>
              <a:rPr lang="en-US" sz="800" dirty="0"/>
              <a:t>Status Part (</a:t>
            </a:r>
            <a:r>
              <a:rPr lang="en-US" sz="800" dirty="0" err="1"/>
              <a:t>Unpacking,Sorting</a:t>
            </a:r>
            <a:r>
              <a:rPr lang="en-US" sz="800" dirty="0"/>
              <a:t>, Direct)</a:t>
            </a:r>
          </a:p>
          <a:p>
            <a:pPr marL="171450" indent="-171450">
              <a:buFontTx/>
              <a:buChar char="-"/>
            </a:pPr>
            <a:r>
              <a:rPr lang="en-US" sz="800" dirty="0" err="1"/>
              <a:t>Dimensi</a:t>
            </a:r>
            <a:r>
              <a:rPr lang="en-US" sz="800" dirty="0"/>
              <a:t> Box m3</a:t>
            </a:r>
            <a:endParaRPr lang="en-ID" sz="800" dirty="0"/>
          </a:p>
        </p:txBody>
      </p:sp>
      <p:sp>
        <p:nvSpPr>
          <p:cNvPr id="84" name="Shape 6">
            <a:extLst>
              <a:ext uri="{FF2B5EF4-FFF2-40B4-BE49-F238E27FC236}">
                <a16:creationId xmlns:a16="http://schemas.microsoft.com/office/drawing/2014/main" id="{1AD3357C-008A-2569-BB4C-BC2461DC0041}"/>
              </a:ext>
            </a:extLst>
          </p:cNvPr>
          <p:cNvSpPr/>
          <p:nvPr/>
        </p:nvSpPr>
        <p:spPr>
          <a:xfrm>
            <a:off x="4616146" y="3933631"/>
            <a:ext cx="1303564" cy="808047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1B3A6B"/>
            </a:solidFill>
            <a:prstDash val="solid"/>
          </a:ln>
          <a:effectLst>
            <a:outerShdw blurRad="63500" dist="19050" dir="5400000" algn="bl" rotWithShape="0">
              <a:srgbClr val="000000">
                <a:alpha val="10000"/>
              </a:srgbClr>
            </a:outerShdw>
          </a:effectLst>
        </p:spPr>
        <p:txBody>
          <a:bodyPr anchor="ctr"/>
          <a:lstStyle/>
          <a:p>
            <a:pPr algn="ctr"/>
            <a:r>
              <a:rPr lang="en-US" sz="1100" dirty="0"/>
              <a:t>Setting </a:t>
            </a:r>
            <a:r>
              <a:rPr lang="en-US" sz="1100" dirty="0" err="1"/>
              <a:t>Fisik</a:t>
            </a:r>
            <a:r>
              <a:rPr lang="en-US" sz="1100" dirty="0"/>
              <a:t> &amp; Freq Plane</a:t>
            </a:r>
            <a:endParaRPr lang="en-ID" sz="1100" dirty="0"/>
          </a:p>
        </p:txBody>
      </p:sp>
      <p:sp>
        <p:nvSpPr>
          <p:cNvPr id="88" name="Shape 6">
            <a:extLst>
              <a:ext uri="{FF2B5EF4-FFF2-40B4-BE49-F238E27FC236}">
                <a16:creationId xmlns:a16="http://schemas.microsoft.com/office/drawing/2014/main" id="{BAB702C1-A551-4B52-1F07-DE40B07C8034}"/>
              </a:ext>
            </a:extLst>
          </p:cNvPr>
          <p:cNvSpPr/>
          <p:nvPr/>
        </p:nvSpPr>
        <p:spPr>
          <a:xfrm>
            <a:off x="6688050" y="3926010"/>
            <a:ext cx="1303564" cy="808047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1B3A6B"/>
            </a:solidFill>
            <a:prstDash val="solid"/>
          </a:ln>
          <a:effectLst>
            <a:outerShdw blurRad="63500" dist="19050" dir="5400000" algn="bl" rotWithShape="0">
              <a:srgbClr val="000000">
                <a:alpha val="10000"/>
              </a:srgbClr>
            </a:outerShdw>
          </a:effectLst>
        </p:spPr>
        <p:txBody>
          <a:bodyPr anchor="ctr"/>
          <a:lstStyle/>
          <a:p>
            <a:pPr algn="ctr"/>
            <a:r>
              <a:rPr lang="en-US" sz="1100" dirty="0"/>
              <a:t>Setting Andon</a:t>
            </a:r>
            <a:endParaRPr lang="en-ID" sz="1100" dirty="0"/>
          </a:p>
        </p:txBody>
      </p:sp>
      <p:sp>
        <p:nvSpPr>
          <p:cNvPr id="91" name="Flowchart: Magnetic Disk 90">
            <a:extLst>
              <a:ext uri="{FF2B5EF4-FFF2-40B4-BE49-F238E27FC236}">
                <a16:creationId xmlns:a16="http://schemas.microsoft.com/office/drawing/2014/main" id="{87430ED7-353D-7827-3B45-4F3E43AC1492}"/>
              </a:ext>
            </a:extLst>
          </p:cNvPr>
          <p:cNvSpPr/>
          <p:nvPr/>
        </p:nvSpPr>
        <p:spPr>
          <a:xfrm>
            <a:off x="10236762" y="3471375"/>
            <a:ext cx="250740" cy="172304"/>
          </a:xfrm>
          <a:prstGeom prst="flowChartMagneticDisk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cxnSp>
        <p:nvCxnSpPr>
          <p:cNvPr id="92" name="Connector: Elbow 91">
            <a:extLst>
              <a:ext uri="{FF2B5EF4-FFF2-40B4-BE49-F238E27FC236}">
                <a16:creationId xmlns:a16="http://schemas.microsoft.com/office/drawing/2014/main" id="{4CCBDDC7-CA2A-9B80-33AD-42FE2CB93D63}"/>
              </a:ext>
            </a:extLst>
          </p:cNvPr>
          <p:cNvCxnSpPr>
            <a:cxnSpLocks/>
            <a:stCxn id="94" idx="2"/>
          </p:cNvCxnSpPr>
          <p:nvPr/>
        </p:nvCxnSpPr>
        <p:spPr>
          <a:xfrm rot="5400000" flipH="1" flipV="1">
            <a:off x="4905591" y="198199"/>
            <a:ext cx="964911" cy="8352935"/>
          </a:xfrm>
          <a:prstGeom prst="bentConnector4">
            <a:avLst>
              <a:gd name="adj1" fmla="val -39767"/>
              <a:gd name="adj2" fmla="val 89239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: Elbow 97">
            <a:extLst>
              <a:ext uri="{FF2B5EF4-FFF2-40B4-BE49-F238E27FC236}">
                <a16:creationId xmlns:a16="http://schemas.microsoft.com/office/drawing/2014/main" id="{C16586DA-CB9B-4FBE-4EEC-951B29DF5706}"/>
              </a:ext>
            </a:extLst>
          </p:cNvPr>
          <p:cNvCxnSpPr>
            <a:cxnSpLocks/>
            <a:stCxn id="16" idx="2"/>
            <a:endCxn id="33" idx="1"/>
          </p:cNvCxnSpPr>
          <p:nvPr/>
        </p:nvCxnSpPr>
        <p:spPr>
          <a:xfrm rot="5400000" flipH="1" flipV="1">
            <a:off x="5921718" y="1214325"/>
            <a:ext cx="974738" cy="6310856"/>
          </a:xfrm>
          <a:prstGeom prst="bentConnector4">
            <a:avLst>
              <a:gd name="adj1" fmla="val -38529"/>
              <a:gd name="adj2" fmla="val 85637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: Elbow 99">
            <a:extLst>
              <a:ext uri="{FF2B5EF4-FFF2-40B4-BE49-F238E27FC236}">
                <a16:creationId xmlns:a16="http://schemas.microsoft.com/office/drawing/2014/main" id="{3C36C8AA-476E-DDAD-27BB-5FF6C9E7A4F3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6943900" y="2258439"/>
            <a:ext cx="972451" cy="4268777"/>
          </a:xfrm>
          <a:prstGeom prst="bentConnector4">
            <a:avLst>
              <a:gd name="adj1" fmla="val -36941"/>
              <a:gd name="adj2" fmla="val 78778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: Elbow 101">
            <a:extLst>
              <a:ext uri="{FF2B5EF4-FFF2-40B4-BE49-F238E27FC236}">
                <a16:creationId xmlns:a16="http://schemas.microsoft.com/office/drawing/2014/main" id="{8805B7FD-EA60-B5D7-6358-1AAD32F08538}"/>
              </a:ext>
            </a:extLst>
          </p:cNvPr>
          <p:cNvCxnSpPr>
            <a:cxnSpLocks/>
            <a:stCxn id="88" idx="2"/>
            <a:endCxn id="33" idx="1"/>
          </p:cNvCxnSpPr>
          <p:nvPr/>
        </p:nvCxnSpPr>
        <p:spPr>
          <a:xfrm rot="5400000" flipH="1" flipV="1">
            <a:off x="8026336" y="3195879"/>
            <a:ext cx="851673" cy="2224683"/>
          </a:xfrm>
          <a:prstGeom prst="bentConnector4">
            <a:avLst>
              <a:gd name="adj1" fmla="val -57517"/>
              <a:gd name="adj2" fmla="val 59878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179757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36F0D4-CAC0-A5F0-F794-278EE30599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Shape 5">
            <a:extLst>
              <a:ext uri="{FF2B5EF4-FFF2-40B4-BE49-F238E27FC236}">
                <a16:creationId xmlns:a16="http://schemas.microsoft.com/office/drawing/2014/main" id="{1CAF81B6-FB33-1BEA-B296-2B0ACBF99FFA}"/>
              </a:ext>
            </a:extLst>
          </p:cNvPr>
          <p:cNvSpPr/>
          <p:nvPr/>
        </p:nvSpPr>
        <p:spPr>
          <a:xfrm>
            <a:off x="198120" y="566927"/>
            <a:ext cx="11795760" cy="3858116"/>
          </a:xfrm>
          <a:prstGeom prst="roundRect">
            <a:avLst>
              <a:gd name="adj" fmla="val 1462"/>
            </a:avLst>
          </a:prstGeom>
          <a:solidFill>
            <a:srgbClr val="EAF1FA"/>
          </a:solidFill>
          <a:ln w="12700">
            <a:solidFill>
              <a:srgbClr val="C5D5EA"/>
            </a:solidFill>
            <a:prstDash val="solid"/>
          </a:ln>
          <a:effectLst>
            <a:outerShdw blurRad="63500" dist="1905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1" name="Shape 8">
            <a:extLst>
              <a:ext uri="{FF2B5EF4-FFF2-40B4-BE49-F238E27FC236}">
                <a16:creationId xmlns:a16="http://schemas.microsoft.com/office/drawing/2014/main" id="{DED60761-14A4-3303-67F0-1EDE77DD6455}"/>
              </a:ext>
            </a:extLst>
          </p:cNvPr>
          <p:cNvSpPr/>
          <p:nvPr/>
        </p:nvSpPr>
        <p:spPr>
          <a:xfrm>
            <a:off x="3383280" y="676656"/>
            <a:ext cx="5486400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D5DBE3"/>
            </a:solidFill>
            <a:prstDash val="solid"/>
          </a:ln>
        </p:spPr>
        <p:txBody>
          <a:bodyPr/>
          <a:lstStyle/>
          <a:p>
            <a:pPr algn="ctr"/>
            <a:r>
              <a:rPr lang="en-US" dirty="0"/>
              <a:t>Unload Simulation Concept System</a:t>
            </a:r>
            <a:endParaRPr lang="en-ID" dirty="0"/>
          </a:p>
        </p:txBody>
      </p:sp>
      <p:sp>
        <p:nvSpPr>
          <p:cNvPr id="94" name="Shape 14">
            <a:extLst>
              <a:ext uri="{FF2B5EF4-FFF2-40B4-BE49-F238E27FC236}">
                <a16:creationId xmlns:a16="http://schemas.microsoft.com/office/drawing/2014/main" id="{84F96DC9-86DC-A982-AC06-EE77AED9C00C}"/>
              </a:ext>
            </a:extLst>
          </p:cNvPr>
          <p:cNvSpPr/>
          <p:nvPr/>
        </p:nvSpPr>
        <p:spPr>
          <a:xfrm>
            <a:off x="387565" y="1396910"/>
            <a:ext cx="1648030" cy="209740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12700">
            <a:solidFill>
              <a:srgbClr val="C9D2DC"/>
            </a:solidFill>
            <a:prstDash val="solid"/>
          </a:ln>
          <a:effectLst>
            <a:outerShdw blurRad="63500" dist="1905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" name="Shape 6">
            <a:extLst>
              <a:ext uri="{FF2B5EF4-FFF2-40B4-BE49-F238E27FC236}">
                <a16:creationId xmlns:a16="http://schemas.microsoft.com/office/drawing/2014/main" id="{04CD6844-87CA-4E18-72CE-839192AC6ABB}"/>
              </a:ext>
            </a:extLst>
          </p:cNvPr>
          <p:cNvSpPr/>
          <p:nvPr/>
        </p:nvSpPr>
        <p:spPr>
          <a:xfrm>
            <a:off x="533400" y="1506692"/>
            <a:ext cx="1303564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9050">
            <a:solidFill>
              <a:srgbClr val="1B3A6B"/>
            </a:solidFill>
            <a:prstDash val="solid"/>
          </a:ln>
          <a:effectLst>
            <a:outerShdw blurRad="63500" dist="19050" dir="5400000" algn="bl" rotWithShape="0">
              <a:srgbClr val="000000">
                <a:alpha val="10000"/>
              </a:srgbClr>
            </a:outerShdw>
          </a:effectLst>
        </p:spPr>
        <p:txBody>
          <a:bodyPr anchor="ctr"/>
          <a:lstStyle/>
          <a:p>
            <a:pPr algn="ctr"/>
            <a:r>
              <a:rPr lang="en-US" sz="1100" b="1" dirty="0"/>
              <a:t>Progress Lane </a:t>
            </a:r>
            <a:r>
              <a:rPr lang="en-US" sz="1100" b="1" dirty="0" err="1"/>
              <a:t>Containe</a:t>
            </a:r>
            <a:endParaRPr lang="en-ID" sz="1100" b="1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20F6FBE-A2FA-B23D-7CD0-5F7ADEDD2A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5629" y="2028913"/>
            <a:ext cx="344607" cy="344607"/>
          </a:xfrm>
          <a:prstGeom prst="rect">
            <a:avLst/>
          </a:prstGeom>
        </p:spPr>
      </p:pic>
      <p:sp>
        <p:nvSpPr>
          <p:cNvPr id="16" name="Shape 14">
            <a:extLst>
              <a:ext uri="{FF2B5EF4-FFF2-40B4-BE49-F238E27FC236}">
                <a16:creationId xmlns:a16="http://schemas.microsoft.com/office/drawing/2014/main" id="{10C7CEBE-FE48-5704-DBE6-D6AD59FC9DC2}"/>
              </a:ext>
            </a:extLst>
          </p:cNvPr>
          <p:cNvSpPr/>
          <p:nvPr/>
        </p:nvSpPr>
        <p:spPr>
          <a:xfrm>
            <a:off x="2429644" y="1396910"/>
            <a:ext cx="1648030" cy="209740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12700">
            <a:solidFill>
              <a:srgbClr val="C9D2DC"/>
            </a:solidFill>
            <a:prstDash val="solid"/>
          </a:ln>
          <a:effectLst>
            <a:outerShdw blurRad="63500" dist="1905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Shape 6">
            <a:extLst>
              <a:ext uri="{FF2B5EF4-FFF2-40B4-BE49-F238E27FC236}">
                <a16:creationId xmlns:a16="http://schemas.microsoft.com/office/drawing/2014/main" id="{7FB6A8FD-D083-3C04-28C4-91BFF685E7D5}"/>
              </a:ext>
            </a:extLst>
          </p:cNvPr>
          <p:cNvSpPr/>
          <p:nvPr/>
        </p:nvSpPr>
        <p:spPr>
          <a:xfrm>
            <a:off x="2608135" y="1506692"/>
            <a:ext cx="1303564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9050">
            <a:solidFill>
              <a:srgbClr val="1B3A6B"/>
            </a:solidFill>
            <a:prstDash val="solid"/>
          </a:ln>
          <a:effectLst>
            <a:outerShdw blurRad="63500" dist="19050" dir="5400000" algn="bl" rotWithShape="0">
              <a:srgbClr val="000000">
                <a:alpha val="10000"/>
              </a:srgbClr>
            </a:outerShdw>
          </a:effectLst>
        </p:spPr>
        <p:txBody>
          <a:bodyPr anchor="ctr"/>
          <a:lstStyle/>
          <a:p>
            <a:pPr algn="ctr"/>
            <a:r>
              <a:rPr lang="en-US" sz="1100" b="1" dirty="0"/>
              <a:t>Master Part</a:t>
            </a:r>
            <a:endParaRPr lang="en-ID" sz="1100" b="1" dirty="0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347BEB39-4E1E-8F92-BE78-3B8D993A6B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47708" y="2028913"/>
            <a:ext cx="344607" cy="344607"/>
          </a:xfrm>
          <a:prstGeom prst="rect">
            <a:avLst/>
          </a:prstGeom>
        </p:spPr>
      </p:pic>
      <p:sp>
        <p:nvSpPr>
          <p:cNvPr id="26" name="Shape 6">
            <a:extLst>
              <a:ext uri="{FF2B5EF4-FFF2-40B4-BE49-F238E27FC236}">
                <a16:creationId xmlns:a16="http://schemas.microsoft.com/office/drawing/2014/main" id="{D2B4D0E9-87B5-B211-5E57-5AC3F103574E}"/>
              </a:ext>
            </a:extLst>
          </p:cNvPr>
          <p:cNvSpPr/>
          <p:nvPr/>
        </p:nvSpPr>
        <p:spPr>
          <a:xfrm>
            <a:off x="361143" y="2044336"/>
            <a:ext cx="1303564" cy="384048"/>
          </a:xfrm>
          <a:prstGeom prst="roundRect">
            <a:avLst>
              <a:gd name="adj" fmla="val 14286"/>
            </a:avLst>
          </a:prstGeom>
          <a:noFill/>
          <a:ln w="19050">
            <a:noFill/>
            <a:prstDash val="solid"/>
          </a:ln>
          <a:effectLst>
            <a:outerShdw blurRad="63500" dist="19050" dir="5400000" algn="bl" rotWithShape="0">
              <a:srgbClr val="000000">
                <a:alpha val="10000"/>
              </a:srgbClr>
            </a:outerShdw>
          </a:effectLst>
        </p:spPr>
        <p:txBody>
          <a:bodyPr anchor="ctr"/>
          <a:lstStyle/>
          <a:p>
            <a:r>
              <a:rPr lang="en-US" sz="1100" dirty="0" err="1"/>
              <a:t>Procrutment</a:t>
            </a:r>
            <a:endParaRPr lang="en-ID" sz="1100" dirty="0"/>
          </a:p>
        </p:txBody>
      </p:sp>
      <p:sp>
        <p:nvSpPr>
          <p:cNvPr id="30" name="Shape 6">
            <a:extLst>
              <a:ext uri="{FF2B5EF4-FFF2-40B4-BE49-F238E27FC236}">
                <a16:creationId xmlns:a16="http://schemas.microsoft.com/office/drawing/2014/main" id="{CEF7C3B9-8EC8-519D-5A34-C8AEDDBCE742}"/>
              </a:ext>
            </a:extLst>
          </p:cNvPr>
          <p:cNvSpPr/>
          <p:nvPr/>
        </p:nvSpPr>
        <p:spPr>
          <a:xfrm>
            <a:off x="2429644" y="2044336"/>
            <a:ext cx="1303564" cy="384048"/>
          </a:xfrm>
          <a:prstGeom prst="roundRect">
            <a:avLst>
              <a:gd name="adj" fmla="val 14286"/>
            </a:avLst>
          </a:prstGeom>
          <a:noFill/>
          <a:ln w="19050">
            <a:noFill/>
            <a:prstDash val="solid"/>
          </a:ln>
          <a:effectLst>
            <a:outerShdw blurRad="63500" dist="19050" dir="5400000" algn="bl" rotWithShape="0">
              <a:srgbClr val="000000">
                <a:alpha val="10000"/>
              </a:srgbClr>
            </a:outerShdw>
          </a:effectLst>
        </p:spPr>
        <p:txBody>
          <a:bodyPr anchor="ctr"/>
          <a:lstStyle/>
          <a:p>
            <a:r>
              <a:rPr lang="en-US" sz="1100" dirty="0" err="1"/>
              <a:t>Engser</a:t>
            </a:r>
            <a:r>
              <a:rPr lang="en-US" sz="1100" dirty="0"/>
              <a:t> -</a:t>
            </a:r>
            <a:r>
              <a:rPr lang="en-US" sz="1100" dirty="0" err="1"/>
              <a:t>Tunjung</a:t>
            </a:r>
            <a:endParaRPr lang="en-ID" sz="1100" dirty="0"/>
          </a:p>
        </p:txBody>
      </p:sp>
      <p:sp>
        <p:nvSpPr>
          <p:cNvPr id="33" name="Shape 14">
            <a:extLst>
              <a:ext uri="{FF2B5EF4-FFF2-40B4-BE49-F238E27FC236}">
                <a16:creationId xmlns:a16="http://schemas.microsoft.com/office/drawing/2014/main" id="{017A898E-8BB6-45DA-D244-95F327F2D6C0}"/>
              </a:ext>
            </a:extLst>
          </p:cNvPr>
          <p:cNvSpPr/>
          <p:nvPr/>
        </p:nvSpPr>
        <p:spPr>
          <a:xfrm>
            <a:off x="9564515" y="2194719"/>
            <a:ext cx="1648030" cy="649713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12700">
            <a:solidFill>
              <a:srgbClr val="C9D2DC"/>
            </a:solidFill>
            <a:prstDash val="solid"/>
          </a:ln>
          <a:effectLst>
            <a:outerShdw blurRad="63500" dist="1905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6" name="Shape 6">
            <a:extLst>
              <a:ext uri="{FF2B5EF4-FFF2-40B4-BE49-F238E27FC236}">
                <a16:creationId xmlns:a16="http://schemas.microsoft.com/office/drawing/2014/main" id="{344DE1FB-B111-5043-1900-2AAB38754C9F}"/>
              </a:ext>
            </a:extLst>
          </p:cNvPr>
          <p:cNvSpPr/>
          <p:nvPr/>
        </p:nvSpPr>
        <p:spPr>
          <a:xfrm>
            <a:off x="9710350" y="2306788"/>
            <a:ext cx="1303564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9050">
            <a:solidFill>
              <a:srgbClr val="1B3A6B"/>
            </a:solidFill>
            <a:prstDash val="solid"/>
          </a:ln>
          <a:effectLst>
            <a:outerShdw blurRad="63500" dist="19050" dir="5400000" algn="bl" rotWithShape="0">
              <a:srgbClr val="000000">
                <a:alpha val="10000"/>
              </a:srgbClr>
            </a:outerShdw>
          </a:effectLst>
        </p:spPr>
        <p:txBody>
          <a:bodyPr anchor="ctr"/>
          <a:lstStyle/>
          <a:p>
            <a:pPr algn="ctr"/>
            <a:r>
              <a:rPr lang="en-US" sz="1100" b="1" dirty="0"/>
              <a:t>Master Unload</a:t>
            </a:r>
            <a:endParaRPr lang="en-ID" sz="1100" b="1" dirty="0"/>
          </a:p>
        </p:txBody>
      </p:sp>
      <p:sp>
        <p:nvSpPr>
          <p:cNvPr id="38" name="Shape 14">
            <a:extLst>
              <a:ext uri="{FF2B5EF4-FFF2-40B4-BE49-F238E27FC236}">
                <a16:creationId xmlns:a16="http://schemas.microsoft.com/office/drawing/2014/main" id="{706B926A-7776-A892-A181-35246A746B10}"/>
              </a:ext>
            </a:extLst>
          </p:cNvPr>
          <p:cNvSpPr/>
          <p:nvPr/>
        </p:nvSpPr>
        <p:spPr>
          <a:xfrm>
            <a:off x="4471723" y="1394623"/>
            <a:ext cx="1648030" cy="209740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12700">
            <a:solidFill>
              <a:srgbClr val="C9D2DC"/>
            </a:solidFill>
            <a:prstDash val="solid"/>
          </a:ln>
          <a:effectLst>
            <a:outerShdw blurRad="63500" dist="1905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0" name="Shape 6">
            <a:extLst>
              <a:ext uri="{FF2B5EF4-FFF2-40B4-BE49-F238E27FC236}">
                <a16:creationId xmlns:a16="http://schemas.microsoft.com/office/drawing/2014/main" id="{FE704077-B663-A6A6-0E22-DA9448A740EB}"/>
              </a:ext>
            </a:extLst>
          </p:cNvPr>
          <p:cNvSpPr/>
          <p:nvPr/>
        </p:nvSpPr>
        <p:spPr>
          <a:xfrm>
            <a:off x="4617558" y="1504405"/>
            <a:ext cx="1303564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9050">
            <a:solidFill>
              <a:srgbClr val="1B3A6B"/>
            </a:solidFill>
            <a:prstDash val="solid"/>
          </a:ln>
          <a:effectLst>
            <a:outerShdw blurRad="63500" dist="19050" dir="5400000" algn="bl" rotWithShape="0">
              <a:srgbClr val="000000">
                <a:alpha val="10000"/>
              </a:srgbClr>
            </a:outerShdw>
          </a:effectLst>
        </p:spPr>
        <p:txBody>
          <a:bodyPr anchor="ctr"/>
          <a:lstStyle/>
          <a:p>
            <a:pPr algn="ctr"/>
            <a:r>
              <a:rPr lang="en-US" sz="1100" b="1" dirty="0"/>
              <a:t>Master Unload </a:t>
            </a:r>
            <a:r>
              <a:rPr lang="en-US" sz="1100" b="1" dirty="0" err="1"/>
              <a:t>Patern</a:t>
            </a:r>
            <a:endParaRPr lang="en-ID" sz="1100" b="1" dirty="0"/>
          </a:p>
        </p:txBody>
      </p:sp>
      <p:pic>
        <p:nvPicPr>
          <p:cNvPr id="44" name="Picture 43">
            <a:extLst>
              <a:ext uri="{FF2B5EF4-FFF2-40B4-BE49-F238E27FC236}">
                <a16:creationId xmlns:a16="http://schemas.microsoft.com/office/drawing/2014/main" id="{9954960E-89F3-DF10-CCA6-ADDE906600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6632" y="2028913"/>
            <a:ext cx="344607" cy="344607"/>
          </a:xfrm>
          <a:prstGeom prst="rect">
            <a:avLst/>
          </a:prstGeom>
        </p:spPr>
      </p:pic>
      <p:sp>
        <p:nvSpPr>
          <p:cNvPr id="48" name="Shape 6">
            <a:extLst>
              <a:ext uri="{FF2B5EF4-FFF2-40B4-BE49-F238E27FC236}">
                <a16:creationId xmlns:a16="http://schemas.microsoft.com/office/drawing/2014/main" id="{04B6435F-DE4C-1792-088D-9FAE9128A4B4}"/>
              </a:ext>
            </a:extLst>
          </p:cNvPr>
          <p:cNvSpPr/>
          <p:nvPr/>
        </p:nvSpPr>
        <p:spPr>
          <a:xfrm>
            <a:off x="4498568" y="2044336"/>
            <a:ext cx="1303564" cy="384048"/>
          </a:xfrm>
          <a:prstGeom prst="roundRect">
            <a:avLst>
              <a:gd name="adj" fmla="val 14286"/>
            </a:avLst>
          </a:prstGeom>
          <a:noFill/>
          <a:ln w="19050">
            <a:noFill/>
            <a:prstDash val="solid"/>
          </a:ln>
          <a:effectLst>
            <a:outerShdw blurRad="63500" dist="19050" dir="5400000" algn="bl" rotWithShape="0">
              <a:srgbClr val="000000">
                <a:alpha val="10000"/>
              </a:srgbClr>
            </a:outerShdw>
          </a:effectLst>
        </p:spPr>
        <p:txBody>
          <a:bodyPr anchor="ctr"/>
          <a:lstStyle/>
          <a:p>
            <a:r>
              <a:rPr lang="en-US" sz="1100" dirty="0"/>
              <a:t>OP. Internal</a:t>
            </a:r>
            <a:endParaRPr lang="en-ID" sz="1100" dirty="0"/>
          </a:p>
        </p:txBody>
      </p:sp>
      <p:sp>
        <p:nvSpPr>
          <p:cNvPr id="50" name="Shape 14">
            <a:extLst>
              <a:ext uri="{FF2B5EF4-FFF2-40B4-BE49-F238E27FC236}">
                <a16:creationId xmlns:a16="http://schemas.microsoft.com/office/drawing/2014/main" id="{66F5B200-A985-FA68-253F-F48A63267DCD}"/>
              </a:ext>
            </a:extLst>
          </p:cNvPr>
          <p:cNvSpPr/>
          <p:nvPr/>
        </p:nvSpPr>
        <p:spPr>
          <a:xfrm>
            <a:off x="6515817" y="1394623"/>
            <a:ext cx="1648030" cy="209740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12700">
            <a:solidFill>
              <a:srgbClr val="C9D2DC"/>
            </a:solidFill>
            <a:prstDash val="solid"/>
          </a:ln>
          <a:effectLst>
            <a:outerShdw blurRad="63500" dist="1905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4" name="Shape 6">
            <a:extLst>
              <a:ext uri="{FF2B5EF4-FFF2-40B4-BE49-F238E27FC236}">
                <a16:creationId xmlns:a16="http://schemas.microsoft.com/office/drawing/2014/main" id="{A361F736-4EED-B6C3-58C2-2EE0ED933D7D}"/>
              </a:ext>
            </a:extLst>
          </p:cNvPr>
          <p:cNvSpPr/>
          <p:nvPr/>
        </p:nvSpPr>
        <p:spPr>
          <a:xfrm>
            <a:off x="6661652" y="1504405"/>
            <a:ext cx="1303564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9050">
            <a:solidFill>
              <a:srgbClr val="1B3A6B"/>
            </a:solidFill>
            <a:prstDash val="solid"/>
          </a:ln>
          <a:effectLst>
            <a:outerShdw blurRad="63500" dist="19050" dir="5400000" algn="bl" rotWithShape="0">
              <a:srgbClr val="000000">
                <a:alpha val="10000"/>
              </a:srgbClr>
            </a:outerShdw>
          </a:effectLst>
        </p:spPr>
        <p:txBody>
          <a:bodyPr anchor="ctr"/>
          <a:lstStyle/>
          <a:p>
            <a:pPr algn="ctr"/>
            <a:r>
              <a:rPr lang="en-US" sz="1100" b="1" dirty="0"/>
              <a:t>IIS System</a:t>
            </a:r>
            <a:endParaRPr lang="en-ID" sz="1100" b="1" dirty="0"/>
          </a:p>
        </p:txBody>
      </p:sp>
      <p:sp>
        <p:nvSpPr>
          <p:cNvPr id="66" name="Shape 6">
            <a:extLst>
              <a:ext uri="{FF2B5EF4-FFF2-40B4-BE49-F238E27FC236}">
                <a16:creationId xmlns:a16="http://schemas.microsoft.com/office/drawing/2014/main" id="{F768479F-24A1-4DCD-5C90-698E2855FC8D}"/>
              </a:ext>
            </a:extLst>
          </p:cNvPr>
          <p:cNvSpPr/>
          <p:nvPr/>
        </p:nvSpPr>
        <p:spPr>
          <a:xfrm>
            <a:off x="6551018" y="2044336"/>
            <a:ext cx="1303564" cy="384048"/>
          </a:xfrm>
          <a:prstGeom prst="roundRect">
            <a:avLst>
              <a:gd name="adj" fmla="val 14286"/>
            </a:avLst>
          </a:prstGeom>
          <a:noFill/>
          <a:ln w="19050">
            <a:noFill/>
            <a:prstDash val="solid"/>
          </a:ln>
          <a:effectLst>
            <a:outerShdw blurRad="63500" dist="19050" dir="5400000" algn="bl" rotWithShape="0">
              <a:srgbClr val="000000">
                <a:alpha val="10000"/>
              </a:srgbClr>
            </a:outerShdw>
          </a:effectLst>
        </p:spPr>
        <p:txBody>
          <a:bodyPr anchor="ctr"/>
          <a:lstStyle/>
          <a:p>
            <a:r>
              <a:rPr lang="en-US" sz="1100" dirty="0"/>
              <a:t>Internal System</a:t>
            </a:r>
            <a:endParaRPr lang="en-ID" sz="1100" dirty="0"/>
          </a:p>
        </p:txBody>
      </p:sp>
      <p:sp>
        <p:nvSpPr>
          <p:cNvPr id="68" name="Flowchart: Magnetic Disk 67">
            <a:extLst>
              <a:ext uri="{FF2B5EF4-FFF2-40B4-BE49-F238E27FC236}">
                <a16:creationId xmlns:a16="http://schemas.microsoft.com/office/drawing/2014/main" id="{FE7050B9-E3A1-0BFD-A6AF-91858ABA2F93}"/>
              </a:ext>
            </a:extLst>
          </p:cNvPr>
          <p:cNvSpPr/>
          <p:nvPr/>
        </p:nvSpPr>
        <p:spPr>
          <a:xfrm>
            <a:off x="7729212" y="2148452"/>
            <a:ext cx="250740" cy="172304"/>
          </a:xfrm>
          <a:prstGeom prst="flowChartMagneticDisk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72" name="Shape 6">
            <a:extLst>
              <a:ext uri="{FF2B5EF4-FFF2-40B4-BE49-F238E27FC236}">
                <a16:creationId xmlns:a16="http://schemas.microsoft.com/office/drawing/2014/main" id="{821577A7-C260-45B0-BE47-7E1BA22B4920}"/>
              </a:ext>
            </a:extLst>
          </p:cNvPr>
          <p:cNvSpPr/>
          <p:nvPr/>
        </p:nvSpPr>
        <p:spPr>
          <a:xfrm>
            <a:off x="559798" y="2490323"/>
            <a:ext cx="1303564" cy="808047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1B3A6B"/>
            </a:solidFill>
            <a:prstDash val="solid"/>
          </a:ln>
          <a:effectLst>
            <a:outerShdw blurRad="63500" dist="19050" dir="5400000" algn="bl" rotWithShape="0">
              <a:srgbClr val="000000">
                <a:alpha val="10000"/>
              </a:srgbClr>
            </a:outerShdw>
          </a:effectLst>
        </p:spPr>
        <p:txBody>
          <a:bodyPr anchor="ctr"/>
          <a:lstStyle/>
          <a:p>
            <a:pPr algn="ctr"/>
            <a:r>
              <a:rPr lang="en-US" sz="1100" dirty="0"/>
              <a:t>Data Order Harian</a:t>
            </a:r>
            <a:endParaRPr lang="en-ID" sz="1100" dirty="0"/>
          </a:p>
        </p:txBody>
      </p:sp>
      <p:sp>
        <p:nvSpPr>
          <p:cNvPr id="80" name="Shape 6">
            <a:extLst>
              <a:ext uri="{FF2B5EF4-FFF2-40B4-BE49-F238E27FC236}">
                <a16:creationId xmlns:a16="http://schemas.microsoft.com/office/drawing/2014/main" id="{FB06E042-8157-14A8-31F6-8D1D5B22F3C5}"/>
              </a:ext>
            </a:extLst>
          </p:cNvPr>
          <p:cNvSpPr/>
          <p:nvPr/>
        </p:nvSpPr>
        <p:spPr>
          <a:xfrm>
            <a:off x="2601877" y="2529893"/>
            <a:ext cx="1303564" cy="808047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1B3A6B"/>
            </a:solidFill>
            <a:prstDash val="solid"/>
          </a:ln>
          <a:effectLst>
            <a:outerShdw blurRad="63500" dist="19050" dir="5400000" algn="bl" rotWithShape="0">
              <a:srgbClr val="000000">
                <a:alpha val="10000"/>
              </a:srgbClr>
            </a:outerShdw>
          </a:effectLst>
        </p:spPr>
        <p:txBody>
          <a:bodyPr anchor="ctr"/>
          <a:lstStyle/>
          <a:p>
            <a:pPr marL="171450" indent="-171450">
              <a:buFontTx/>
              <a:buChar char="-"/>
            </a:pPr>
            <a:r>
              <a:rPr lang="en-US" sz="800" dirty="0"/>
              <a:t>Status Part (</a:t>
            </a:r>
            <a:r>
              <a:rPr lang="en-US" sz="800" dirty="0" err="1"/>
              <a:t>Unpacking,Sorting</a:t>
            </a:r>
            <a:r>
              <a:rPr lang="en-US" sz="800" dirty="0"/>
              <a:t>, </a:t>
            </a:r>
            <a:r>
              <a:rPr lang="en-US" sz="800" dirty="0" err="1"/>
              <a:t>Direc</a:t>
            </a:r>
            <a:r>
              <a:rPr lang="en-US" sz="800" dirty="0"/>
              <a:t>)</a:t>
            </a:r>
          </a:p>
          <a:p>
            <a:pPr marL="171450" indent="-171450">
              <a:buFontTx/>
              <a:buChar char="-"/>
            </a:pPr>
            <a:r>
              <a:rPr lang="en-US" sz="800" dirty="0" err="1"/>
              <a:t>Dimensi</a:t>
            </a:r>
            <a:r>
              <a:rPr lang="en-US" sz="800" dirty="0"/>
              <a:t> Box m3</a:t>
            </a:r>
            <a:endParaRPr lang="en-ID" sz="800" dirty="0"/>
          </a:p>
        </p:txBody>
      </p:sp>
      <p:sp>
        <p:nvSpPr>
          <p:cNvPr id="84" name="Shape 6">
            <a:extLst>
              <a:ext uri="{FF2B5EF4-FFF2-40B4-BE49-F238E27FC236}">
                <a16:creationId xmlns:a16="http://schemas.microsoft.com/office/drawing/2014/main" id="{B286A1AB-D4D6-C71A-2CF2-5F6EEBD284B1}"/>
              </a:ext>
            </a:extLst>
          </p:cNvPr>
          <p:cNvSpPr/>
          <p:nvPr/>
        </p:nvSpPr>
        <p:spPr>
          <a:xfrm>
            <a:off x="4616146" y="2570823"/>
            <a:ext cx="1303564" cy="808047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1B3A6B"/>
            </a:solidFill>
            <a:prstDash val="solid"/>
          </a:ln>
          <a:effectLst>
            <a:outerShdw blurRad="63500" dist="19050" dir="5400000" algn="bl" rotWithShape="0">
              <a:srgbClr val="000000">
                <a:alpha val="10000"/>
              </a:srgbClr>
            </a:outerShdw>
          </a:effectLst>
        </p:spPr>
        <p:txBody>
          <a:bodyPr anchor="ctr"/>
          <a:lstStyle/>
          <a:p>
            <a:pPr algn="ctr"/>
            <a:r>
              <a:rPr lang="en-US" sz="1100" dirty="0"/>
              <a:t>Setting </a:t>
            </a:r>
            <a:r>
              <a:rPr lang="en-US" sz="1100" dirty="0" err="1"/>
              <a:t>Fisik</a:t>
            </a:r>
            <a:r>
              <a:rPr lang="en-US" sz="1100" dirty="0"/>
              <a:t> &amp; Freq Plane</a:t>
            </a:r>
            <a:endParaRPr lang="en-ID" sz="1100" dirty="0"/>
          </a:p>
        </p:txBody>
      </p:sp>
      <p:sp>
        <p:nvSpPr>
          <p:cNvPr id="88" name="Shape 6">
            <a:extLst>
              <a:ext uri="{FF2B5EF4-FFF2-40B4-BE49-F238E27FC236}">
                <a16:creationId xmlns:a16="http://schemas.microsoft.com/office/drawing/2014/main" id="{4AB2B354-8AFC-7697-A038-BE0B54FD3821}"/>
              </a:ext>
            </a:extLst>
          </p:cNvPr>
          <p:cNvSpPr/>
          <p:nvPr/>
        </p:nvSpPr>
        <p:spPr>
          <a:xfrm>
            <a:off x="6688050" y="2563202"/>
            <a:ext cx="1303564" cy="808047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1B3A6B"/>
            </a:solidFill>
            <a:prstDash val="solid"/>
          </a:ln>
          <a:effectLst>
            <a:outerShdw blurRad="63500" dist="19050" dir="5400000" algn="bl" rotWithShape="0">
              <a:srgbClr val="000000">
                <a:alpha val="10000"/>
              </a:srgbClr>
            </a:outerShdw>
          </a:effectLst>
        </p:spPr>
        <p:txBody>
          <a:bodyPr anchor="ctr"/>
          <a:lstStyle/>
          <a:p>
            <a:pPr algn="ctr"/>
            <a:r>
              <a:rPr lang="en-US" sz="1100" dirty="0"/>
              <a:t>Setting Andon</a:t>
            </a:r>
            <a:endParaRPr lang="en-ID" sz="1100" dirty="0"/>
          </a:p>
        </p:txBody>
      </p:sp>
      <p:sp>
        <p:nvSpPr>
          <p:cNvPr id="91" name="Flowchart: Magnetic Disk 90">
            <a:extLst>
              <a:ext uri="{FF2B5EF4-FFF2-40B4-BE49-F238E27FC236}">
                <a16:creationId xmlns:a16="http://schemas.microsoft.com/office/drawing/2014/main" id="{9A61AB9C-356A-8D9C-B901-E9695B0FD0A5}"/>
              </a:ext>
            </a:extLst>
          </p:cNvPr>
          <p:cNvSpPr/>
          <p:nvPr/>
        </p:nvSpPr>
        <p:spPr>
          <a:xfrm>
            <a:off x="10236762" y="2108567"/>
            <a:ext cx="250740" cy="172304"/>
          </a:xfrm>
          <a:prstGeom prst="flowChartMagneticDisk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cxnSp>
        <p:nvCxnSpPr>
          <p:cNvPr id="92" name="Connector: Elbow 91">
            <a:extLst>
              <a:ext uri="{FF2B5EF4-FFF2-40B4-BE49-F238E27FC236}">
                <a16:creationId xmlns:a16="http://schemas.microsoft.com/office/drawing/2014/main" id="{D72BF99E-A9F3-8E2E-22E6-EE27E454DA66}"/>
              </a:ext>
            </a:extLst>
          </p:cNvPr>
          <p:cNvCxnSpPr>
            <a:cxnSpLocks/>
            <a:stCxn id="94" idx="2"/>
          </p:cNvCxnSpPr>
          <p:nvPr/>
        </p:nvCxnSpPr>
        <p:spPr>
          <a:xfrm rot="5400000" flipH="1" flipV="1">
            <a:off x="4905591" y="-1164609"/>
            <a:ext cx="964911" cy="8352935"/>
          </a:xfrm>
          <a:prstGeom prst="bentConnector4">
            <a:avLst>
              <a:gd name="adj1" fmla="val -39767"/>
              <a:gd name="adj2" fmla="val 89239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: Elbow 97">
            <a:extLst>
              <a:ext uri="{FF2B5EF4-FFF2-40B4-BE49-F238E27FC236}">
                <a16:creationId xmlns:a16="http://schemas.microsoft.com/office/drawing/2014/main" id="{654375AE-F4C6-5F4B-3714-DDB2038D91BD}"/>
              </a:ext>
            </a:extLst>
          </p:cNvPr>
          <p:cNvCxnSpPr>
            <a:cxnSpLocks/>
            <a:stCxn id="16" idx="2"/>
            <a:endCxn id="33" idx="1"/>
          </p:cNvCxnSpPr>
          <p:nvPr/>
        </p:nvCxnSpPr>
        <p:spPr>
          <a:xfrm rot="5400000" flipH="1" flipV="1">
            <a:off x="5921718" y="-148483"/>
            <a:ext cx="974738" cy="6310856"/>
          </a:xfrm>
          <a:prstGeom prst="bentConnector4">
            <a:avLst>
              <a:gd name="adj1" fmla="val -38529"/>
              <a:gd name="adj2" fmla="val 85637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: Elbow 99">
            <a:extLst>
              <a:ext uri="{FF2B5EF4-FFF2-40B4-BE49-F238E27FC236}">
                <a16:creationId xmlns:a16="http://schemas.microsoft.com/office/drawing/2014/main" id="{C27756F7-1CD2-4DCF-51A5-3DE4A1A0B607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6943900" y="895631"/>
            <a:ext cx="972451" cy="4268777"/>
          </a:xfrm>
          <a:prstGeom prst="bentConnector4">
            <a:avLst>
              <a:gd name="adj1" fmla="val -36941"/>
              <a:gd name="adj2" fmla="val 78778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: Elbow 101">
            <a:extLst>
              <a:ext uri="{FF2B5EF4-FFF2-40B4-BE49-F238E27FC236}">
                <a16:creationId xmlns:a16="http://schemas.microsoft.com/office/drawing/2014/main" id="{0F92E32E-F449-A08B-C7C9-56F4545887BF}"/>
              </a:ext>
            </a:extLst>
          </p:cNvPr>
          <p:cNvCxnSpPr>
            <a:cxnSpLocks/>
            <a:stCxn id="88" idx="2"/>
            <a:endCxn id="33" idx="1"/>
          </p:cNvCxnSpPr>
          <p:nvPr/>
        </p:nvCxnSpPr>
        <p:spPr>
          <a:xfrm rot="5400000" flipH="1" flipV="1">
            <a:off x="8026336" y="1833071"/>
            <a:ext cx="851673" cy="2224683"/>
          </a:xfrm>
          <a:prstGeom prst="bentConnector4">
            <a:avLst>
              <a:gd name="adj1" fmla="val -57517"/>
              <a:gd name="adj2" fmla="val 59878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654702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A0B2C9-80FA-F4EE-07C3-EF8A801096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Shape 5">
            <a:extLst>
              <a:ext uri="{FF2B5EF4-FFF2-40B4-BE49-F238E27FC236}">
                <a16:creationId xmlns:a16="http://schemas.microsoft.com/office/drawing/2014/main" id="{CD99C9C8-0215-F146-1A97-9AA7845C05B6}"/>
              </a:ext>
            </a:extLst>
          </p:cNvPr>
          <p:cNvSpPr/>
          <p:nvPr/>
        </p:nvSpPr>
        <p:spPr>
          <a:xfrm>
            <a:off x="198120" y="391080"/>
            <a:ext cx="11795760" cy="6185566"/>
          </a:xfrm>
          <a:prstGeom prst="roundRect">
            <a:avLst>
              <a:gd name="adj" fmla="val 1462"/>
            </a:avLst>
          </a:prstGeom>
          <a:solidFill>
            <a:srgbClr val="EAF1FA"/>
          </a:solidFill>
          <a:ln w="12700">
            <a:solidFill>
              <a:srgbClr val="C5D5EA"/>
            </a:solidFill>
            <a:prstDash val="solid"/>
          </a:ln>
          <a:effectLst>
            <a:outerShdw blurRad="63500" dist="1905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1" name="Shape 8">
            <a:extLst>
              <a:ext uri="{FF2B5EF4-FFF2-40B4-BE49-F238E27FC236}">
                <a16:creationId xmlns:a16="http://schemas.microsoft.com/office/drawing/2014/main" id="{70B98487-D869-17D9-D57E-5948E5D92E89}"/>
              </a:ext>
            </a:extLst>
          </p:cNvPr>
          <p:cNvSpPr/>
          <p:nvPr/>
        </p:nvSpPr>
        <p:spPr>
          <a:xfrm>
            <a:off x="3383280" y="500809"/>
            <a:ext cx="5486400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D5DBE3"/>
            </a:solidFill>
            <a:prstDash val="solid"/>
          </a:ln>
        </p:spPr>
        <p:txBody>
          <a:bodyPr/>
          <a:lstStyle/>
          <a:p>
            <a:pPr algn="ctr"/>
            <a:r>
              <a:rPr lang="en-US" dirty="0"/>
              <a:t>Unload Simulation Concept System</a:t>
            </a:r>
            <a:endParaRPr lang="en-ID" dirty="0"/>
          </a:p>
        </p:txBody>
      </p:sp>
      <p:sp>
        <p:nvSpPr>
          <p:cNvPr id="94" name="Shape 14">
            <a:extLst>
              <a:ext uri="{FF2B5EF4-FFF2-40B4-BE49-F238E27FC236}">
                <a16:creationId xmlns:a16="http://schemas.microsoft.com/office/drawing/2014/main" id="{033CB0BE-DA0F-9F18-D128-0149B4833915}"/>
              </a:ext>
            </a:extLst>
          </p:cNvPr>
          <p:cNvSpPr/>
          <p:nvPr/>
        </p:nvSpPr>
        <p:spPr>
          <a:xfrm>
            <a:off x="387565" y="1221063"/>
            <a:ext cx="1648030" cy="209740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12700">
            <a:solidFill>
              <a:srgbClr val="C9D2DC"/>
            </a:solidFill>
            <a:prstDash val="solid"/>
          </a:ln>
          <a:effectLst>
            <a:outerShdw blurRad="63500" dist="1905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" name="Shape 6">
            <a:extLst>
              <a:ext uri="{FF2B5EF4-FFF2-40B4-BE49-F238E27FC236}">
                <a16:creationId xmlns:a16="http://schemas.microsoft.com/office/drawing/2014/main" id="{28AA36DE-5775-C071-4ADD-7E6FB25493CE}"/>
              </a:ext>
            </a:extLst>
          </p:cNvPr>
          <p:cNvSpPr/>
          <p:nvPr/>
        </p:nvSpPr>
        <p:spPr>
          <a:xfrm>
            <a:off x="533400" y="1330845"/>
            <a:ext cx="1303564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9050">
            <a:solidFill>
              <a:srgbClr val="1B3A6B"/>
            </a:solidFill>
            <a:prstDash val="solid"/>
          </a:ln>
          <a:effectLst>
            <a:outerShdw blurRad="63500" dist="19050" dir="5400000" algn="bl" rotWithShape="0">
              <a:srgbClr val="000000">
                <a:alpha val="10000"/>
              </a:srgbClr>
            </a:outerShdw>
          </a:effectLst>
        </p:spPr>
        <p:txBody>
          <a:bodyPr anchor="ctr"/>
          <a:lstStyle/>
          <a:p>
            <a:pPr algn="ctr"/>
            <a:r>
              <a:rPr lang="en-US" sz="1100" b="1" dirty="0"/>
              <a:t>Progress Lane </a:t>
            </a:r>
            <a:r>
              <a:rPr lang="en-US" sz="1100" b="1" dirty="0" err="1"/>
              <a:t>Containe</a:t>
            </a:r>
            <a:endParaRPr lang="en-ID" sz="1100" b="1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B8D4A3F-681F-A99E-037B-15E483E98A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5629" y="1853066"/>
            <a:ext cx="344607" cy="344607"/>
          </a:xfrm>
          <a:prstGeom prst="rect">
            <a:avLst/>
          </a:prstGeom>
        </p:spPr>
      </p:pic>
      <p:sp>
        <p:nvSpPr>
          <p:cNvPr id="16" name="Shape 14">
            <a:extLst>
              <a:ext uri="{FF2B5EF4-FFF2-40B4-BE49-F238E27FC236}">
                <a16:creationId xmlns:a16="http://schemas.microsoft.com/office/drawing/2014/main" id="{62E2CE9A-31B2-D6C0-34F3-07B92F589067}"/>
              </a:ext>
            </a:extLst>
          </p:cNvPr>
          <p:cNvSpPr/>
          <p:nvPr/>
        </p:nvSpPr>
        <p:spPr>
          <a:xfrm>
            <a:off x="2429644" y="1221063"/>
            <a:ext cx="1648030" cy="209740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12700">
            <a:solidFill>
              <a:srgbClr val="C9D2DC"/>
            </a:solidFill>
            <a:prstDash val="solid"/>
          </a:ln>
          <a:effectLst>
            <a:outerShdw blurRad="63500" dist="1905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Shape 6">
            <a:extLst>
              <a:ext uri="{FF2B5EF4-FFF2-40B4-BE49-F238E27FC236}">
                <a16:creationId xmlns:a16="http://schemas.microsoft.com/office/drawing/2014/main" id="{4BEF6415-6E4C-97DC-0E34-C927763D349F}"/>
              </a:ext>
            </a:extLst>
          </p:cNvPr>
          <p:cNvSpPr/>
          <p:nvPr/>
        </p:nvSpPr>
        <p:spPr>
          <a:xfrm>
            <a:off x="2608135" y="1330845"/>
            <a:ext cx="1303564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9050">
            <a:solidFill>
              <a:srgbClr val="1B3A6B"/>
            </a:solidFill>
            <a:prstDash val="solid"/>
          </a:ln>
          <a:effectLst>
            <a:outerShdw blurRad="63500" dist="19050" dir="5400000" algn="bl" rotWithShape="0">
              <a:srgbClr val="000000">
                <a:alpha val="10000"/>
              </a:srgbClr>
            </a:outerShdw>
          </a:effectLst>
        </p:spPr>
        <p:txBody>
          <a:bodyPr anchor="ctr"/>
          <a:lstStyle/>
          <a:p>
            <a:pPr algn="ctr"/>
            <a:r>
              <a:rPr lang="en-US" sz="1100" b="1" dirty="0"/>
              <a:t>Master Part</a:t>
            </a:r>
            <a:endParaRPr lang="en-ID" sz="1100" b="1" dirty="0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A41D925F-172B-7F82-559D-E82CDC1E09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47708" y="1853066"/>
            <a:ext cx="344607" cy="344607"/>
          </a:xfrm>
          <a:prstGeom prst="rect">
            <a:avLst/>
          </a:prstGeom>
        </p:spPr>
      </p:pic>
      <p:sp>
        <p:nvSpPr>
          <p:cNvPr id="26" name="Shape 6">
            <a:extLst>
              <a:ext uri="{FF2B5EF4-FFF2-40B4-BE49-F238E27FC236}">
                <a16:creationId xmlns:a16="http://schemas.microsoft.com/office/drawing/2014/main" id="{386A52FB-3098-59CB-3020-54F12E40A7E4}"/>
              </a:ext>
            </a:extLst>
          </p:cNvPr>
          <p:cNvSpPr/>
          <p:nvPr/>
        </p:nvSpPr>
        <p:spPr>
          <a:xfrm>
            <a:off x="361143" y="1868489"/>
            <a:ext cx="1303564" cy="384048"/>
          </a:xfrm>
          <a:prstGeom prst="roundRect">
            <a:avLst>
              <a:gd name="adj" fmla="val 14286"/>
            </a:avLst>
          </a:prstGeom>
          <a:noFill/>
          <a:ln w="19050">
            <a:noFill/>
            <a:prstDash val="solid"/>
          </a:ln>
          <a:effectLst>
            <a:outerShdw blurRad="63500" dist="19050" dir="5400000" algn="bl" rotWithShape="0">
              <a:srgbClr val="000000">
                <a:alpha val="10000"/>
              </a:srgbClr>
            </a:outerShdw>
          </a:effectLst>
        </p:spPr>
        <p:txBody>
          <a:bodyPr anchor="ctr"/>
          <a:lstStyle/>
          <a:p>
            <a:r>
              <a:rPr lang="en-US" sz="1100" dirty="0" err="1"/>
              <a:t>Procrutment</a:t>
            </a:r>
            <a:endParaRPr lang="en-ID" sz="1100" dirty="0"/>
          </a:p>
        </p:txBody>
      </p:sp>
      <p:sp>
        <p:nvSpPr>
          <p:cNvPr id="30" name="Shape 6">
            <a:extLst>
              <a:ext uri="{FF2B5EF4-FFF2-40B4-BE49-F238E27FC236}">
                <a16:creationId xmlns:a16="http://schemas.microsoft.com/office/drawing/2014/main" id="{464683C2-453C-7BAB-77D4-46DB0DAB51A6}"/>
              </a:ext>
            </a:extLst>
          </p:cNvPr>
          <p:cNvSpPr/>
          <p:nvPr/>
        </p:nvSpPr>
        <p:spPr>
          <a:xfrm>
            <a:off x="2429644" y="1868489"/>
            <a:ext cx="1303564" cy="384048"/>
          </a:xfrm>
          <a:prstGeom prst="roundRect">
            <a:avLst>
              <a:gd name="adj" fmla="val 14286"/>
            </a:avLst>
          </a:prstGeom>
          <a:noFill/>
          <a:ln w="19050">
            <a:noFill/>
            <a:prstDash val="solid"/>
          </a:ln>
          <a:effectLst>
            <a:outerShdw blurRad="63500" dist="19050" dir="5400000" algn="bl" rotWithShape="0">
              <a:srgbClr val="000000">
                <a:alpha val="10000"/>
              </a:srgbClr>
            </a:outerShdw>
          </a:effectLst>
        </p:spPr>
        <p:txBody>
          <a:bodyPr anchor="ctr"/>
          <a:lstStyle/>
          <a:p>
            <a:r>
              <a:rPr lang="en-US" sz="1100" dirty="0" err="1"/>
              <a:t>Engser</a:t>
            </a:r>
            <a:r>
              <a:rPr lang="en-US" sz="1100" dirty="0"/>
              <a:t> -</a:t>
            </a:r>
            <a:r>
              <a:rPr lang="en-US" sz="1100" dirty="0" err="1"/>
              <a:t>Tunjung</a:t>
            </a:r>
            <a:endParaRPr lang="en-ID" sz="1100" dirty="0"/>
          </a:p>
        </p:txBody>
      </p:sp>
      <p:sp>
        <p:nvSpPr>
          <p:cNvPr id="33" name="Shape 14">
            <a:extLst>
              <a:ext uri="{FF2B5EF4-FFF2-40B4-BE49-F238E27FC236}">
                <a16:creationId xmlns:a16="http://schemas.microsoft.com/office/drawing/2014/main" id="{FC8CB5DD-774F-E4F1-FA1E-601A47C87665}"/>
              </a:ext>
            </a:extLst>
          </p:cNvPr>
          <p:cNvSpPr/>
          <p:nvPr/>
        </p:nvSpPr>
        <p:spPr>
          <a:xfrm>
            <a:off x="9564515" y="2018872"/>
            <a:ext cx="1648030" cy="649713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12700">
            <a:solidFill>
              <a:srgbClr val="C9D2DC"/>
            </a:solidFill>
            <a:prstDash val="solid"/>
          </a:ln>
          <a:effectLst>
            <a:outerShdw blurRad="63500" dist="1905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6" name="Shape 6">
            <a:extLst>
              <a:ext uri="{FF2B5EF4-FFF2-40B4-BE49-F238E27FC236}">
                <a16:creationId xmlns:a16="http://schemas.microsoft.com/office/drawing/2014/main" id="{2802B5AD-D9AB-AEB9-13A7-B4EDB1D0286D}"/>
              </a:ext>
            </a:extLst>
          </p:cNvPr>
          <p:cNvSpPr/>
          <p:nvPr/>
        </p:nvSpPr>
        <p:spPr>
          <a:xfrm>
            <a:off x="9710350" y="2130941"/>
            <a:ext cx="1303564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9050">
            <a:solidFill>
              <a:srgbClr val="1B3A6B"/>
            </a:solidFill>
            <a:prstDash val="solid"/>
          </a:ln>
          <a:effectLst>
            <a:outerShdw blurRad="63500" dist="19050" dir="5400000" algn="bl" rotWithShape="0">
              <a:srgbClr val="000000">
                <a:alpha val="10000"/>
              </a:srgbClr>
            </a:outerShdw>
          </a:effectLst>
        </p:spPr>
        <p:txBody>
          <a:bodyPr anchor="ctr"/>
          <a:lstStyle/>
          <a:p>
            <a:pPr algn="ctr"/>
            <a:r>
              <a:rPr lang="en-US" sz="1100" b="1" dirty="0"/>
              <a:t>Master Unload</a:t>
            </a:r>
            <a:endParaRPr lang="en-ID" sz="1100" b="1" dirty="0"/>
          </a:p>
        </p:txBody>
      </p:sp>
      <p:sp>
        <p:nvSpPr>
          <p:cNvPr id="50" name="Shape 14">
            <a:extLst>
              <a:ext uri="{FF2B5EF4-FFF2-40B4-BE49-F238E27FC236}">
                <a16:creationId xmlns:a16="http://schemas.microsoft.com/office/drawing/2014/main" id="{780BCB8B-F791-23B8-ED92-8E1E79613B7C}"/>
              </a:ext>
            </a:extLst>
          </p:cNvPr>
          <p:cNvSpPr/>
          <p:nvPr/>
        </p:nvSpPr>
        <p:spPr>
          <a:xfrm>
            <a:off x="6515817" y="1218776"/>
            <a:ext cx="1648030" cy="209740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12700">
            <a:solidFill>
              <a:srgbClr val="C9D2DC"/>
            </a:solidFill>
            <a:prstDash val="solid"/>
          </a:ln>
          <a:effectLst>
            <a:outerShdw blurRad="63500" dist="1905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4" name="Shape 6">
            <a:extLst>
              <a:ext uri="{FF2B5EF4-FFF2-40B4-BE49-F238E27FC236}">
                <a16:creationId xmlns:a16="http://schemas.microsoft.com/office/drawing/2014/main" id="{C42E68DB-0862-CAEF-9651-4C223A2D813C}"/>
              </a:ext>
            </a:extLst>
          </p:cNvPr>
          <p:cNvSpPr/>
          <p:nvPr/>
        </p:nvSpPr>
        <p:spPr>
          <a:xfrm>
            <a:off x="6661652" y="1328558"/>
            <a:ext cx="1303564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9050">
            <a:solidFill>
              <a:srgbClr val="1B3A6B"/>
            </a:solidFill>
            <a:prstDash val="solid"/>
          </a:ln>
          <a:effectLst>
            <a:outerShdw blurRad="63500" dist="19050" dir="5400000" algn="bl" rotWithShape="0">
              <a:srgbClr val="000000">
                <a:alpha val="10000"/>
              </a:srgbClr>
            </a:outerShdw>
          </a:effectLst>
        </p:spPr>
        <p:txBody>
          <a:bodyPr anchor="ctr"/>
          <a:lstStyle/>
          <a:p>
            <a:pPr algn="ctr"/>
            <a:r>
              <a:rPr lang="en-US" sz="1100" b="1" dirty="0"/>
              <a:t>IIS System</a:t>
            </a:r>
            <a:endParaRPr lang="en-ID" sz="1100" b="1" dirty="0"/>
          </a:p>
        </p:txBody>
      </p:sp>
      <p:sp>
        <p:nvSpPr>
          <p:cNvPr id="66" name="Shape 6">
            <a:extLst>
              <a:ext uri="{FF2B5EF4-FFF2-40B4-BE49-F238E27FC236}">
                <a16:creationId xmlns:a16="http://schemas.microsoft.com/office/drawing/2014/main" id="{6C0FD1E0-A78F-8557-B8DC-29A489DD633B}"/>
              </a:ext>
            </a:extLst>
          </p:cNvPr>
          <p:cNvSpPr/>
          <p:nvPr/>
        </p:nvSpPr>
        <p:spPr>
          <a:xfrm>
            <a:off x="6551018" y="1868489"/>
            <a:ext cx="1303564" cy="384048"/>
          </a:xfrm>
          <a:prstGeom prst="roundRect">
            <a:avLst>
              <a:gd name="adj" fmla="val 14286"/>
            </a:avLst>
          </a:prstGeom>
          <a:noFill/>
          <a:ln w="19050">
            <a:noFill/>
            <a:prstDash val="solid"/>
          </a:ln>
          <a:effectLst>
            <a:outerShdw blurRad="63500" dist="19050" dir="5400000" algn="bl" rotWithShape="0">
              <a:srgbClr val="000000">
                <a:alpha val="10000"/>
              </a:srgbClr>
            </a:outerShdw>
          </a:effectLst>
        </p:spPr>
        <p:txBody>
          <a:bodyPr anchor="ctr"/>
          <a:lstStyle/>
          <a:p>
            <a:r>
              <a:rPr lang="en-US" sz="1100" dirty="0"/>
              <a:t>System Support</a:t>
            </a:r>
            <a:endParaRPr lang="en-ID" sz="1100" dirty="0"/>
          </a:p>
        </p:txBody>
      </p:sp>
      <p:sp>
        <p:nvSpPr>
          <p:cNvPr id="68" name="Flowchart: Magnetic Disk 67">
            <a:extLst>
              <a:ext uri="{FF2B5EF4-FFF2-40B4-BE49-F238E27FC236}">
                <a16:creationId xmlns:a16="http://schemas.microsoft.com/office/drawing/2014/main" id="{5F8C58E3-6F45-A95F-194E-86422F28A57C}"/>
              </a:ext>
            </a:extLst>
          </p:cNvPr>
          <p:cNvSpPr/>
          <p:nvPr/>
        </p:nvSpPr>
        <p:spPr>
          <a:xfrm>
            <a:off x="7729212" y="1972605"/>
            <a:ext cx="250740" cy="172304"/>
          </a:xfrm>
          <a:prstGeom prst="flowChartMagneticDisk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72" name="Shape 6">
            <a:extLst>
              <a:ext uri="{FF2B5EF4-FFF2-40B4-BE49-F238E27FC236}">
                <a16:creationId xmlns:a16="http://schemas.microsoft.com/office/drawing/2014/main" id="{47A3FA92-17AA-9BE4-6A5D-6D57F8CCC641}"/>
              </a:ext>
            </a:extLst>
          </p:cNvPr>
          <p:cNvSpPr/>
          <p:nvPr/>
        </p:nvSpPr>
        <p:spPr>
          <a:xfrm>
            <a:off x="559798" y="2314476"/>
            <a:ext cx="1303564" cy="808047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1B3A6B"/>
            </a:solidFill>
            <a:prstDash val="solid"/>
          </a:ln>
          <a:effectLst>
            <a:outerShdw blurRad="63500" dist="19050" dir="5400000" algn="bl" rotWithShape="0">
              <a:srgbClr val="000000">
                <a:alpha val="10000"/>
              </a:srgbClr>
            </a:outerShdw>
          </a:effectLst>
        </p:spPr>
        <p:txBody>
          <a:bodyPr anchor="ctr"/>
          <a:lstStyle/>
          <a:p>
            <a:pPr algn="ctr"/>
            <a:r>
              <a:rPr lang="en-US" sz="1100" dirty="0"/>
              <a:t>Data Order Harian</a:t>
            </a:r>
            <a:endParaRPr lang="en-ID" sz="1100" dirty="0"/>
          </a:p>
        </p:txBody>
      </p:sp>
      <p:sp>
        <p:nvSpPr>
          <p:cNvPr id="80" name="Shape 6">
            <a:extLst>
              <a:ext uri="{FF2B5EF4-FFF2-40B4-BE49-F238E27FC236}">
                <a16:creationId xmlns:a16="http://schemas.microsoft.com/office/drawing/2014/main" id="{642E5B62-BE49-EE3E-0134-39A053EA19EE}"/>
              </a:ext>
            </a:extLst>
          </p:cNvPr>
          <p:cNvSpPr/>
          <p:nvPr/>
        </p:nvSpPr>
        <p:spPr>
          <a:xfrm>
            <a:off x="2601877" y="2354046"/>
            <a:ext cx="1303564" cy="808047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1B3A6B"/>
            </a:solidFill>
            <a:prstDash val="solid"/>
          </a:ln>
          <a:effectLst>
            <a:outerShdw blurRad="63500" dist="19050" dir="5400000" algn="bl" rotWithShape="0">
              <a:srgbClr val="000000">
                <a:alpha val="10000"/>
              </a:srgbClr>
            </a:outerShdw>
          </a:effectLst>
        </p:spPr>
        <p:txBody>
          <a:bodyPr anchor="ctr"/>
          <a:lstStyle/>
          <a:p>
            <a:pPr marL="171450" indent="-171450">
              <a:buFontTx/>
              <a:buChar char="-"/>
            </a:pPr>
            <a:r>
              <a:rPr lang="en-US" sz="800" dirty="0"/>
              <a:t>Status Part (</a:t>
            </a:r>
            <a:r>
              <a:rPr lang="en-US" sz="800" dirty="0" err="1"/>
              <a:t>Unpacking,Sorting</a:t>
            </a:r>
            <a:r>
              <a:rPr lang="en-US" sz="800" dirty="0"/>
              <a:t>, Direct)</a:t>
            </a:r>
          </a:p>
          <a:p>
            <a:pPr marL="171450" indent="-171450">
              <a:buFontTx/>
              <a:buChar char="-"/>
            </a:pPr>
            <a:r>
              <a:rPr lang="en-US" sz="800" dirty="0" err="1"/>
              <a:t>Dimensi</a:t>
            </a:r>
            <a:r>
              <a:rPr lang="en-US" sz="800" dirty="0"/>
              <a:t> Box m3</a:t>
            </a:r>
            <a:endParaRPr lang="en-ID" sz="800" dirty="0"/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557175BD-C87B-678F-C0CB-3FB250424EA3}"/>
              </a:ext>
            </a:extLst>
          </p:cNvPr>
          <p:cNvGrpSpPr/>
          <p:nvPr/>
        </p:nvGrpSpPr>
        <p:grpSpPr>
          <a:xfrm>
            <a:off x="4471723" y="1218776"/>
            <a:ext cx="1648030" cy="2097404"/>
            <a:chOff x="4471723" y="1218776"/>
            <a:chExt cx="1648030" cy="2097404"/>
          </a:xfrm>
        </p:grpSpPr>
        <p:sp>
          <p:nvSpPr>
            <p:cNvPr id="38" name="Shape 14">
              <a:extLst>
                <a:ext uri="{FF2B5EF4-FFF2-40B4-BE49-F238E27FC236}">
                  <a16:creationId xmlns:a16="http://schemas.microsoft.com/office/drawing/2014/main" id="{E837B1A0-9117-0207-D143-A63AD822F5F0}"/>
                </a:ext>
              </a:extLst>
            </p:cNvPr>
            <p:cNvSpPr/>
            <p:nvPr/>
          </p:nvSpPr>
          <p:spPr>
            <a:xfrm>
              <a:off x="4471723" y="1218776"/>
              <a:ext cx="1648030" cy="2097404"/>
            </a:xfrm>
            <a:prstGeom prst="roundRect">
              <a:avLst>
                <a:gd name="adj" fmla="val 3390"/>
              </a:avLst>
            </a:prstGeom>
            <a:solidFill>
              <a:srgbClr val="FFFFFF"/>
            </a:solidFill>
            <a:ln w="12700">
              <a:solidFill>
                <a:srgbClr val="C9D2DC"/>
              </a:solidFill>
              <a:prstDash val="solid"/>
            </a:ln>
            <a:effectLst>
              <a:outerShdw blurRad="63500" dist="19050" dir="5400000" algn="bl" rotWithShape="0">
                <a:srgbClr val="000000">
                  <a:alpha val="10000"/>
                </a:srgbClr>
              </a:outerShdw>
            </a:effectLst>
          </p:spPr>
        </p:sp>
        <p:sp>
          <p:nvSpPr>
            <p:cNvPr id="40" name="Shape 6">
              <a:extLst>
                <a:ext uri="{FF2B5EF4-FFF2-40B4-BE49-F238E27FC236}">
                  <a16:creationId xmlns:a16="http://schemas.microsoft.com/office/drawing/2014/main" id="{96BBB18F-6ED8-9EA5-F3E2-9CCFCDDF520D}"/>
                </a:ext>
              </a:extLst>
            </p:cNvPr>
            <p:cNvSpPr/>
            <p:nvPr/>
          </p:nvSpPr>
          <p:spPr>
            <a:xfrm>
              <a:off x="4617558" y="1328558"/>
              <a:ext cx="1303564" cy="384048"/>
            </a:xfrm>
            <a:prstGeom prst="roundRect">
              <a:avLst>
                <a:gd name="adj" fmla="val 14286"/>
              </a:avLst>
            </a:prstGeom>
            <a:solidFill>
              <a:srgbClr val="FFFFFF"/>
            </a:solidFill>
            <a:ln w="19050">
              <a:solidFill>
                <a:srgbClr val="1B3A6B"/>
              </a:solidFill>
              <a:prstDash val="solid"/>
            </a:ln>
            <a:effectLst>
              <a:outerShdw blurRad="63500" dist="19050" dir="5400000" algn="bl" rotWithShape="0">
                <a:srgbClr val="000000">
                  <a:alpha val="10000"/>
                </a:srgbClr>
              </a:outerShdw>
            </a:effectLst>
          </p:spPr>
          <p:txBody>
            <a:bodyPr anchor="ctr"/>
            <a:lstStyle/>
            <a:p>
              <a:pPr algn="ctr"/>
              <a:r>
                <a:rPr lang="en-US" sz="1100" b="1" dirty="0"/>
                <a:t>Master Unload Pattern</a:t>
              </a:r>
              <a:endParaRPr lang="en-ID" sz="1100" b="1" dirty="0"/>
            </a:p>
          </p:txBody>
        </p:sp>
        <p:pic>
          <p:nvPicPr>
            <p:cNvPr id="44" name="Picture 43">
              <a:extLst>
                <a:ext uri="{FF2B5EF4-FFF2-40B4-BE49-F238E27FC236}">
                  <a16:creationId xmlns:a16="http://schemas.microsoft.com/office/drawing/2014/main" id="{826C775D-34AF-A98B-3080-2C12249189E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716632" y="1853066"/>
              <a:ext cx="344607" cy="344607"/>
            </a:xfrm>
            <a:prstGeom prst="rect">
              <a:avLst/>
            </a:prstGeom>
          </p:spPr>
        </p:pic>
        <p:sp>
          <p:nvSpPr>
            <p:cNvPr id="48" name="Shape 6">
              <a:extLst>
                <a:ext uri="{FF2B5EF4-FFF2-40B4-BE49-F238E27FC236}">
                  <a16:creationId xmlns:a16="http://schemas.microsoft.com/office/drawing/2014/main" id="{B8102DFE-3455-6FA5-B8C1-D738C8BA96C3}"/>
                </a:ext>
              </a:extLst>
            </p:cNvPr>
            <p:cNvSpPr/>
            <p:nvPr/>
          </p:nvSpPr>
          <p:spPr>
            <a:xfrm>
              <a:off x="4498568" y="1868489"/>
              <a:ext cx="1303564" cy="384048"/>
            </a:xfrm>
            <a:prstGeom prst="roundRect">
              <a:avLst>
                <a:gd name="adj" fmla="val 14286"/>
              </a:avLst>
            </a:prstGeom>
            <a:noFill/>
            <a:ln w="19050">
              <a:noFill/>
              <a:prstDash val="solid"/>
            </a:ln>
            <a:effectLst>
              <a:outerShdw blurRad="63500" dist="19050" dir="5400000" algn="bl" rotWithShape="0">
                <a:srgbClr val="000000">
                  <a:alpha val="10000"/>
                </a:srgbClr>
              </a:outerShdw>
            </a:effectLst>
          </p:spPr>
          <p:txBody>
            <a:bodyPr anchor="ctr"/>
            <a:lstStyle/>
            <a:p>
              <a:r>
                <a:rPr lang="en-US" sz="1100" dirty="0"/>
                <a:t>OP. Internal</a:t>
              </a:r>
              <a:endParaRPr lang="en-ID" sz="1100" dirty="0"/>
            </a:p>
          </p:txBody>
        </p:sp>
        <p:sp>
          <p:nvSpPr>
            <p:cNvPr id="84" name="Shape 6">
              <a:extLst>
                <a:ext uri="{FF2B5EF4-FFF2-40B4-BE49-F238E27FC236}">
                  <a16:creationId xmlns:a16="http://schemas.microsoft.com/office/drawing/2014/main" id="{99B2B52A-C350-94BE-A47C-917A606FB738}"/>
                </a:ext>
              </a:extLst>
            </p:cNvPr>
            <p:cNvSpPr/>
            <p:nvPr/>
          </p:nvSpPr>
          <p:spPr>
            <a:xfrm>
              <a:off x="4616146" y="2394976"/>
              <a:ext cx="1303564" cy="808047"/>
            </a:xfrm>
            <a:prstGeom prst="roundRect">
              <a:avLst>
                <a:gd name="adj" fmla="val 14286"/>
              </a:avLst>
            </a:prstGeom>
            <a:solidFill>
              <a:srgbClr val="FFFFFF"/>
            </a:solidFill>
            <a:ln w="9525">
              <a:solidFill>
                <a:srgbClr val="1B3A6B"/>
              </a:solidFill>
              <a:prstDash val="solid"/>
            </a:ln>
            <a:effectLst>
              <a:outerShdw blurRad="63500" dist="19050" dir="5400000" algn="bl" rotWithShape="0">
                <a:srgbClr val="000000">
                  <a:alpha val="10000"/>
                </a:srgbClr>
              </a:outerShdw>
            </a:effectLst>
          </p:spPr>
          <p:txBody>
            <a:bodyPr anchor="ctr"/>
            <a:lstStyle/>
            <a:p>
              <a:pPr algn="ctr"/>
              <a:r>
                <a:rPr lang="en-US" sz="1100" dirty="0"/>
                <a:t>Setting </a:t>
              </a:r>
              <a:r>
                <a:rPr lang="en-US" sz="1100" dirty="0" err="1"/>
                <a:t>Fisik</a:t>
              </a:r>
              <a:r>
                <a:rPr lang="en-US" sz="1100" dirty="0"/>
                <a:t> Dolly (</a:t>
              </a:r>
              <a:r>
                <a:rPr lang="en-US" sz="1100" dirty="0" err="1"/>
                <a:t>Urutan</a:t>
              </a:r>
              <a:r>
                <a:rPr lang="en-US" sz="1100" dirty="0"/>
                <a:t> Unload)</a:t>
              </a:r>
              <a:endParaRPr lang="en-ID" sz="1100" dirty="0"/>
            </a:p>
          </p:txBody>
        </p:sp>
      </p:grpSp>
      <p:sp>
        <p:nvSpPr>
          <p:cNvPr id="88" name="Shape 6">
            <a:extLst>
              <a:ext uri="{FF2B5EF4-FFF2-40B4-BE49-F238E27FC236}">
                <a16:creationId xmlns:a16="http://schemas.microsoft.com/office/drawing/2014/main" id="{D6D5CD82-46A6-3632-6611-FC4FA2183188}"/>
              </a:ext>
            </a:extLst>
          </p:cNvPr>
          <p:cNvSpPr/>
          <p:nvPr/>
        </p:nvSpPr>
        <p:spPr>
          <a:xfrm>
            <a:off x="6688050" y="2387355"/>
            <a:ext cx="1303564" cy="808047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1B3A6B"/>
            </a:solidFill>
            <a:prstDash val="solid"/>
          </a:ln>
          <a:effectLst>
            <a:outerShdw blurRad="63500" dist="19050" dir="5400000" algn="bl" rotWithShape="0">
              <a:srgbClr val="000000">
                <a:alpha val="10000"/>
              </a:srgbClr>
            </a:outerShdw>
          </a:effectLst>
        </p:spPr>
        <p:txBody>
          <a:bodyPr anchor="ctr"/>
          <a:lstStyle/>
          <a:p>
            <a:pPr algn="ctr"/>
            <a:r>
              <a:rPr lang="en-US" sz="1100" dirty="0"/>
              <a:t>Setting Andon</a:t>
            </a:r>
            <a:endParaRPr lang="en-ID" sz="1100" dirty="0"/>
          </a:p>
        </p:txBody>
      </p:sp>
      <p:sp>
        <p:nvSpPr>
          <p:cNvPr id="91" name="Flowchart: Magnetic Disk 90">
            <a:extLst>
              <a:ext uri="{FF2B5EF4-FFF2-40B4-BE49-F238E27FC236}">
                <a16:creationId xmlns:a16="http://schemas.microsoft.com/office/drawing/2014/main" id="{73BE0E87-D63F-3E4C-32EC-FD72FE034627}"/>
              </a:ext>
            </a:extLst>
          </p:cNvPr>
          <p:cNvSpPr/>
          <p:nvPr/>
        </p:nvSpPr>
        <p:spPr>
          <a:xfrm>
            <a:off x="10236762" y="1932720"/>
            <a:ext cx="250740" cy="172304"/>
          </a:xfrm>
          <a:prstGeom prst="flowChartMagneticDisk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cxnSp>
        <p:nvCxnSpPr>
          <p:cNvPr id="92" name="Connector: Elbow 91">
            <a:extLst>
              <a:ext uri="{FF2B5EF4-FFF2-40B4-BE49-F238E27FC236}">
                <a16:creationId xmlns:a16="http://schemas.microsoft.com/office/drawing/2014/main" id="{1149F426-441C-D697-6BAB-970A61DCBDA6}"/>
              </a:ext>
            </a:extLst>
          </p:cNvPr>
          <p:cNvCxnSpPr>
            <a:cxnSpLocks/>
            <a:stCxn id="94" idx="2"/>
          </p:cNvCxnSpPr>
          <p:nvPr/>
        </p:nvCxnSpPr>
        <p:spPr>
          <a:xfrm rot="5400000" flipH="1" flipV="1">
            <a:off x="4905591" y="-1340456"/>
            <a:ext cx="964911" cy="8352935"/>
          </a:xfrm>
          <a:prstGeom prst="bentConnector4">
            <a:avLst>
              <a:gd name="adj1" fmla="val -39767"/>
              <a:gd name="adj2" fmla="val 89239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: Elbow 97">
            <a:extLst>
              <a:ext uri="{FF2B5EF4-FFF2-40B4-BE49-F238E27FC236}">
                <a16:creationId xmlns:a16="http://schemas.microsoft.com/office/drawing/2014/main" id="{9062CC71-E1DD-24CC-7A05-5E853CF47527}"/>
              </a:ext>
            </a:extLst>
          </p:cNvPr>
          <p:cNvCxnSpPr>
            <a:cxnSpLocks/>
            <a:stCxn id="16" idx="2"/>
            <a:endCxn id="33" idx="1"/>
          </p:cNvCxnSpPr>
          <p:nvPr/>
        </p:nvCxnSpPr>
        <p:spPr>
          <a:xfrm rot="5400000" flipH="1" flipV="1">
            <a:off x="5921718" y="-324330"/>
            <a:ext cx="974738" cy="6310856"/>
          </a:xfrm>
          <a:prstGeom prst="bentConnector4">
            <a:avLst>
              <a:gd name="adj1" fmla="val -38529"/>
              <a:gd name="adj2" fmla="val 85637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: Elbow 99">
            <a:extLst>
              <a:ext uri="{FF2B5EF4-FFF2-40B4-BE49-F238E27FC236}">
                <a16:creationId xmlns:a16="http://schemas.microsoft.com/office/drawing/2014/main" id="{FC2A34AA-5852-0D58-764D-11AFC5DCD37F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6943900" y="719784"/>
            <a:ext cx="972451" cy="4268777"/>
          </a:xfrm>
          <a:prstGeom prst="bentConnector4">
            <a:avLst>
              <a:gd name="adj1" fmla="val -36941"/>
              <a:gd name="adj2" fmla="val 78778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: Elbow 101">
            <a:extLst>
              <a:ext uri="{FF2B5EF4-FFF2-40B4-BE49-F238E27FC236}">
                <a16:creationId xmlns:a16="http://schemas.microsoft.com/office/drawing/2014/main" id="{80A8442E-1AD3-D812-A881-3CA5839EDC8B}"/>
              </a:ext>
            </a:extLst>
          </p:cNvPr>
          <p:cNvCxnSpPr>
            <a:cxnSpLocks/>
            <a:stCxn id="88" idx="2"/>
            <a:endCxn id="33" idx="1"/>
          </p:cNvCxnSpPr>
          <p:nvPr/>
        </p:nvCxnSpPr>
        <p:spPr>
          <a:xfrm rot="5400000" flipH="1" flipV="1">
            <a:off x="8026336" y="1657224"/>
            <a:ext cx="851673" cy="2224683"/>
          </a:xfrm>
          <a:prstGeom prst="bentConnector4">
            <a:avLst>
              <a:gd name="adj1" fmla="val -57517"/>
              <a:gd name="adj2" fmla="val 59878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Shape 14">
            <a:extLst>
              <a:ext uri="{FF2B5EF4-FFF2-40B4-BE49-F238E27FC236}">
                <a16:creationId xmlns:a16="http://schemas.microsoft.com/office/drawing/2014/main" id="{B44FD3BF-2B01-E600-3418-A315AED43DC2}"/>
              </a:ext>
            </a:extLst>
          </p:cNvPr>
          <p:cNvSpPr/>
          <p:nvPr/>
        </p:nvSpPr>
        <p:spPr>
          <a:xfrm>
            <a:off x="6515026" y="4212210"/>
            <a:ext cx="1648030" cy="209740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12700">
            <a:solidFill>
              <a:srgbClr val="C9D2DC"/>
            </a:solidFill>
            <a:prstDash val="solid"/>
          </a:ln>
          <a:effectLst>
            <a:outerShdw blurRad="63500" dist="1905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6">
            <a:extLst>
              <a:ext uri="{FF2B5EF4-FFF2-40B4-BE49-F238E27FC236}">
                <a16:creationId xmlns:a16="http://schemas.microsoft.com/office/drawing/2014/main" id="{A54BE207-BA8C-3F4D-E446-AD8140058BA0}"/>
              </a:ext>
            </a:extLst>
          </p:cNvPr>
          <p:cNvSpPr/>
          <p:nvPr/>
        </p:nvSpPr>
        <p:spPr>
          <a:xfrm>
            <a:off x="6660861" y="4321992"/>
            <a:ext cx="1303564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9050">
            <a:solidFill>
              <a:srgbClr val="1B3A6B"/>
            </a:solidFill>
            <a:prstDash val="solid"/>
          </a:ln>
          <a:effectLst>
            <a:outerShdw blurRad="63500" dist="19050" dir="5400000" algn="bl" rotWithShape="0">
              <a:srgbClr val="000000">
                <a:alpha val="10000"/>
              </a:srgbClr>
            </a:outerShdw>
          </a:effectLst>
        </p:spPr>
        <p:txBody>
          <a:bodyPr anchor="ctr"/>
          <a:lstStyle/>
          <a:p>
            <a:pPr algn="ctr"/>
            <a:r>
              <a:rPr lang="en-US" sz="1100" b="1" dirty="0"/>
              <a:t>Master Plane Pattern</a:t>
            </a:r>
            <a:endParaRPr lang="en-ID" sz="1100" b="1" dirty="0"/>
          </a:p>
        </p:txBody>
      </p:sp>
      <p:sp>
        <p:nvSpPr>
          <p:cNvPr id="11" name="Shape 6">
            <a:extLst>
              <a:ext uri="{FF2B5EF4-FFF2-40B4-BE49-F238E27FC236}">
                <a16:creationId xmlns:a16="http://schemas.microsoft.com/office/drawing/2014/main" id="{15286A4F-4C92-6E9D-3C03-E776B18ACE49}"/>
              </a:ext>
            </a:extLst>
          </p:cNvPr>
          <p:cNvSpPr/>
          <p:nvPr/>
        </p:nvSpPr>
        <p:spPr>
          <a:xfrm>
            <a:off x="6541871" y="4861923"/>
            <a:ext cx="1303564" cy="384048"/>
          </a:xfrm>
          <a:prstGeom prst="roundRect">
            <a:avLst>
              <a:gd name="adj" fmla="val 14286"/>
            </a:avLst>
          </a:prstGeom>
          <a:noFill/>
          <a:ln w="19050">
            <a:noFill/>
            <a:prstDash val="solid"/>
          </a:ln>
          <a:effectLst>
            <a:outerShdw blurRad="63500" dist="19050" dir="5400000" algn="bl" rotWithShape="0">
              <a:srgbClr val="000000">
                <a:alpha val="10000"/>
              </a:srgbClr>
            </a:outerShdw>
          </a:effectLst>
        </p:spPr>
        <p:txBody>
          <a:bodyPr anchor="ctr"/>
          <a:lstStyle/>
          <a:p>
            <a:r>
              <a:rPr lang="en-US" sz="1100" dirty="0"/>
              <a:t>System Support</a:t>
            </a:r>
            <a:endParaRPr lang="en-ID" sz="1100" dirty="0"/>
          </a:p>
        </p:txBody>
      </p:sp>
      <p:sp>
        <p:nvSpPr>
          <p:cNvPr id="13" name="Shape 6">
            <a:extLst>
              <a:ext uri="{FF2B5EF4-FFF2-40B4-BE49-F238E27FC236}">
                <a16:creationId xmlns:a16="http://schemas.microsoft.com/office/drawing/2014/main" id="{AD64B7F5-BB0F-EF61-7642-99B246E026FA}"/>
              </a:ext>
            </a:extLst>
          </p:cNvPr>
          <p:cNvSpPr/>
          <p:nvPr/>
        </p:nvSpPr>
        <p:spPr>
          <a:xfrm>
            <a:off x="6659449" y="5388410"/>
            <a:ext cx="1303564" cy="808047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1B3A6B"/>
            </a:solidFill>
            <a:prstDash val="solid"/>
          </a:ln>
          <a:effectLst>
            <a:outerShdw blurRad="63500" dist="19050" dir="5400000" algn="bl" rotWithShape="0">
              <a:srgbClr val="000000">
                <a:alpha val="10000"/>
              </a:srgbClr>
            </a:outerShdw>
          </a:effectLst>
        </p:spPr>
        <p:txBody>
          <a:bodyPr anchor="ctr"/>
          <a:lstStyle/>
          <a:p>
            <a:pPr algn="ctr"/>
            <a:r>
              <a:rPr lang="en-US" sz="1100" dirty="0"/>
              <a:t>Data Import Part</a:t>
            </a:r>
            <a:endParaRPr lang="en-ID" sz="1100" dirty="0"/>
          </a:p>
        </p:txBody>
      </p:sp>
      <p:cxnSp>
        <p:nvCxnSpPr>
          <p:cNvPr id="14" name="Connector: Elbow 13">
            <a:extLst>
              <a:ext uri="{FF2B5EF4-FFF2-40B4-BE49-F238E27FC236}">
                <a16:creationId xmlns:a16="http://schemas.microsoft.com/office/drawing/2014/main" id="{3260791E-1E06-4F66-13B0-8E7021FEE793}"/>
              </a:ext>
            </a:extLst>
          </p:cNvPr>
          <p:cNvCxnSpPr>
            <a:cxnSpLocks/>
            <a:stCxn id="13" idx="2"/>
            <a:endCxn id="33" idx="1"/>
          </p:cNvCxnSpPr>
          <p:nvPr/>
        </p:nvCxnSpPr>
        <p:spPr>
          <a:xfrm rot="5400000" flipH="1" flipV="1">
            <a:off x="6511509" y="3143451"/>
            <a:ext cx="3852728" cy="2253284"/>
          </a:xfrm>
          <a:prstGeom prst="bentConnector4">
            <a:avLst>
              <a:gd name="adj1" fmla="val -5248"/>
              <a:gd name="adj2" fmla="val 60561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Flowchart: Magnetic Disk 24">
            <a:extLst>
              <a:ext uri="{FF2B5EF4-FFF2-40B4-BE49-F238E27FC236}">
                <a16:creationId xmlns:a16="http://schemas.microsoft.com/office/drawing/2014/main" id="{DCF6D4CA-8221-D978-CAE7-96CB92A53827}"/>
              </a:ext>
            </a:extLst>
          </p:cNvPr>
          <p:cNvSpPr/>
          <p:nvPr/>
        </p:nvSpPr>
        <p:spPr>
          <a:xfrm>
            <a:off x="7712273" y="4989056"/>
            <a:ext cx="250740" cy="172304"/>
          </a:xfrm>
          <a:prstGeom prst="flowChartMagneticDisk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B9F809F1-2137-D814-63F4-D957B83AFC89}"/>
              </a:ext>
            </a:extLst>
          </p:cNvPr>
          <p:cNvGrpSpPr/>
          <p:nvPr/>
        </p:nvGrpSpPr>
        <p:grpSpPr>
          <a:xfrm>
            <a:off x="4471723" y="4195456"/>
            <a:ext cx="1648030" cy="2097404"/>
            <a:chOff x="4471723" y="1218776"/>
            <a:chExt cx="1648030" cy="2097404"/>
          </a:xfrm>
        </p:grpSpPr>
        <p:sp>
          <p:nvSpPr>
            <p:cNvPr id="29" name="Shape 14">
              <a:extLst>
                <a:ext uri="{FF2B5EF4-FFF2-40B4-BE49-F238E27FC236}">
                  <a16:creationId xmlns:a16="http://schemas.microsoft.com/office/drawing/2014/main" id="{FAD1EC56-CC4A-A383-A37C-46B6A6D7E6B6}"/>
                </a:ext>
              </a:extLst>
            </p:cNvPr>
            <p:cNvSpPr/>
            <p:nvPr/>
          </p:nvSpPr>
          <p:spPr>
            <a:xfrm>
              <a:off x="4471723" y="1218776"/>
              <a:ext cx="1648030" cy="2097404"/>
            </a:xfrm>
            <a:prstGeom prst="roundRect">
              <a:avLst>
                <a:gd name="adj" fmla="val 3390"/>
              </a:avLst>
            </a:prstGeom>
            <a:solidFill>
              <a:srgbClr val="FFFFFF"/>
            </a:solidFill>
            <a:ln w="12700">
              <a:solidFill>
                <a:srgbClr val="C9D2DC"/>
              </a:solidFill>
              <a:prstDash val="solid"/>
            </a:ln>
            <a:effectLst>
              <a:outerShdw blurRad="63500" dist="19050" dir="5400000" algn="bl" rotWithShape="0">
                <a:srgbClr val="000000">
                  <a:alpha val="10000"/>
                </a:srgbClr>
              </a:outerShdw>
            </a:effectLst>
          </p:spPr>
        </p:sp>
        <p:sp>
          <p:nvSpPr>
            <p:cNvPr id="31" name="Shape 6">
              <a:extLst>
                <a:ext uri="{FF2B5EF4-FFF2-40B4-BE49-F238E27FC236}">
                  <a16:creationId xmlns:a16="http://schemas.microsoft.com/office/drawing/2014/main" id="{76692086-4ED2-1BBC-5B1B-3A485AEF7405}"/>
                </a:ext>
              </a:extLst>
            </p:cNvPr>
            <p:cNvSpPr/>
            <p:nvPr/>
          </p:nvSpPr>
          <p:spPr>
            <a:xfrm>
              <a:off x="4617558" y="1328558"/>
              <a:ext cx="1303564" cy="384048"/>
            </a:xfrm>
            <a:prstGeom prst="roundRect">
              <a:avLst>
                <a:gd name="adj" fmla="val 14286"/>
              </a:avLst>
            </a:prstGeom>
            <a:solidFill>
              <a:srgbClr val="FFFFFF"/>
            </a:solidFill>
            <a:ln w="19050">
              <a:solidFill>
                <a:srgbClr val="1B3A6B"/>
              </a:solidFill>
              <a:prstDash val="solid"/>
            </a:ln>
            <a:effectLst>
              <a:outerShdw blurRad="63500" dist="19050" dir="5400000" algn="bl" rotWithShape="0">
                <a:srgbClr val="000000">
                  <a:alpha val="10000"/>
                </a:srgbClr>
              </a:outerShdw>
            </a:effectLst>
          </p:spPr>
          <p:txBody>
            <a:bodyPr anchor="ctr"/>
            <a:lstStyle/>
            <a:p>
              <a:pPr algn="ctr"/>
              <a:r>
                <a:rPr lang="en-US" sz="1100" b="1" dirty="0"/>
                <a:t>Master Supply Route</a:t>
              </a:r>
              <a:endParaRPr lang="en-ID" sz="1100" b="1" dirty="0"/>
            </a:p>
          </p:txBody>
        </p:sp>
        <p:pic>
          <p:nvPicPr>
            <p:cNvPr id="32" name="Picture 31">
              <a:extLst>
                <a:ext uri="{FF2B5EF4-FFF2-40B4-BE49-F238E27FC236}">
                  <a16:creationId xmlns:a16="http://schemas.microsoft.com/office/drawing/2014/main" id="{7C962D72-0089-8E0C-3B9C-7632ABD713C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716632" y="1853066"/>
              <a:ext cx="344607" cy="344607"/>
            </a:xfrm>
            <a:prstGeom prst="rect">
              <a:avLst/>
            </a:prstGeom>
          </p:spPr>
        </p:pic>
        <p:sp>
          <p:nvSpPr>
            <p:cNvPr id="34" name="Shape 6">
              <a:extLst>
                <a:ext uri="{FF2B5EF4-FFF2-40B4-BE49-F238E27FC236}">
                  <a16:creationId xmlns:a16="http://schemas.microsoft.com/office/drawing/2014/main" id="{DC024B1D-D549-8F93-B1A3-AF2EBC21575C}"/>
                </a:ext>
              </a:extLst>
            </p:cNvPr>
            <p:cNvSpPr/>
            <p:nvPr/>
          </p:nvSpPr>
          <p:spPr>
            <a:xfrm>
              <a:off x="4498568" y="1868489"/>
              <a:ext cx="1303564" cy="384048"/>
            </a:xfrm>
            <a:prstGeom prst="roundRect">
              <a:avLst>
                <a:gd name="adj" fmla="val 14286"/>
              </a:avLst>
            </a:prstGeom>
            <a:noFill/>
            <a:ln w="19050">
              <a:noFill/>
              <a:prstDash val="solid"/>
            </a:ln>
            <a:effectLst>
              <a:outerShdw blurRad="63500" dist="19050" dir="5400000" algn="bl" rotWithShape="0">
                <a:srgbClr val="000000">
                  <a:alpha val="10000"/>
                </a:srgbClr>
              </a:outerShdw>
            </a:effectLst>
          </p:spPr>
          <p:txBody>
            <a:bodyPr anchor="ctr"/>
            <a:lstStyle/>
            <a:p>
              <a:r>
                <a:rPr lang="en-US" sz="1100" dirty="0"/>
                <a:t>OP. Internal</a:t>
              </a:r>
              <a:endParaRPr lang="en-ID" sz="1100" dirty="0"/>
            </a:p>
          </p:txBody>
        </p:sp>
        <p:sp>
          <p:nvSpPr>
            <p:cNvPr id="35" name="Shape 6">
              <a:extLst>
                <a:ext uri="{FF2B5EF4-FFF2-40B4-BE49-F238E27FC236}">
                  <a16:creationId xmlns:a16="http://schemas.microsoft.com/office/drawing/2014/main" id="{646B7D1B-BAA5-9F45-4D2E-3877D643BCB4}"/>
                </a:ext>
              </a:extLst>
            </p:cNvPr>
            <p:cNvSpPr/>
            <p:nvPr/>
          </p:nvSpPr>
          <p:spPr>
            <a:xfrm>
              <a:off x="4616146" y="2394976"/>
              <a:ext cx="1303564" cy="808047"/>
            </a:xfrm>
            <a:prstGeom prst="roundRect">
              <a:avLst>
                <a:gd name="adj" fmla="val 14286"/>
              </a:avLst>
            </a:prstGeom>
            <a:solidFill>
              <a:srgbClr val="FFFFFF"/>
            </a:solidFill>
            <a:ln w="9525">
              <a:solidFill>
                <a:srgbClr val="1B3A6B"/>
              </a:solidFill>
              <a:prstDash val="solid"/>
            </a:ln>
            <a:effectLst>
              <a:outerShdw blurRad="63500" dist="19050" dir="5400000" algn="bl" rotWithShape="0">
                <a:srgbClr val="000000">
                  <a:alpha val="10000"/>
                </a:srgbClr>
              </a:outerShdw>
            </a:effectLst>
          </p:spPr>
          <p:txBody>
            <a:bodyPr anchor="ctr"/>
            <a:lstStyle/>
            <a:p>
              <a:pPr algn="ctr"/>
              <a:r>
                <a:rPr lang="en-US" sz="1100" dirty="0"/>
                <a:t>Data Supply Route</a:t>
              </a:r>
              <a:endParaRPr lang="en-ID" sz="1100" dirty="0"/>
            </a:p>
          </p:txBody>
        </p: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D2FC65C8-51A7-BD71-FF93-91918D25E83D}"/>
              </a:ext>
            </a:extLst>
          </p:cNvPr>
          <p:cNvGrpSpPr/>
          <p:nvPr/>
        </p:nvGrpSpPr>
        <p:grpSpPr>
          <a:xfrm>
            <a:off x="409370" y="4125651"/>
            <a:ext cx="1648030" cy="2097404"/>
            <a:chOff x="4471723" y="1218776"/>
            <a:chExt cx="1648030" cy="2097404"/>
          </a:xfrm>
        </p:grpSpPr>
        <p:sp>
          <p:nvSpPr>
            <p:cNvPr id="39" name="Shape 14">
              <a:extLst>
                <a:ext uri="{FF2B5EF4-FFF2-40B4-BE49-F238E27FC236}">
                  <a16:creationId xmlns:a16="http://schemas.microsoft.com/office/drawing/2014/main" id="{98BDD5CC-8DC9-ACFF-0C11-FB3242B37DA8}"/>
                </a:ext>
              </a:extLst>
            </p:cNvPr>
            <p:cNvSpPr/>
            <p:nvPr/>
          </p:nvSpPr>
          <p:spPr>
            <a:xfrm>
              <a:off x="4471723" y="1218776"/>
              <a:ext cx="1648030" cy="2097404"/>
            </a:xfrm>
            <a:prstGeom prst="roundRect">
              <a:avLst>
                <a:gd name="adj" fmla="val 3390"/>
              </a:avLst>
            </a:prstGeom>
            <a:solidFill>
              <a:srgbClr val="FFFFFF"/>
            </a:solidFill>
            <a:ln w="12700">
              <a:solidFill>
                <a:srgbClr val="C9D2DC"/>
              </a:solidFill>
              <a:prstDash val="solid"/>
            </a:ln>
            <a:effectLst>
              <a:outerShdw blurRad="63500" dist="19050" dir="5400000" algn="bl" rotWithShape="0">
                <a:srgbClr val="000000">
                  <a:alpha val="10000"/>
                </a:srgbClr>
              </a:outerShdw>
            </a:effectLst>
          </p:spPr>
        </p:sp>
        <p:sp>
          <p:nvSpPr>
            <p:cNvPr id="41" name="Shape 6">
              <a:extLst>
                <a:ext uri="{FF2B5EF4-FFF2-40B4-BE49-F238E27FC236}">
                  <a16:creationId xmlns:a16="http://schemas.microsoft.com/office/drawing/2014/main" id="{08DF9734-48AD-EFEE-B33A-87E7A6423476}"/>
                </a:ext>
              </a:extLst>
            </p:cNvPr>
            <p:cNvSpPr/>
            <p:nvPr/>
          </p:nvSpPr>
          <p:spPr>
            <a:xfrm>
              <a:off x="4617558" y="1328558"/>
              <a:ext cx="1303564" cy="384048"/>
            </a:xfrm>
            <a:prstGeom prst="roundRect">
              <a:avLst>
                <a:gd name="adj" fmla="val 14286"/>
              </a:avLst>
            </a:prstGeom>
            <a:solidFill>
              <a:srgbClr val="FFFFFF"/>
            </a:solidFill>
            <a:ln w="19050">
              <a:solidFill>
                <a:srgbClr val="1B3A6B"/>
              </a:solidFill>
              <a:prstDash val="solid"/>
            </a:ln>
            <a:effectLst>
              <a:outerShdw blurRad="63500" dist="19050" dir="5400000" algn="bl" rotWithShape="0">
                <a:srgbClr val="000000">
                  <a:alpha val="10000"/>
                </a:srgbClr>
              </a:outerShdw>
            </a:effectLst>
          </p:spPr>
          <p:txBody>
            <a:bodyPr anchor="ctr"/>
            <a:lstStyle/>
            <a:p>
              <a:pPr algn="ctr"/>
              <a:r>
                <a:rPr lang="en-US" sz="1100" b="1" dirty="0"/>
                <a:t>Master Address</a:t>
              </a:r>
              <a:endParaRPr lang="en-ID" sz="1100" b="1" dirty="0"/>
            </a:p>
          </p:txBody>
        </p:sp>
        <p:pic>
          <p:nvPicPr>
            <p:cNvPr id="42" name="Picture 41">
              <a:extLst>
                <a:ext uri="{FF2B5EF4-FFF2-40B4-BE49-F238E27FC236}">
                  <a16:creationId xmlns:a16="http://schemas.microsoft.com/office/drawing/2014/main" id="{B41F59C5-738F-922D-87E5-1E48AE5886C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716632" y="1853066"/>
              <a:ext cx="344607" cy="344607"/>
            </a:xfrm>
            <a:prstGeom prst="rect">
              <a:avLst/>
            </a:prstGeom>
          </p:spPr>
        </p:pic>
        <p:sp>
          <p:nvSpPr>
            <p:cNvPr id="43" name="Shape 6">
              <a:extLst>
                <a:ext uri="{FF2B5EF4-FFF2-40B4-BE49-F238E27FC236}">
                  <a16:creationId xmlns:a16="http://schemas.microsoft.com/office/drawing/2014/main" id="{0AC5D939-EF49-4A72-55C3-6ED22DB4CB9A}"/>
                </a:ext>
              </a:extLst>
            </p:cNvPr>
            <p:cNvSpPr/>
            <p:nvPr/>
          </p:nvSpPr>
          <p:spPr>
            <a:xfrm>
              <a:off x="4498568" y="1868489"/>
              <a:ext cx="1303564" cy="384048"/>
            </a:xfrm>
            <a:prstGeom prst="roundRect">
              <a:avLst>
                <a:gd name="adj" fmla="val 14286"/>
              </a:avLst>
            </a:prstGeom>
            <a:noFill/>
            <a:ln w="19050">
              <a:noFill/>
              <a:prstDash val="solid"/>
            </a:ln>
            <a:effectLst>
              <a:outerShdw blurRad="63500" dist="19050" dir="5400000" algn="bl" rotWithShape="0">
                <a:srgbClr val="000000">
                  <a:alpha val="10000"/>
                </a:srgbClr>
              </a:outerShdw>
            </a:effectLst>
          </p:spPr>
          <p:txBody>
            <a:bodyPr anchor="ctr"/>
            <a:lstStyle/>
            <a:p>
              <a:r>
                <a:rPr lang="en-US" sz="1100" dirty="0"/>
                <a:t>System Support</a:t>
              </a:r>
              <a:endParaRPr lang="en-ID" sz="1100" dirty="0"/>
            </a:p>
          </p:txBody>
        </p:sp>
        <p:sp>
          <p:nvSpPr>
            <p:cNvPr id="45" name="Shape 6">
              <a:extLst>
                <a:ext uri="{FF2B5EF4-FFF2-40B4-BE49-F238E27FC236}">
                  <a16:creationId xmlns:a16="http://schemas.microsoft.com/office/drawing/2014/main" id="{527AEB1D-97F8-AF43-BF13-96DE545C8306}"/>
                </a:ext>
              </a:extLst>
            </p:cNvPr>
            <p:cNvSpPr/>
            <p:nvPr/>
          </p:nvSpPr>
          <p:spPr>
            <a:xfrm>
              <a:off x="4616146" y="2394976"/>
              <a:ext cx="1303564" cy="808047"/>
            </a:xfrm>
            <a:prstGeom prst="roundRect">
              <a:avLst>
                <a:gd name="adj" fmla="val 14286"/>
              </a:avLst>
            </a:prstGeom>
            <a:solidFill>
              <a:srgbClr val="FFFFFF"/>
            </a:solidFill>
            <a:ln w="9525">
              <a:solidFill>
                <a:srgbClr val="1B3A6B"/>
              </a:solidFill>
              <a:prstDash val="solid"/>
            </a:ln>
            <a:effectLst>
              <a:outerShdw blurRad="63500" dist="19050" dir="5400000" algn="bl" rotWithShape="0">
                <a:srgbClr val="000000">
                  <a:alpha val="10000"/>
                </a:srgbClr>
              </a:outerShdw>
            </a:effectLst>
          </p:spPr>
          <p:txBody>
            <a:bodyPr anchor="ctr"/>
            <a:lstStyle/>
            <a:p>
              <a:pPr algn="ctr"/>
              <a:r>
                <a:rPr lang="en-US" sz="1100" dirty="0"/>
                <a:t>Data Rack Address</a:t>
              </a:r>
              <a:endParaRPr lang="en-ID" sz="1100" dirty="0"/>
            </a:p>
          </p:txBody>
        </p:sp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6ED29368-B27C-A8B6-4EF7-0AABDFE9DC85}"/>
              </a:ext>
            </a:extLst>
          </p:cNvPr>
          <p:cNvGrpSpPr/>
          <p:nvPr/>
        </p:nvGrpSpPr>
        <p:grpSpPr>
          <a:xfrm>
            <a:off x="2435902" y="4184075"/>
            <a:ext cx="1648030" cy="2097404"/>
            <a:chOff x="4471723" y="1218776"/>
            <a:chExt cx="1648030" cy="2097404"/>
          </a:xfrm>
        </p:grpSpPr>
        <p:sp>
          <p:nvSpPr>
            <p:cNvPr id="47" name="Shape 14">
              <a:extLst>
                <a:ext uri="{FF2B5EF4-FFF2-40B4-BE49-F238E27FC236}">
                  <a16:creationId xmlns:a16="http://schemas.microsoft.com/office/drawing/2014/main" id="{9A22EA2B-5BBE-9A20-A6C1-9C20E318465A}"/>
                </a:ext>
              </a:extLst>
            </p:cNvPr>
            <p:cNvSpPr/>
            <p:nvPr/>
          </p:nvSpPr>
          <p:spPr>
            <a:xfrm>
              <a:off x="4471723" y="1218776"/>
              <a:ext cx="1648030" cy="2097404"/>
            </a:xfrm>
            <a:prstGeom prst="roundRect">
              <a:avLst>
                <a:gd name="adj" fmla="val 3390"/>
              </a:avLst>
            </a:prstGeom>
            <a:solidFill>
              <a:srgbClr val="FFFFFF"/>
            </a:solidFill>
            <a:ln w="12700">
              <a:solidFill>
                <a:srgbClr val="C9D2DC"/>
              </a:solidFill>
              <a:prstDash val="solid"/>
            </a:ln>
            <a:effectLst>
              <a:outerShdw blurRad="63500" dist="19050" dir="5400000" algn="bl" rotWithShape="0">
                <a:srgbClr val="000000">
                  <a:alpha val="10000"/>
                </a:srgbClr>
              </a:outerShdw>
            </a:effectLst>
          </p:spPr>
        </p:sp>
        <p:sp>
          <p:nvSpPr>
            <p:cNvPr id="49" name="Shape 6">
              <a:extLst>
                <a:ext uri="{FF2B5EF4-FFF2-40B4-BE49-F238E27FC236}">
                  <a16:creationId xmlns:a16="http://schemas.microsoft.com/office/drawing/2014/main" id="{CB9926E9-ACEB-4893-0835-F6371C519DB1}"/>
                </a:ext>
              </a:extLst>
            </p:cNvPr>
            <p:cNvSpPr/>
            <p:nvPr/>
          </p:nvSpPr>
          <p:spPr>
            <a:xfrm>
              <a:off x="4617558" y="1328558"/>
              <a:ext cx="1303564" cy="384048"/>
            </a:xfrm>
            <a:prstGeom prst="roundRect">
              <a:avLst>
                <a:gd name="adj" fmla="val 14286"/>
              </a:avLst>
            </a:prstGeom>
            <a:solidFill>
              <a:srgbClr val="FFFFFF"/>
            </a:solidFill>
            <a:ln w="19050">
              <a:solidFill>
                <a:srgbClr val="1B3A6B"/>
              </a:solidFill>
              <a:prstDash val="solid"/>
            </a:ln>
            <a:effectLst>
              <a:outerShdw blurRad="63500" dist="19050" dir="5400000" algn="bl" rotWithShape="0">
                <a:srgbClr val="000000">
                  <a:alpha val="10000"/>
                </a:srgbClr>
              </a:outerShdw>
            </a:effectLst>
          </p:spPr>
          <p:txBody>
            <a:bodyPr anchor="ctr"/>
            <a:lstStyle/>
            <a:p>
              <a:pPr algn="ctr"/>
              <a:r>
                <a:rPr lang="en-US" sz="1100" b="1" dirty="0"/>
                <a:t>Master </a:t>
              </a:r>
              <a:r>
                <a:rPr lang="en-US" sz="1100" b="1" dirty="0" err="1"/>
                <a:t>Halte</a:t>
              </a:r>
              <a:r>
                <a:rPr lang="en-US" sz="1100" b="1" dirty="0"/>
                <a:t> Supply</a:t>
              </a:r>
              <a:endParaRPr lang="en-ID" sz="1100" b="1" dirty="0"/>
            </a:p>
          </p:txBody>
        </p:sp>
        <p:pic>
          <p:nvPicPr>
            <p:cNvPr id="51" name="Picture 50">
              <a:extLst>
                <a:ext uri="{FF2B5EF4-FFF2-40B4-BE49-F238E27FC236}">
                  <a16:creationId xmlns:a16="http://schemas.microsoft.com/office/drawing/2014/main" id="{329E3959-B08B-8546-F2D7-209850F00EB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716632" y="1853066"/>
              <a:ext cx="344607" cy="344607"/>
            </a:xfrm>
            <a:prstGeom prst="rect">
              <a:avLst/>
            </a:prstGeom>
          </p:spPr>
        </p:pic>
        <p:sp>
          <p:nvSpPr>
            <p:cNvPr id="52" name="Shape 6">
              <a:extLst>
                <a:ext uri="{FF2B5EF4-FFF2-40B4-BE49-F238E27FC236}">
                  <a16:creationId xmlns:a16="http://schemas.microsoft.com/office/drawing/2014/main" id="{D6F002B7-35F2-54F9-22AA-187695E029C8}"/>
                </a:ext>
              </a:extLst>
            </p:cNvPr>
            <p:cNvSpPr/>
            <p:nvPr/>
          </p:nvSpPr>
          <p:spPr>
            <a:xfrm>
              <a:off x="4498568" y="1868489"/>
              <a:ext cx="1303564" cy="384048"/>
            </a:xfrm>
            <a:prstGeom prst="roundRect">
              <a:avLst>
                <a:gd name="adj" fmla="val 14286"/>
              </a:avLst>
            </a:prstGeom>
            <a:noFill/>
            <a:ln w="19050">
              <a:noFill/>
              <a:prstDash val="solid"/>
            </a:ln>
            <a:effectLst>
              <a:outerShdw blurRad="63500" dist="19050" dir="5400000" algn="bl" rotWithShape="0">
                <a:srgbClr val="000000">
                  <a:alpha val="10000"/>
                </a:srgbClr>
              </a:outerShdw>
            </a:effectLst>
          </p:spPr>
          <p:txBody>
            <a:bodyPr anchor="ctr"/>
            <a:lstStyle/>
            <a:p>
              <a:r>
                <a:rPr lang="en-US" sz="1100" dirty="0"/>
                <a:t>OP. Internal</a:t>
              </a:r>
              <a:endParaRPr lang="en-ID" sz="1100" dirty="0"/>
            </a:p>
          </p:txBody>
        </p:sp>
        <p:sp>
          <p:nvSpPr>
            <p:cNvPr id="53" name="Shape 6">
              <a:extLst>
                <a:ext uri="{FF2B5EF4-FFF2-40B4-BE49-F238E27FC236}">
                  <a16:creationId xmlns:a16="http://schemas.microsoft.com/office/drawing/2014/main" id="{8359F7BB-C07D-63EE-E597-DBF5C21BE660}"/>
                </a:ext>
              </a:extLst>
            </p:cNvPr>
            <p:cNvSpPr/>
            <p:nvPr/>
          </p:nvSpPr>
          <p:spPr>
            <a:xfrm>
              <a:off x="4616146" y="2394976"/>
              <a:ext cx="1303564" cy="808047"/>
            </a:xfrm>
            <a:prstGeom prst="roundRect">
              <a:avLst>
                <a:gd name="adj" fmla="val 14286"/>
              </a:avLst>
            </a:prstGeom>
            <a:solidFill>
              <a:srgbClr val="FFFFFF"/>
            </a:solidFill>
            <a:ln w="9525">
              <a:solidFill>
                <a:srgbClr val="1B3A6B"/>
              </a:solidFill>
              <a:prstDash val="solid"/>
            </a:ln>
            <a:effectLst>
              <a:outerShdw blurRad="63500" dist="19050" dir="5400000" algn="bl" rotWithShape="0">
                <a:srgbClr val="000000">
                  <a:alpha val="10000"/>
                </a:srgbClr>
              </a:outerShdw>
            </a:effectLst>
          </p:spPr>
          <p:txBody>
            <a:bodyPr anchor="ctr"/>
            <a:lstStyle/>
            <a:p>
              <a:pPr algn="ctr"/>
              <a:r>
                <a:rPr lang="en-US" sz="1100" dirty="0"/>
                <a:t>Data Address </a:t>
              </a:r>
              <a:r>
                <a:rPr lang="en-US" sz="1100" dirty="0" err="1"/>
                <a:t>Halte</a:t>
              </a:r>
              <a:endParaRPr lang="en-ID" sz="1100" dirty="0"/>
            </a:p>
          </p:txBody>
        </p:sp>
      </p:grpSp>
      <p:cxnSp>
        <p:nvCxnSpPr>
          <p:cNvPr id="55" name="Connector: Elbow 54">
            <a:extLst>
              <a:ext uri="{FF2B5EF4-FFF2-40B4-BE49-F238E27FC236}">
                <a16:creationId xmlns:a16="http://schemas.microsoft.com/office/drawing/2014/main" id="{3D7F3128-24AA-AD8F-4533-176A6D6E0F3F}"/>
              </a:ext>
            </a:extLst>
          </p:cNvPr>
          <p:cNvCxnSpPr>
            <a:cxnSpLocks/>
            <a:stCxn id="35" idx="2"/>
            <a:endCxn id="33" idx="1"/>
          </p:cNvCxnSpPr>
          <p:nvPr/>
        </p:nvCxnSpPr>
        <p:spPr>
          <a:xfrm rot="5400000" flipH="1" flipV="1">
            <a:off x="5498234" y="2113422"/>
            <a:ext cx="3835974" cy="4296587"/>
          </a:xfrm>
          <a:prstGeom prst="bentConnector4">
            <a:avLst>
              <a:gd name="adj1" fmla="val -5959"/>
              <a:gd name="adj2" fmla="val 78867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: Elbow 57">
            <a:extLst>
              <a:ext uri="{FF2B5EF4-FFF2-40B4-BE49-F238E27FC236}">
                <a16:creationId xmlns:a16="http://schemas.microsoft.com/office/drawing/2014/main" id="{6E114AE9-E0C4-ABB3-224D-8BF1058E0E03}"/>
              </a:ext>
            </a:extLst>
          </p:cNvPr>
          <p:cNvCxnSpPr>
            <a:cxnSpLocks/>
            <a:stCxn id="53" idx="2"/>
            <a:endCxn id="33" idx="1"/>
          </p:cNvCxnSpPr>
          <p:nvPr/>
        </p:nvCxnSpPr>
        <p:spPr>
          <a:xfrm rot="5400000" flipH="1" flipV="1">
            <a:off x="4486014" y="1089822"/>
            <a:ext cx="3824593" cy="6332408"/>
          </a:xfrm>
          <a:prstGeom prst="bentConnector4">
            <a:avLst>
              <a:gd name="adj1" fmla="val -5977"/>
              <a:gd name="adj2" fmla="val 85553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: Elbow 61">
            <a:extLst>
              <a:ext uri="{FF2B5EF4-FFF2-40B4-BE49-F238E27FC236}">
                <a16:creationId xmlns:a16="http://schemas.microsoft.com/office/drawing/2014/main" id="{6AC7FE9B-0C0D-03A7-A1DB-6480F4CAD0FE}"/>
              </a:ext>
            </a:extLst>
          </p:cNvPr>
          <p:cNvCxnSpPr>
            <a:cxnSpLocks/>
            <a:stCxn id="45" idx="2"/>
            <a:endCxn id="33" idx="1"/>
          </p:cNvCxnSpPr>
          <p:nvPr/>
        </p:nvCxnSpPr>
        <p:spPr>
          <a:xfrm rot="5400000" flipH="1" flipV="1">
            <a:off x="3501960" y="47344"/>
            <a:ext cx="3766169" cy="8358940"/>
          </a:xfrm>
          <a:prstGeom prst="bentConnector4">
            <a:avLst>
              <a:gd name="adj1" fmla="val -8405"/>
              <a:gd name="adj2" fmla="val 89241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075403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D91BD7-4D9D-7177-E4E4-715AA0B122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Shape 8">
            <a:extLst>
              <a:ext uri="{FF2B5EF4-FFF2-40B4-BE49-F238E27FC236}">
                <a16:creationId xmlns:a16="http://schemas.microsoft.com/office/drawing/2014/main" id="{FCB925A0-3E57-DE7A-9040-C2BA689D666F}"/>
              </a:ext>
            </a:extLst>
          </p:cNvPr>
          <p:cNvSpPr/>
          <p:nvPr/>
        </p:nvSpPr>
        <p:spPr>
          <a:xfrm>
            <a:off x="3383280" y="189863"/>
            <a:ext cx="5486400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D5DBE3"/>
            </a:solidFill>
            <a:prstDash val="solid"/>
          </a:ln>
        </p:spPr>
        <p:txBody>
          <a:bodyPr/>
          <a:lstStyle/>
          <a:p>
            <a:pPr algn="ctr"/>
            <a:r>
              <a:rPr lang="en-US" dirty="0" err="1"/>
              <a:t>Konsep</a:t>
            </a:r>
            <a:r>
              <a:rPr lang="en-US" dirty="0"/>
              <a:t> Flow Data Plane</a:t>
            </a:r>
            <a:endParaRPr lang="en-ID" dirty="0"/>
          </a:p>
        </p:txBody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C59A3636-DF42-D1A5-92E7-698F7FE28F68}"/>
              </a:ext>
            </a:extLst>
          </p:cNvPr>
          <p:cNvGrpSpPr/>
          <p:nvPr/>
        </p:nvGrpSpPr>
        <p:grpSpPr>
          <a:xfrm>
            <a:off x="198120" y="697634"/>
            <a:ext cx="5573415" cy="2864890"/>
            <a:chOff x="198120" y="933610"/>
            <a:chExt cx="5573415" cy="2864890"/>
          </a:xfrm>
        </p:grpSpPr>
        <p:sp>
          <p:nvSpPr>
            <p:cNvPr id="57" name="Shape 5">
              <a:extLst>
                <a:ext uri="{FF2B5EF4-FFF2-40B4-BE49-F238E27FC236}">
                  <a16:creationId xmlns:a16="http://schemas.microsoft.com/office/drawing/2014/main" id="{972BF7D8-8638-5E4E-9D8B-061EE8A45A17}"/>
                </a:ext>
              </a:extLst>
            </p:cNvPr>
            <p:cNvSpPr/>
            <p:nvPr/>
          </p:nvSpPr>
          <p:spPr>
            <a:xfrm>
              <a:off x="198120" y="1052053"/>
              <a:ext cx="5573415" cy="2746447"/>
            </a:xfrm>
            <a:prstGeom prst="roundRect">
              <a:avLst>
                <a:gd name="adj" fmla="val 1462"/>
              </a:avLst>
            </a:prstGeom>
            <a:solidFill>
              <a:srgbClr val="EAF1FA"/>
            </a:solidFill>
            <a:ln w="12700">
              <a:solidFill>
                <a:srgbClr val="C5D5EA"/>
              </a:solidFill>
              <a:prstDash val="solid"/>
            </a:ln>
            <a:effectLst>
              <a:outerShdw blurRad="63500" dist="19050" dir="5400000" algn="bl" rotWithShape="0">
                <a:srgbClr val="000000">
                  <a:alpha val="10000"/>
                </a:srgbClr>
              </a:outerShdw>
            </a:effectLst>
          </p:spPr>
        </p:sp>
        <p:sp>
          <p:nvSpPr>
            <p:cNvPr id="94" name="Shape 14">
              <a:extLst>
                <a:ext uri="{FF2B5EF4-FFF2-40B4-BE49-F238E27FC236}">
                  <a16:creationId xmlns:a16="http://schemas.microsoft.com/office/drawing/2014/main" id="{37263DBD-B3AC-A481-F8D6-08FA7C52622D}"/>
                </a:ext>
              </a:extLst>
            </p:cNvPr>
            <p:cNvSpPr/>
            <p:nvPr/>
          </p:nvSpPr>
          <p:spPr>
            <a:xfrm>
              <a:off x="387565" y="1495328"/>
              <a:ext cx="1648030" cy="2097404"/>
            </a:xfrm>
            <a:prstGeom prst="roundRect">
              <a:avLst>
                <a:gd name="adj" fmla="val 3390"/>
              </a:avLst>
            </a:prstGeom>
            <a:solidFill>
              <a:srgbClr val="FFFFFF"/>
            </a:solidFill>
            <a:ln w="12700">
              <a:solidFill>
                <a:srgbClr val="FFFF00"/>
              </a:solidFill>
              <a:prstDash val="solid"/>
            </a:ln>
            <a:effectLst>
              <a:outerShdw blurRad="63500" dist="19050" dir="5400000" algn="bl" rotWithShape="0">
                <a:srgbClr val="000000">
                  <a:alpha val="10000"/>
                </a:srgbClr>
              </a:outerShdw>
            </a:effectLst>
          </p:spPr>
        </p:sp>
        <p:sp>
          <p:nvSpPr>
            <p:cNvPr id="3" name="Shape 6">
              <a:extLst>
                <a:ext uri="{FF2B5EF4-FFF2-40B4-BE49-F238E27FC236}">
                  <a16:creationId xmlns:a16="http://schemas.microsoft.com/office/drawing/2014/main" id="{F6FD2678-5910-B9AC-6239-6F6D24DD2134}"/>
                </a:ext>
              </a:extLst>
            </p:cNvPr>
            <p:cNvSpPr/>
            <p:nvPr/>
          </p:nvSpPr>
          <p:spPr>
            <a:xfrm>
              <a:off x="533400" y="1605110"/>
              <a:ext cx="1303564" cy="384048"/>
            </a:xfrm>
            <a:prstGeom prst="roundRect">
              <a:avLst>
                <a:gd name="adj" fmla="val 14286"/>
              </a:avLst>
            </a:prstGeom>
            <a:solidFill>
              <a:srgbClr val="FFFFFF"/>
            </a:solidFill>
            <a:ln w="19050">
              <a:solidFill>
                <a:srgbClr val="1B3A6B"/>
              </a:solidFill>
              <a:prstDash val="solid"/>
            </a:ln>
            <a:effectLst>
              <a:outerShdw blurRad="63500" dist="19050" dir="5400000" algn="bl" rotWithShape="0">
                <a:srgbClr val="000000">
                  <a:alpha val="10000"/>
                </a:srgbClr>
              </a:outerShdw>
            </a:effectLst>
          </p:spPr>
          <p:txBody>
            <a:bodyPr anchor="ctr"/>
            <a:lstStyle/>
            <a:p>
              <a:pPr algn="ctr"/>
              <a:r>
                <a:rPr lang="en-US" sz="1100" b="1" dirty="0"/>
                <a:t>Progress Lane </a:t>
              </a:r>
              <a:r>
                <a:rPr lang="en-US" sz="1100" b="1" dirty="0" err="1"/>
                <a:t>Containe</a:t>
              </a:r>
              <a:endParaRPr lang="en-ID" sz="1100" b="1" dirty="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C876D05E-ED6E-6FA2-1EB3-CBF4F3CCBFC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605629" y="2127331"/>
              <a:ext cx="344607" cy="344607"/>
            </a:xfrm>
            <a:prstGeom prst="rect">
              <a:avLst/>
            </a:prstGeom>
          </p:spPr>
        </p:pic>
        <p:sp>
          <p:nvSpPr>
            <p:cNvPr id="26" name="Shape 6">
              <a:extLst>
                <a:ext uri="{FF2B5EF4-FFF2-40B4-BE49-F238E27FC236}">
                  <a16:creationId xmlns:a16="http://schemas.microsoft.com/office/drawing/2014/main" id="{56E40CCE-A477-A70E-A836-96094FD55A9C}"/>
                </a:ext>
              </a:extLst>
            </p:cNvPr>
            <p:cNvSpPr/>
            <p:nvPr/>
          </p:nvSpPr>
          <p:spPr>
            <a:xfrm>
              <a:off x="361143" y="2142754"/>
              <a:ext cx="1303564" cy="384048"/>
            </a:xfrm>
            <a:prstGeom prst="roundRect">
              <a:avLst>
                <a:gd name="adj" fmla="val 14286"/>
              </a:avLst>
            </a:prstGeom>
            <a:noFill/>
            <a:ln w="19050">
              <a:noFill/>
              <a:prstDash val="solid"/>
            </a:ln>
            <a:effectLst>
              <a:outerShdw blurRad="63500" dist="19050" dir="5400000" algn="bl" rotWithShape="0">
                <a:srgbClr val="000000">
                  <a:alpha val="10000"/>
                </a:srgbClr>
              </a:outerShdw>
            </a:effectLst>
          </p:spPr>
          <p:txBody>
            <a:bodyPr anchor="ctr"/>
            <a:lstStyle/>
            <a:p>
              <a:r>
                <a:rPr lang="en-US" sz="1100" dirty="0" err="1"/>
                <a:t>Procrutment</a:t>
              </a:r>
              <a:endParaRPr lang="en-ID" sz="1100" dirty="0"/>
            </a:p>
          </p:txBody>
        </p:sp>
        <p:sp>
          <p:nvSpPr>
            <p:cNvPr id="72" name="Shape 6">
              <a:extLst>
                <a:ext uri="{FF2B5EF4-FFF2-40B4-BE49-F238E27FC236}">
                  <a16:creationId xmlns:a16="http://schemas.microsoft.com/office/drawing/2014/main" id="{B3A00870-755A-AE46-68A9-20918D2C4130}"/>
                </a:ext>
              </a:extLst>
            </p:cNvPr>
            <p:cNvSpPr/>
            <p:nvPr/>
          </p:nvSpPr>
          <p:spPr>
            <a:xfrm>
              <a:off x="559798" y="2588741"/>
              <a:ext cx="1303564" cy="808047"/>
            </a:xfrm>
            <a:prstGeom prst="roundRect">
              <a:avLst>
                <a:gd name="adj" fmla="val 14286"/>
              </a:avLst>
            </a:prstGeom>
            <a:solidFill>
              <a:srgbClr val="FFFFFF"/>
            </a:solidFill>
            <a:ln w="9525">
              <a:solidFill>
                <a:srgbClr val="1B3A6B"/>
              </a:solidFill>
              <a:prstDash val="solid"/>
            </a:ln>
            <a:effectLst>
              <a:outerShdw blurRad="63500" dist="19050" dir="5400000" algn="bl" rotWithShape="0">
                <a:srgbClr val="000000">
                  <a:alpha val="10000"/>
                </a:srgbClr>
              </a:outerShdw>
            </a:effectLst>
          </p:spPr>
          <p:txBody>
            <a:bodyPr anchor="ctr"/>
            <a:lstStyle/>
            <a:p>
              <a:pPr algn="ctr"/>
              <a:r>
                <a:rPr lang="en-US" sz="1100" dirty="0"/>
                <a:t>Data Order Harian</a:t>
              </a:r>
              <a:endParaRPr lang="en-ID" sz="1100" dirty="0"/>
            </a:p>
          </p:txBody>
        </p: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A03997DD-F97E-0D91-B3C5-B67343B506E7}"/>
                </a:ext>
              </a:extLst>
            </p:cNvPr>
            <p:cNvGrpSpPr/>
            <p:nvPr/>
          </p:nvGrpSpPr>
          <p:grpSpPr>
            <a:xfrm>
              <a:off x="2126501" y="1493041"/>
              <a:ext cx="1648030" cy="2097404"/>
              <a:chOff x="2429644" y="1229856"/>
              <a:chExt cx="1648030" cy="2097404"/>
            </a:xfrm>
          </p:grpSpPr>
          <p:sp>
            <p:nvSpPr>
              <p:cNvPr id="16" name="Shape 14">
                <a:extLst>
                  <a:ext uri="{FF2B5EF4-FFF2-40B4-BE49-F238E27FC236}">
                    <a16:creationId xmlns:a16="http://schemas.microsoft.com/office/drawing/2014/main" id="{7FD305B3-8801-1264-4E22-1E38AA4931AC}"/>
                  </a:ext>
                </a:extLst>
              </p:cNvPr>
              <p:cNvSpPr/>
              <p:nvPr/>
            </p:nvSpPr>
            <p:spPr>
              <a:xfrm>
                <a:off x="2429644" y="1229856"/>
                <a:ext cx="1648030" cy="2097404"/>
              </a:xfrm>
              <a:prstGeom prst="roundRect">
                <a:avLst>
                  <a:gd name="adj" fmla="val 3390"/>
                </a:avLst>
              </a:prstGeom>
              <a:solidFill>
                <a:srgbClr val="FFFFFF"/>
              </a:solidFill>
              <a:ln w="12700">
                <a:solidFill>
                  <a:srgbClr val="C9D2DC"/>
                </a:solidFill>
                <a:prstDash val="solid"/>
              </a:ln>
              <a:effectLst>
                <a:outerShdw blurRad="63500" dist="19050" dir="5400000" algn="bl" rotWithShape="0">
                  <a:srgbClr val="000000">
                    <a:alpha val="10000"/>
                  </a:srgbClr>
                </a:outerShdw>
              </a:effectLst>
            </p:spPr>
          </p:sp>
          <p:sp>
            <p:nvSpPr>
              <p:cNvPr id="20" name="Shape 6">
                <a:extLst>
                  <a:ext uri="{FF2B5EF4-FFF2-40B4-BE49-F238E27FC236}">
                    <a16:creationId xmlns:a16="http://schemas.microsoft.com/office/drawing/2014/main" id="{0358656E-34F8-81B5-F2A2-3A2930EB3980}"/>
                  </a:ext>
                </a:extLst>
              </p:cNvPr>
              <p:cNvSpPr/>
              <p:nvPr/>
            </p:nvSpPr>
            <p:spPr>
              <a:xfrm>
                <a:off x="2608135" y="1339638"/>
                <a:ext cx="1303564" cy="384048"/>
              </a:xfrm>
              <a:prstGeom prst="roundRect">
                <a:avLst>
                  <a:gd name="adj" fmla="val 14286"/>
                </a:avLst>
              </a:prstGeom>
              <a:solidFill>
                <a:srgbClr val="FFFFFF"/>
              </a:solidFill>
              <a:ln w="19050">
                <a:solidFill>
                  <a:srgbClr val="1B3A6B"/>
                </a:solidFill>
                <a:prstDash val="solid"/>
              </a:ln>
              <a:effectLst>
                <a:outerShdw blurRad="63500" dist="19050" dir="5400000" algn="bl" rotWithShape="0">
                  <a:srgbClr val="000000">
                    <a:alpha val="10000"/>
                  </a:srgbClr>
                </a:outerShdw>
              </a:effectLst>
            </p:spPr>
            <p:txBody>
              <a:bodyPr anchor="ctr"/>
              <a:lstStyle/>
              <a:p>
                <a:pPr algn="ctr"/>
                <a:r>
                  <a:rPr lang="en-US" sz="1100" b="1" dirty="0"/>
                  <a:t>Master Part</a:t>
                </a:r>
                <a:endParaRPr lang="en-ID" sz="1100" b="1" dirty="0"/>
              </a:p>
            </p:txBody>
          </p:sp>
          <p:pic>
            <p:nvPicPr>
              <p:cNvPr id="24" name="Picture 23">
                <a:extLst>
                  <a:ext uri="{FF2B5EF4-FFF2-40B4-BE49-F238E27FC236}">
                    <a16:creationId xmlns:a16="http://schemas.microsoft.com/office/drawing/2014/main" id="{DF314C8B-EE1C-4E3C-2586-23EE8A33079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647708" y="1861859"/>
                <a:ext cx="344607" cy="344607"/>
              </a:xfrm>
              <a:prstGeom prst="rect">
                <a:avLst/>
              </a:prstGeom>
            </p:spPr>
          </p:pic>
          <p:sp>
            <p:nvSpPr>
              <p:cNvPr id="30" name="Shape 6">
                <a:extLst>
                  <a:ext uri="{FF2B5EF4-FFF2-40B4-BE49-F238E27FC236}">
                    <a16:creationId xmlns:a16="http://schemas.microsoft.com/office/drawing/2014/main" id="{E9A92720-2514-DC8B-AEE2-6D617E7AE5E3}"/>
                  </a:ext>
                </a:extLst>
              </p:cNvPr>
              <p:cNvSpPr/>
              <p:nvPr/>
            </p:nvSpPr>
            <p:spPr>
              <a:xfrm>
                <a:off x="2429644" y="1877282"/>
                <a:ext cx="1303564" cy="384048"/>
              </a:xfrm>
              <a:prstGeom prst="roundRect">
                <a:avLst>
                  <a:gd name="adj" fmla="val 14286"/>
                </a:avLst>
              </a:prstGeom>
              <a:noFill/>
              <a:ln w="19050">
                <a:noFill/>
                <a:prstDash val="solid"/>
              </a:ln>
              <a:effectLst>
                <a:outerShdw blurRad="63500" dist="19050" dir="5400000" algn="bl" rotWithShape="0">
                  <a:srgbClr val="000000">
                    <a:alpha val="10000"/>
                  </a:srgbClr>
                </a:outerShdw>
              </a:effectLst>
            </p:spPr>
            <p:txBody>
              <a:bodyPr anchor="ctr"/>
              <a:lstStyle/>
              <a:p>
                <a:r>
                  <a:rPr lang="en-US" sz="1100" dirty="0" err="1"/>
                  <a:t>Engser</a:t>
                </a:r>
                <a:r>
                  <a:rPr lang="en-US" sz="1100" dirty="0"/>
                  <a:t> -</a:t>
                </a:r>
                <a:r>
                  <a:rPr lang="en-US" sz="1100" dirty="0" err="1"/>
                  <a:t>Tunjung</a:t>
                </a:r>
                <a:endParaRPr lang="en-ID" sz="1100" dirty="0"/>
              </a:p>
            </p:txBody>
          </p:sp>
          <p:sp>
            <p:nvSpPr>
              <p:cNvPr id="80" name="Shape 6">
                <a:extLst>
                  <a:ext uri="{FF2B5EF4-FFF2-40B4-BE49-F238E27FC236}">
                    <a16:creationId xmlns:a16="http://schemas.microsoft.com/office/drawing/2014/main" id="{728B39C2-2992-2A83-3F3C-2FCDA3DD94BF}"/>
                  </a:ext>
                </a:extLst>
              </p:cNvPr>
              <p:cNvSpPr/>
              <p:nvPr/>
            </p:nvSpPr>
            <p:spPr>
              <a:xfrm>
                <a:off x="2601877" y="2362839"/>
                <a:ext cx="1303564" cy="808047"/>
              </a:xfrm>
              <a:prstGeom prst="roundRect">
                <a:avLst>
                  <a:gd name="adj" fmla="val 14286"/>
                </a:avLst>
              </a:prstGeom>
              <a:solidFill>
                <a:srgbClr val="FFFFFF"/>
              </a:solidFill>
              <a:ln w="9525">
                <a:solidFill>
                  <a:srgbClr val="1B3A6B"/>
                </a:solidFill>
                <a:prstDash val="solid"/>
              </a:ln>
              <a:effectLst>
                <a:outerShdw blurRad="63500" dist="19050" dir="5400000" algn="bl" rotWithShape="0">
                  <a:srgbClr val="000000">
                    <a:alpha val="10000"/>
                  </a:srgbClr>
                </a:outerShdw>
              </a:effectLst>
            </p:spPr>
            <p:txBody>
              <a:bodyPr anchor="ctr"/>
              <a:lstStyle/>
              <a:p>
                <a:pPr marL="171450" indent="-171450">
                  <a:buFontTx/>
                  <a:buChar char="-"/>
                </a:pPr>
                <a:r>
                  <a:rPr lang="en-US" sz="800" dirty="0"/>
                  <a:t>Status Part (</a:t>
                </a:r>
                <a:r>
                  <a:rPr lang="en-US" sz="800" dirty="0" err="1"/>
                  <a:t>Unpacking,Sorting</a:t>
                </a:r>
                <a:r>
                  <a:rPr lang="en-US" sz="800" dirty="0"/>
                  <a:t>, Direct)</a:t>
                </a:r>
              </a:p>
              <a:p>
                <a:pPr marL="171450" indent="-171450">
                  <a:buFontTx/>
                  <a:buChar char="-"/>
                </a:pPr>
                <a:r>
                  <a:rPr lang="en-US" sz="800" dirty="0" err="1"/>
                  <a:t>Dimensi</a:t>
                </a:r>
                <a:r>
                  <a:rPr lang="en-US" sz="800" dirty="0"/>
                  <a:t> Box m3</a:t>
                </a:r>
                <a:endParaRPr lang="en-ID" sz="800" dirty="0"/>
              </a:p>
            </p:txBody>
          </p:sp>
        </p:grp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915F3066-0904-97EE-0FFC-6CA6F76DD665}"/>
                </a:ext>
              </a:extLst>
            </p:cNvPr>
            <p:cNvGrpSpPr/>
            <p:nvPr/>
          </p:nvGrpSpPr>
          <p:grpSpPr>
            <a:xfrm>
              <a:off x="3878617" y="1493041"/>
              <a:ext cx="1648030" cy="2097404"/>
              <a:chOff x="4471723" y="1227569"/>
              <a:chExt cx="1648030" cy="2097404"/>
            </a:xfrm>
          </p:grpSpPr>
          <p:sp>
            <p:nvSpPr>
              <p:cNvPr id="38" name="Shape 14">
                <a:extLst>
                  <a:ext uri="{FF2B5EF4-FFF2-40B4-BE49-F238E27FC236}">
                    <a16:creationId xmlns:a16="http://schemas.microsoft.com/office/drawing/2014/main" id="{D235B191-5321-5E5F-EE98-F117A3A01F69}"/>
                  </a:ext>
                </a:extLst>
              </p:cNvPr>
              <p:cNvSpPr/>
              <p:nvPr/>
            </p:nvSpPr>
            <p:spPr>
              <a:xfrm>
                <a:off x="4471723" y="1227569"/>
                <a:ext cx="1648030" cy="2097404"/>
              </a:xfrm>
              <a:prstGeom prst="roundRect">
                <a:avLst>
                  <a:gd name="adj" fmla="val 3390"/>
                </a:avLst>
              </a:prstGeom>
              <a:solidFill>
                <a:srgbClr val="FFFFFF"/>
              </a:solidFill>
              <a:ln w="12700">
                <a:solidFill>
                  <a:srgbClr val="C9D2DC"/>
                </a:solidFill>
                <a:prstDash val="solid"/>
              </a:ln>
              <a:effectLst>
                <a:outerShdw blurRad="63500" dist="19050" dir="5400000" algn="bl" rotWithShape="0">
                  <a:srgbClr val="000000">
                    <a:alpha val="10000"/>
                  </a:srgbClr>
                </a:outerShdw>
              </a:effectLst>
            </p:spPr>
          </p:sp>
          <p:sp>
            <p:nvSpPr>
              <p:cNvPr id="40" name="Shape 6">
                <a:extLst>
                  <a:ext uri="{FF2B5EF4-FFF2-40B4-BE49-F238E27FC236}">
                    <a16:creationId xmlns:a16="http://schemas.microsoft.com/office/drawing/2014/main" id="{E4BA27BF-2785-54C5-A614-2D8611CD8681}"/>
                  </a:ext>
                </a:extLst>
              </p:cNvPr>
              <p:cNvSpPr/>
              <p:nvPr/>
            </p:nvSpPr>
            <p:spPr>
              <a:xfrm>
                <a:off x="4617558" y="1337351"/>
                <a:ext cx="1303564" cy="384048"/>
              </a:xfrm>
              <a:prstGeom prst="roundRect">
                <a:avLst>
                  <a:gd name="adj" fmla="val 14286"/>
                </a:avLst>
              </a:prstGeom>
              <a:solidFill>
                <a:srgbClr val="FFFFFF"/>
              </a:solidFill>
              <a:ln w="19050">
                <a:solidFill>
                  <a:srgbClr val="1B3A6B"/>
                </a:solidFill>
                <a:prstDash val="solid"/>
              </a:ln>
              <a:effectLst>
                <a:outerShdw blurRad="63500" dist="19050" dir="5400000" algn="bl" rotWithShape="0">
                  <a:srgbClr val="000000">
                    <a:alpha val="10000"/>
                  </a:srgbClr>
                </a:outerShdw>
              </a:effectLst>
            </p:spPr>
            <p:txBody>
              <a:bodyPr anchor="ctr"/>
              <a:lstStyle/>
              <a:p>
                <a:pPr algn="ctr"/>
                <a:r>
                  <a:rPr lang="en-US" sz="1100" b="1" dirty="0"/>
                  <a:t>Master Order Freq</a:t>
                </a:r>
                <a:endParaRPr lang="en-ID" sz="1100" b="1" dirty="0"/>
              </a:p>
            </p:txBody>
          </p:sp>
          <p:pic>
            <p:nvPicPr>
              <p:cNvPr id="44" name="Picture 43">
                <a:extLst>
                  <a:ext uri="{FF2B5EF4-FFF2-40B4-BE49-F238E27FC236}">
                    <a16:creationId xmlns:a16="http://schemas.microsoft.com/office/drawing/2014/main" id="{17A0F736-EDDE-2FB2-C234-2ABDE71235D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716632" y="1861859"/>
                <a:ext cx="344607" cy="344607"/>
              </a:xfrm>
              <a:prstGeom prst="rect">
                <a:avLst/>
              </a:prstGeom>
            </p:spPr>
          </p:pic>
          <p:sp>
            <p:nvSpPr>
              <p:cNvPr id="48" name="Shape 6">
                <a:extLst>
                  <a:ext uri="{FF2B5EF4-FFF2-40B4-BE49-F238E27FC236}">
                    <a16:creationId xmlns:a16="http://schemas.microsoft.com/office/drawing/2014/main" id="{62187881-027C-A04A-8BF8-960D73321A95}"/>
                  </a:ext>
                </a:extLst>
              </p:cNvPr>
              <p:cNvSpPr/>
              <p:nvPr/>
            </p:nvSpPr>
            <p:spPr>
              <a:xfrm>
                <a:off x="4498568" y="1877282"/>
                <a:ext cx="1303564" cy="384048"/>
              </a:xfrm>
              <a:prstGeom prst="roundRect">
                <a:avLst>
                  <a:gd name="adj" fmla="val 14286"/>
                </a:avLst>
              </a:prstGeom>
              <a:noFill/>
              <a:ln w="19050">
                <a:noFill/>
                <a:prstDash val="solid"/>
              </a:ln>
              <a:effectLst>
                <a:outerShdw blurRad="63500" dist="19050" dir="5400000" algn="bl" rotWithShape="0">
                  <a:srgbClr val="000000">
                    <a:alpha val="10000"/>
                  </a:srgbClr>
                </a:outerShdw>
              </a:effectLst>
            </p:spPr>
            <p:txBody>
              <a:bodyPr anchor="ctr"/>
              <a:lstStyle/>
              <a:p>
                <a:r>
                  <a:rPr lang="en-US" sz="1100" dirty="0" err="1"/>
                  <a:t>Engser</a:t>
                </a:r>
                <a:r>
                  <a:rPr lang="en-US" sz="1100" dirty="0"/>
                  <a:t> - </a:t>
                </a:r>
                <a:r>
                  <a:rPr lang="en-US" sz="1100" dirty="0" err="1"/>
                  <a:t>Tunjung</a:t>
                </a:r>
                <a:endParaRPr lang="en-ID" sz="1100" dirty="0"/>
              </a:p>
            </p:txBody>
          </p:sp>
          <p:sp>
            <p:nvSpPr>
              <p:cNvPr id="84" name="Shape 6">
                <a:extLst>
                  <a:ext uri="{FF2B5EF4-FFF2-40B4-BE49-F238E27FC236}">
                    <a16:creationId xmlns:a16="http://schemas.microsoft.com/office/drawing/2014/main" id="{AA34185F-A389-42F9-1A8B-B6396C921A48}"/>
                  </a:ext>
                </a:extLst>
              </p:cNvPr>
              <p:cNvSpPr/>
              <p:nvPr/>
            </p:nvSpPr>
            <p:spPr>
              <a:xfrm>
                <a:off x="4616146" y="2403769"/>
                <a:ext cx="1303564" cy="808047"/>
              </a:xfrm>
              <a:prstGeom prst="roundRect">
                <a:avLst>
                  <a:gd name="adj" fmla="val 14286"/>
                </a:avLst>
              </a:prstGeom>
              <a:solidFill>
                <a:srgbClr val="FFFFFF"/>
              </a:solidFill>
              <a:ln w="9525">
                <a:solidFill>
                  <a:srgbClr val="1B3A6B"/>
                </a:solidFill>
                <a:prstDash val="solid"/>
              </a:ln>
              <a:effectLst>
                <a:outerShdw blurRad="63500" dist="19050" dir="5400000" algn="bl" rotWithShape="0">
                  <a:srgbClr val="000000">
                    <a:alpha val="10000"/>
                  </a:srgbClr>
                </a:outerShdw>
              </a:effectLst>
            </p:spPr>
            <p:txBody>
              <a:bodyPr anchor="ctr"/>
              <a:lstStyle/>
              <a:p>
                <a:pPr algn="ctr"/>
                <a:r>
                  <a:rPr lang="en-US" sz="1100" dirty="0"/>
                  <a:t>Setting </a:t>
                </a:r>
                <a:r>
                  <a:rPr lang="en-US" sz="1100" dirty="0" err="1"/>
                  <a:t>Fisik</a:t>
                </a:r>
                <a:r>
                  <a:rPr lang="en-US" sz="1100" dirty="0"/>
                  <a:t> &amp; Freq Plane</a:t>
                </a:r>
                <a:endParaRPr lang="en-ID" sz="1100" dirty="0"/>
              </a:p>
            </p:txBody>
          </p:sp>
        </p:grpSp>
        <p:sp>
          <p:nvSpPr>
            <p:cNvPr id="23" name="Shape 8">
              <a:extLst>
                <a:ext uri="{FF2B5EF4-FFF2-40B4-BE49-F238E27FC236}">
                  <a16:creationId xmlns:a16="http://schemas.microsoft.com/office/drawing/2014/main" id="{82F49FFF-DFC8-543C-5F2B-A8FA875F794F}"/>
                </a:ext>
              </a:extLst>
            </p:cNvPr>
            <p:cNvSpPr/>
            <p:nvPr/>
          </p:nvSpPr>
          <p:spPr>
            <a:xfrm>
              <a:off x="420760" y="933610"/>
              <a:ext cx="2129493" cy="262629"/>
            </a:xfrm>
            <a:prstGeom prst="roundRect">
              <a:avLst/>
            </a:prstGeom>
            <a:solidFill>
              <a:srgbClr val="FFFFFF"/>
            </a:solidFill>
            <a:ln w="9525">
              <a:solidFill>
                <a:srgbClr val="D5DBE3"/>
              </a:solidFill>
              <a:prstDash val="solid"/>
            </a:ln>
          </p:spPr>
          <p:txBody>
            <a:bodyPr/>
            <a:lstStyle/>
            <a:p>
              <a:pPr algn="ctr"/>
              <a:r>
                <a:rPr lang="en-US" sz="1200" dirty="0"/>
                <a:t>Upload File</a:t>
              </a:r>
              <a:endParaRPr lang="en-ID" sz="1200" dirty="0"/>
            </a:p>
          </p:txBody>
        </p:sp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CAAD98AC-CE68-6F87-BCED-866290CE08B7}"/>
              </a:ext>
            </a:extLst>
          </p:cNvPr>
          <p:cNvGrpSpPr/>
          <p:nvPr/>
        </p:nvGrpSpPr>
        <p:grpSpPr>
          <a:xfrm>
            <a:off x="198120" y="3710648"/>
            <a:ext cx="2129493" cy="2877762"/>
            <a:chOff x="198120" y="3858133"/>
            <a:chExt cx="2129493" cy="2877762"/>
          </a:xfrm>
        </p:grpSpPr>
        <p:sp>
          <p:nvSpPr>
            <p:cNvPr id="27" name="Shape 5">
              <a:extLst>
                <a:ext uri="{FF2B5EF4-FFF2-40B4-BE49-F238E27FC236}">
                  <a16:creationId xmlns:a16="http://schemas.microsoft.com/office/drawing/2014/main" id="{35B6CE02-4086-D4C3-EAE4-F50331C0E1BA}"/>
                </a:ext>
              </a:extLst>
            </p:cNvPr>
            <p:cNvSpPr/>
            <p:nvPr/>
          </p:nvSpPr>
          <p:spPr>
            <a:xfrm>
              <a:off x="198120" y="3989448"/>
              <a:ext cx="2129493" cy="2746447"/>
            </a:xfrm>
            <a:prstGeom prst="roundRect">
              <a:avLst>
                <a:gd name="adj" fmla="val 1462"/>
              </a:avLst>
            </a:prstGeom>
            <a:solidFill>
              <a:srgbClr val="FBFBE9"/>
            </a:solidFill>
            <a:ln w="12700">
              <a:solidFill>
                <a:srgbClr val="C5D5EA"/>
              </a:solidFill>
              <a:prstDash val="solid"/>
            </a:ln>
            <a:effectLst>
              <a:outerShdw blurRad="63500" dist="19050" dir="5400000" algn="bl" rotWithShape="0">
                <a:srgbClr val="000000">
                  <a:alpha val="10000"/>
                </a:srgbClr>
              </a:outerShdw>
            </a:effectLst>
          </p:spPr>
        </p:sp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4C9A8FF7-3D69-C53D-FB4C-D025DFB5E923}"/>
                </a:ext>
              </a:extLst>
            </p:cNvPr>
            <p:cNvGrpSpPr/>
            <p:nvPr/>
          </p:nvGrpSpPr>
          <p:grpSpPr>
            <a:xfrm>
              <a:off x="416163" y="4436539"/>
              <a:ext cx="1648030" cy="2097404"/>
              <a:chOff x="6515817" y="1227569"/>
              <a:chExt cx="1648030" cy="2097404"/>
            </a:xfrm>
          </p:grpSpPr>
          <p:sp>
            <p:nvSpPr>
              <p:cNvPr id="50" name="Shape 14">
                <a:extLst>
                  <a:ext uri="{FF2B5EF4-FFF2-40B4-BE49-F238E27FC236}">
                    <a16:creationId xmlns:a16="http://schemas.microsoft.com/office/drawing/2014/main" id="{4E8A1047-501B-E50E-497D-DC838AD38D9B}"/>
                  </a:ext>
                </a:extLst>
              </p:cNvPr>
              <p:cNvSpPr/>
              <p:nvPr/>
            </p:nvSpPr>
            <p:spPr>
              <a:xfrm>
                <a:off x="6515817" y="1227569"/>
                <a:ext cx="1648030" cy="2097404"/>
              </a:xfrm>
              <a:prstGeom prst="roundRect">
                <a:avLst>
                  <a:gd name="adj" fmla="val 3390"/>
                </a:avLst>
              </a:prstGeom>
              <a:solidFill>
                <a:srgbClr val="FFFFFF"/>
              </a:solidFill>
              <a:ln w="12700">
                <a:solidFill>
                  <a:srgbClr val="C9D2DC"/>
                </a:solidFill>
                <a:prstDash val="solid"/>
              </a:ln>
              <a:effectLst>
                <a:outerShdw blurRad="63500" dist="19050" dir="5400000" algn="bl" rotWithShape="0">
                  <a:srgbClr val="000000">
                    <a:alpha val="10000"/>
                  </a:srgbClr>
                </a:outerShdw>
              </a:effectLst>
            </p:spPr>
          </p:sp>
          <p:sp>
            <p:nvSpPr>
              <p:cNvPr id="54" name="Shape 6">
                <a:extLst>
                  <a:ext uri="{FF2B5EF4-FFF2-40B4-BE49-F238E27FC236}">
                    <a16:creationId xmlns:a16="http://schemas.microsoft.com/office/drawing/2014/main" id="{1CF1B26F-5D9E-6832-A5DC-F4E42563B868}"/>
                  </a:ext>
                </a:extLst>
              </p:cNvPr>
              <p:cNvSpPr/>
              <p:nvPr/>
            </p:nvSpPr>
            <p:spPr>
              <a:xfrm>
                <a:off x="6661652" y="1337351"/>
                <a:ext cx="1303564" cy="384048"/>
              </a:xfrm>
              <a:prstGeom prst="roundRect">
                <a:avLst>
                  <a:gd name="adj" fmla="val 14286"/>
                </a:avLst>
              </a:prstGeom>
              <a:solidFill>
                <a:srgbClr val="FFFFFF"/>
              </a:solidFill>
              <a:ln w="19050">
                <a:solidFill>
                  <a:srgbClr val="1B3A6B"/>
                </a:solidFill>
                <a:prstDash val="solid"/>
              </a:ln>
              <a:effectLst>
                <a:outerShdw blurRad="63500" dist="19050" dir="5400000" algn="bl" rotWithShape="0">
                  <a:srgbClr val="000000">
                    <a:alpha val="10000"/>
                  </a:srgbClr>
                </a:outerShdw>
              </a:effectLst>
            </p:spPr>
            <p:txBody>
              <a:bodyPr anchor="ctr"/>
              <a:lstStyle/>
              <a:p>
                <a:pPr algn="ctr"/>
                <a:r>
                  <a:rPr lang="en-US" sz="1100" b="1" dirty="0"/>
                  <a:t>IIS System</a:t>
                </a:r>
                <a:endParaRPr lang="en-ID" sz="1100" b="1" dirty="0"/>
              </a:p>
            </p:txBody>
          </p:sp>
          <p:sp>
            <p:nvSpPr>
              <p:cNvPr id="66" name="Shape 6">
                <a:extLst>
                  <a:ext uri="{FF2B5EF4-FFF2-40B4-BE49-F238E27FC236}">
                    <a16:creationId xmlns:a16="http://schemas.microsoft.com/office/drawing/2014/main" id="{0304ABCC-FBF9-CE02-2CDB-A3A2D6261AD0}"/>
                  </a:ext>
                </a:extLst>
              </p:cNvPr>
              <p:cNvSpPr/>
              <p:nvPr/>
            </p:nvSpPr>
            <p:spPr>
              <a:xfrm>
                <a:off x="6551018" y="1877282"/>
                <a:ext cx="1303564" cy="384048"/>
              </a:xfrm>
              <a:prstGeom prst="roundRect">
                <a:avLst>
                  <a:gd name="adj" fmla="val 14286"/>
                </a:avLst>
              </a:prstGeom>
              <a:noFill/>
              <a:ln w="19050">
                <a:noFill/>
                <a:prstDash val="solid"/>
              </a:ln>
              <a:effectLst>
                <a:outerShdw blurRad="63500" dist="19050" dir="5400000" algn="bl" rotWithShape="0">
                  <a:srgbClr val="000000">
                    <a:alpha val="10000"/>
                  </a:srgbClr>
                </a:outerShdw>
              </a:effectLst>
            </p:spPr>
            <p:txBody>
              <a:bodyPr anchor="ctr"/>
              <a:lstStyle/>
              <a:p>
                <a:r>
                  <a:rPr lang="en-US" sz="1100" dirty="0"/>
                  <a:t>Internal System</a:t>
                </a:r>
                <a:endParaRPr lang="en-ID" sz="1100" dirty="0"/>
              </a:p>
            </p:txBody>
          </p:sp>
          <p:sp>
            <p:nvSpPr>
              <p:cNvPr id="68" name="Flowchart: Magnetic Disk 67">
                <a:extLst>
                  <a:ext uri="{FF2B5EF4-FFF2-40B4-BE49-F238E27FC236}">
                    <a16:creationId xmlns:a16="http://schemas.microsoft.com/office/drawing/2014/main" id="{80B026FA-8F1D-3746-1DE1-398AC55A432F}"/>
                  </a:ext>
                </a:extLst>
              </p:cNvPr>
              <p:cNvSpPr/>
              <p:nvPr/>
            </p:nvSpPr>
            <p:spPr>
              <a:xfrm>
                <a:off x="7729212" y="1981398"/>
                <a:ext cx="250740" cy="172304"/>
              </a:xfrm>
              <a:prstGeom prst="flowChartMagneticDisk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D"/>
              </a:p>
            </p:txBody>
          </p:sp>
          <p:sp>
            <p:nvSpPr>
              <p:cNvPr id="88" name="Shape 6">
                <a:extLst>
                  <a:ext uri="{FF2B5EF4-FFF2-40B4-BE49-F238E27FC236}">
                    <a16:creationId xmlns:a16="http://schemas.microsoft.com/office/drawing/2014/main" id="{FF1A9C9A-B40F-0D95-8C30-AEC1F6EE1FF3}"/>
                  </a:ext>
                </a:extLst>
              </p:cNvPr>
              <p:cNvSpPr/>
              <p:nvPr/>
            </p:nvSpPr>
            <p:spPr>
              <a:xfrm>
                <a:off x="6688050" y="2396148"/>
                <a:ext cx="1303564" cy="808047"/>
              </a:xfrm>
              <a:prstGeom prst="roundRect">
                <a:avLst>
                  <a:gd name="adj" fmla="val 14286"/>
                </a:avLst>
              </a:prstGeom>
              <a:solidFill>
                <a:srgbClr val="FFFFFF"/>
              </a:solidFill>
              <a:ln w="9525">
                <a:solidFill>
                  <a:srgbClr val="1B3A6B"/>
                </a:solidFill>
                <a:prstDash val="solid"/>
              </a:ln>
              <a:effectLst>
                <a:outerShdw blurRad="63500" dist="19050" dir="5400000" algn="bl" rotWithShape="0">
                  <a:srgbClr val="000000">
                    <a:alpha val="10000"/>
                  </a:srgbClr>
                </a:outerShdw>
              </a:effectLst>
            </p:spPr>
            <p:txBody>
              <a:bodyPr anchor="ctr"/>
              <a:lstStyle/>
              <a:p>
                <a:pPr algn="ctr"/>
                <a:r>
                  <a:rPr lang="en-US" sz="1100" dirty="0"/>
                  <a:t>Setting Andon</a:t>
                </a:r>
                <a:endParaRPr lang="en-ID" sz="1100" dirty="0"/>
              </a:p>
            </p:txBody>
          </p:sp>
        </p:grpSp>
        <p:sp>
          <p:nvSpPr>
            <p:cNvPr id="29" name="Shape 8">
              <a:extLst>
                <a:ext uri="{FF2B5EF4-FFF2-40B4-BE49-F238E27FC236}">
                  <a16:creationId xmlns:a16="http://schemas.microsoft.com/office/drawing/2014/main" id="{01D2D168-6DC0-B6FB-F784-2A6059C6511B}"/>
                </a:ext>
              </a:extLst>
            </p:cNvPr>
            <p:cNvSpPr/>
            <p:nvPr/>
          </p:nvSpPr>
          <p:spPr>
            <a:xfrm>
              <a:off x="325935" y="3858133"/>
              <a:ext cx="1296000" cy="262629"/>
            </a:xfrm>
            <a:prstGeom prst="roundRect">
              <a:avLst/>
            </a:prstGeom>
            <a:solidFill>
              <a:srgbClr val="FFFFFF"/>
            </a:solidFill>
            <a:ln w="9525">
              <a:solidFill>
                <a:srgbClr val="D5DBE3"/>
              </a:solidFill>
              <a:prstDash val="solid"/>
            </a:ln>
          </p:spPr>
          <p:txBody>
            <a:bodyPr/>
            <a:lstStyle/>
            <a:p>
              <a:pPr algn="ctr"/>
              <a:r>
                <a:rPr lang="en-US" sz="1200" dirty="0"/>
                <a:t>Data System</a:t>
              </a:r>
              <a:endParaRPr lang="en-ID" sz="1200" dirty="0"/>
            </a:p>
          </p:txBody>
        </p:sp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24D79750-7EA6-2346-75A4-7DC271BB6071}"/>
              </a:ext>
            </a:extLst>
          </p:cNvPr>
          <p:cNvGrpSpPr/>
          <p:nvPr/>
        </p:nvGrpSpPr>
        <p:grpSpPr>
          <a:xfrm>
            <a:off x="8828519" y="2305809"/>
            <a:ext cx="2129493" cy="2877762"/>
            <a:chOff x="9592547" y="914635"/>
            <a:chExt cx="2129493" cy="2877762"/>
          </a:xfrm>
        </p:grpSpPr>
        <p:sp>
          <p:nvSpPr>
            <p:cNvPr id="31" name="Shape 5">
              <a:extLst>
                <a:ext uri="{FF2B5EF4-FFF2-40B4-BE49-F238E27FC236}">
                  <a16:creationId xmlns:a16="http://schemas.microsoft.com/office/drawing/2014/main" id="{2FEB3E9C-6791-7FBE-D006-F8A3849DC17E}"/>
                </a:ext>
              </a:extLst>
            </p:cNvPr>
            <p:cNvSpPr/>
            <p:nvPr/>
          </p:nvSpPr>
          <p:spPr>
            <a:xfrm>
              <a:off x="9592547" y="1045950"/>
              <a:ext cx="2129493" cy="2746447"/>
            </a:xfrm>
            <a:prstGeom prst="roundRect">
              <a:avLst>
                <a:gd name="adj" fmla="val 1462"/>
              </a:avLst>
            </a:prstGeom>
            <a:solidFill>
              <a:srgbClr val="FBFBE9"/>
            </a:solidFill>
            <a:ln w="12700">
              <a:solidFill>
                <a:srgbClr val="C5D5EA"/>
              </a:solidFill>
              <a:prstDash val="solid"/>
            </a:ln>
            <a:effectLst>
              <a:outerShdw blurRad="63500" dist="19050" dir="5400000" algn="bl" rotWithShape="0">
                <a:srgbClr val="000000">
                  <a:alpha val="10000"/>
                </a:srgbClr>
              </a:outerShdw>
            </a:effectLst>
          </p:spPr>
        </p:sp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3D9E4340-7F33-E079-67E1-2FAE7935255A}"/>
                </a:ext>
              </a:extLst>
            </p:cNvPr>
            <p:cNvGrpSpPr/>
            <p:nvPr/>
          </p:nvGrpSpPr>
          <p:grpSpPr>
            <a:xfrm>
              <a:off x="9810590" y="1493041"/>
              <a:ext cx="1648030" cy="2097404"/>
              <a:chOff x="6515817" y="1227569"/>
              <a:chExt cx="1648030" cy="2097404"/>
            </a:xfrm>
          </p:grpSpPr>
          <p:sp>
            <p:nvSpPr>
              <p:cNvPr id="34" name="Shape 14">
                <a:extLst>
                  <a:ext uri="{FF2B5EF4-FFF2-40B4-BE49-F238E27FC236}">
                    <a16:creationId xmlns:a16="http://schemas.microsoft.com/office/drawing/2014/main" id="{32729105-3FFA-A30B-5405-56B5560C5D77}"/>
                  </a:ext>
                </a:extLst>
              </p:cNvPr>
              <p:cNvSpPr/>
              <p:nvPr/>
            </p:nvSpPr>
            <p:spPr>
              <a:xfrm>
                <a:off x="6515817" y="1227569"/>
                <a:ext cx="1648030" cy="2097404"/>
              </a:xfrm>
              <a:prstGeom prst="roundRect">
                <a:avLst>
                  <a:gd name="adj" fmla="val 3390"/>
                </a:avLst>
              </a:prstGeom>
              <a:solidFill>
                <a:srgbClr val="FFFFFF"/>
              </a:solidFill>
              <a:ln w="12700">
                <a:solidFill>
                  <a:srgbClr val="C9D2DC"/>
                </a:solidFill>
                <a:prstDash val="solid"/>
              </a:ln>
              <a:effectLst>
                <a:outerShdw blurRad="63500" dist="19050" dir="5400000" algn="bl" rotWithShape="0">
                  <a:srgbClr val="000000">
                    <a:alpha val="10000"/>
                  </a:srgbClr>
                </a:outerShdw>
              </a:effectLst>
            </p:spPr>
          </p:sp>
          <p:sp>
            <p:nvSpPr>
              <p:cNvPr id="35" name="Shape 6">
                <a:extLst>
                  <a:ext uri="{FF2B5EF4-FFF2-40B4-BE49-F238E27FC236}">
                    <a16:creationId xmlns:a16="http://schemas.microsoft.com/office/drawing/2014/main" id="{8026326F-D3E4-63EC-FA55-AB27F52F62D6}"/>
                  </a:ext>
                </a:extLst>
              </p:cNvPr>
              <p:cNvSpPr/>
              <p:nvPr/>
            </p:nvSpPr>
            <p:spPr>
              <a:xfrm>
                <a:off x="6661652" y="1337351"/>
                <a:ext cx="1303564" cy="384048"/>
              </a:xfrm>
              <a:prstGeom prst="roundRect">
                <a:avLst>
                  <a:gd name="adj" fmla="val 14286"/>
                </a:avLst>
              </a:prstGeom>
              <a:solidFill>
                <a:srgbClr val="FFFFFF"/>
              </a:solidFill>
              <a:ln w="19050">
                <a:solidFill>
                  <a:srgbClr val="1B3A6B"/>
                </a:solidFill>
                <a:prstDash val="solid"/>
              </a:ln>
              <a:effectLst>
                <a:outerShdw blurRad="63500" dist="19050" dir="5400000" algn="bl" rotWithShape="0">
                  <a:srgbClr val="000000">
                    <a:alpha val="10000"/>
                  </a:srgbClr>
                </a:outerShdw>
              </a:effectLst>
            </p:spPr>
            <p:txBody>
              <a:bodyPr anchor="ctr"/>
              <a:lstStyle/>
              <a:p>
                <a:pPr algn="ctr"/>
                <a:r>
                  <a:rPr lang="en-US" sz="1100" b="1" dirty="0"/>
                  <a:t>IIS System</a:t>
                </a:r>
                <a:endParaRPr lang="en-ID" sz="1100" b="1" dirty="0"/>
              </a:p>
            </p:txBody>
          </p:sp>
          <p:sp>
            <p:nvSpPr>
              <p:cNvPr id="37" name="Shape 6">
                <a:extLst>
                  <a:ext uri="{FF2B5EF4-FFF2-40B4-BE49-F238E27FC236}">
                    <a16:creationId xmlns:a16="http://schemas.microsoft.com/office/drawing/2014/main" id="{89684FFC-9469-2036-1746-CE0243D21B4F}"/>
                  </a:ext>
                </a:extLst>
              </p:cNvPr>
              <p:cNvSpPr/>
              <p:nvPr/>
            </p:nvSpPr>
            <p:spPr>
              <a:xfrm>
                <a:off x="6551018" y="1877282"/>
                <a:ext cx="1303564" cy="384048"/>
              </a:xfrm>
              <a:prstGeom prst="roundRect">
                <a:avLst>
                  <a:gd name="adj" fmla="val 14286"/>
                </a:avLst>
              </a:prstGeom>
              <a:noFill/>
              <a:ln w="19050">
                <a:noFill/>
                <a:prstDash val="solid"/>
              </a:ln>
              <a:effectLst>
                <a:outerShdw blurRad="63500" dist="19050" dir="5400000" algn="bl" rotWithShape="0">
                  <a:srgbClr val="000000">
                    <a:alpha val="10000"/>
                  </a:srgbClr>
                </a:outerShdw>
              </a:effectLst>
            </p:spPr>
            <p:txBody>
              <a:bodyPr anchor="ctr"/>
              <a:lstStyle/>
              <a:p>
                <a:r>
                  <a:rPr lang="en-US" sz="1100" dirty="0"/>
                  <a:t>Internal System</a:t>
                </a:r>
                <a:endParaRPr lang="en-ID" sz="1100" dirty="0"/>
              </a:p>
            </p:txBody>
          </p:sp>
          <p:sp>
            <p:nvSpPr>
              <p:cNvPr id="39" name="Flowchart: Magnetic Disk 38">
                <a:extLst>
                  <a:ext uri="{FF2B5EF4-FFF2-40B4-BE49-F238E27FC236}">
                    <a16:creationId xmlns:a16="http://schemas.microsoft.com/office/drawing/2014/main" id="{FD090491-7217-BD34-1C20-77F153E45B4D}"/>
                  </a:ext>
                </a:extLst>
              </p:cNvPr>
              <p:cNvSpPr/>
              <p:nvPr/>
            </p:nvSpPr>
            <p:spPr>
              <a:xfrm>
                <a:off x="7729212" y="1981398"/>
                <a:ext cx="250740" cy="172304"/>
              </a:xfrm>
              <a:prstGeom prst="flowChartMagneticDisk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D"/>
              </a:p>
            </p:txBody>
          </p:sp>
          <p:sp>
            <p:nvSpPr>
              <p:cNvPr id="41" name="Shape 6">
                <a:extLst>
                  <a:ext uri="{FF2B5EF4-FFF2-40B4-BE49-F238E27FC236}">
                    <a16:creationId xmlns:a16="http://schemas.microsoft.com/office/drawing/2014/main" id="{31006039-DCD3-BB92-308E-6A2ACFF0B3CD}"/>
                  </a:ext>
                </a:extLst>
              </p:cNvPr>
              <p:cNvSpPr/>
              <p:nvPr/>
            </p:nvSpPr>
            <p:spPr>
              <a:xfrm>
                <a:off x="6688050" y="2396148"/>
                <a:ext cx="1303564" cy="808047"/>
              </a:xfrm>
              <a:prstGeom prst="roundRect">
                <a:avLst>
                  <a:gd name="adj" fmla="val 14286"/>
                </a:avLst>
              </a:prstGeom>
              <a:solidFill>
                <a:srgbClr val="FFFFFF"/>
              </a:solidFill>
              <a:ln w="9525">
                <a:solidFill>
                  <a:srgbClr val="1B3A6B"/>
                </a:solidFill>
                <a:prstDash val="solid"/>
              </a:ln>
              <a:effectLst>
                <a:outerShdw blurRad="63500" dist="19050" dir="5400000" algn="bl" rotWithShape="0">
                  <a:srgbClr val="000000">
                    <a:alpha val="10000"/>
                  </a:srgbClr>
                </a:outerShdw>
              </a:effectLst>
            </p:spPr>
            <p:txBody>
              <a:bodyPr anchor="ctr"/>
              <a:lstStyle/>
              <a:p>
                <a:pPr algn="ctr"/>
                <a:r>
                  <a:rPr lang="en-US" sz="1100" dirty="0"/>
                  <a:t>Setting Andon</a:t>
                </a:r>
                <a:endParaRPr lang="en-ID" sz="1100" dirty="0"/>
              </a:p>
            </p:txBody>
          </p:sp>
        </p:grpSp>
        <p:sp>
          <p:nvSpPr>
            <p:cNvPr id="42" name="Shape 8">
              <a:extLst>
                <a:ext uri="{FF2B5EF4-FFF2-40B4-BE49-F238E27FC236}">
                  <a16:creationId xmlns:a16="http://schemas.microsoft.com/office/drawing/2014/main" id="{F723F900-0183-B773-F60F-B8996593DF8D}"/>
                </a:ext>
              </a:extLst>
            </p:cNvPr>
            <p:cNvSpPr/>
            <p:nvPr/>
          </p:nvSpPr>
          <p:spPr>
            <a:xfrm>
              <a:off x="9720362" y="914635"/>
              <a:ext cx="1296000" cy="262629"/>
            </a:xfrm>
            <a:prstGeom prst="roundRect">
              <a:avLst/>
            </a:prstGeom>
            <a:solidFill>
              <a:srgbClr val="FFFFFF"/>
            </a:solidFill>
            <a:ln w="9525">
              <a:solidFill>
                <a:srgbClr val="D5DBE3"/>
              </a:solidFill>
              <a:prstDash val="solid"/>
            </a:ln>
          </p:spPr>
          <p:txBody>
            <a:bodyPr/>
            <a:lstStyle/>
            <a:p>
              <a:pPr algn="ctr"/>
              <a:r>
                <a:rPr lang="en-US" sz="1200" dirty="0"/>
                <a:t>Data System</a:t>
              </a:r>
              <a:endParaRPr lang="en-ID" sz="1200" dirty="0"/>
            </a:p>
          </p:txBody>
        </p:sp>
      </p:grpSp>
      <p:cxnSp>
        <p:nvCxnSpPr>
          <p:cNvPr id="53" name="Connector: Elbow 52">
            <a:extLst>
              <a:ext uri="{FF2B5EF4-FFF2-40B4-BE49-F238E27FC236}">
                <a16:creationId xmlns:a16="http://schemas.microsoft.com/office/drawing/2014/main" id="{F7E659C2-79AF-D751-CCA5-580E0B5A045C}"/>
              </a:ext>
            </a:extLst>
          </p:cNvPr>
          <p:cNvCxnSpPr>
            <a:cxnSpLocks/>
            <a:stCxn id="94" idx="2"/>
            <a:endCxn id="35" idx="0"/>
          </p:cNvCxnSpPr>
          <p:nvPr/>
        </p:nvCxnSpPr>
        <p:spPr>
          <a:xfrm rot="5400000" flipH="1" flipV="1">
            <a:off x="5346499" y="-1140923"/>
            <a:ext cx="362759" cy="8632599"/>
          </a:xfrm>
          <a:prstGeom prst="bentConnector5">
            <a:avLst>
              <a:gd name="adj1" fmla="val -79279"/>
              <a:gd name="adj2" fmla="val 72297"/>
              <a:gd name="adj3" fmla="val 163017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: Elbow 58">
            <a:extLst>
              <a:ext uri="{FF2B5EF4-FFF2-40B4-BE49-F238E27FC236}">
                <a16:creationId xmlns:a16="http://schemas.microsoft.com/office/drawing/2014/main" id="{E3BDC113-302B-D54E-0B63-EA7DAEFA1F9C}"/>
              </a:ext>
            </a:extLst>
          </p:cNvPr>
          <p:cNvCxnSpPr>
            <a:cxnSpLocks/>
            <a:stCxn id="16" idx="2"/>
            <a:endCxn id="35" idx="0"/>
          </p:cNvCxnSpPr>
          <p:nvPr/>
        </p:nvCxnSpPr>
        <p:spPr>
          <a:xfrm rot="5400000" flipH="1" flipV="1">
            <a:off x="6217111" y="-272599"/>
            <a:ext cx="360472" cy="6893663"/>
          </a:xfrm>
          <a:prstGeom prst="bentConnector5">
            <a:avLst>
              <a:gd name="adj1" fmla="val -77056"/>
              <a:gd name="adj2" fmla="val 65369"/>
              <a:gd name="adj3" fmla="val 163417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: Elbow 64">
            <a:extLst>
              <a:ext uri="{FF2B5EF4-FFF2-40B4-BE49-F238E27FC236}">
                <a16:creationId xmlns:a16="http://schemas.microsoft.com/office/drawing/2014/main" id="{2914B65F-A3F3-FF78-9A2E-F307D1D42F7A}"/>
              </a:ext>
            </a:extLst>
          </p:cNvPr>
          <p:cNvCxnSpPr>
            <a:cxnSpLocks/>
            <a:stCxn id="38" idx="2"/>
          </p:cNvCxnSpPr>
          <p:nvPr/>
        </p:nvCxnSpPr>
        <p:spPr>
          <a:xfrm rot="5400000" flipH="1" flipV="1">
            <a:off x="7245568" y="603460"/>
            <a:ext cx="208072" cy="5293945"/>
          </a:xfrm>
          <a:prstGeom prst="bentConnector4">
            <a:avLst>
              <a:gd name="adj1" fmla="val -109866"/>
              <a:gd name="adj2" fmla="val 57783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721416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44D453-FA7F-3E96-E3F3-ED1CFE0414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Shape 8">
            <a:extLst>
              <a:ext uri="{FF2B5EF4-FFF2-40B4-BE49-F238E27FC236}">
                <a16:creationId xmlns:a16="http://schemas.microsoft.com/office/drawing/2014/main" id="{50AFDA0A-8B23-FF7D-2729-835AE719B1FE}"/>
              </a:ext>
            </a:extLst>
          </p:cNvPr>
          <p:cNvSpPr/>
          <p:nvPr/>
        </p:nvSpPr>
        <p:spPr>
          <a:xfrm>
            <a:off x="3383280" y="189863"/>
            <a:ext cx="5486400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D5DBE3"/>
            </a:solidFill>
            <a:prstDash val="solid"/>
          </a:ln>
        </p:spPr>
        <p:txBody>
          <a:bodyPr/>
          <a:lstStyle/>
          <a:p>
            <a:pPr algn="ctr"/>
            <a:r>
              <a:rPr lang="en-US" dirty="0" err="1"/>
              <a:t>Konsep</a:t>
            </a:r>
            <a:r>
              <a:rPr lang="en-US" dirty="0"/>
              <a:t> Flow Data Plane</a:t>
            </a:r>
            <a:endParaRPr lang="en-ID" dirty="0"/>
          </a:p>
        </p:txBody>
      </p:sp>
      <p:sp>
        <p:nvSpPr>
          <p:cNvPr id="57" name="Shape 5">
            <a:extLst>
              <a:ext uri="{FF2B5EF4-FFF2-40B4-BE49-F238E27FC236}">
                <a16:creationId xmlns:a16="http://schemas.microsoft.com/office/drawing/2014/main" id="{ED3D0A93-E752-C56B-7CF7-A7CB8EF80E60}"/>
              </a:ext>
            </a:extLst>
          </p:cNvPr>
          <p:cNvSpPr/>
          <p:nvPr/>
        </p:nvSpPr>
        <p:spPr>
          <a:xfrm>
            <a:off x="163808" y="864118"/>
            <a:ext cx="11846484" cy="5668567"/>
          </a:xfrm>
          <a:prstGeom prst="roundRect">
            <a:avLst>
              <a:gd name="adj" fmla="val 1462"/>
            </a:avLst>
          </a:prstGeom>
          <a:solidFill>
            <a:srgbClr val="EAF1FA"/>
          </a:solidFill>
          <a:ln w="12700">
            <a:solidFill>
              <a:srgbClr val="C5D5EA"/>
            </a:solidFill>
            <a:prstDash val="solid"/>
          </a:ln>
          <a:effectLst>
            <a:outerShdw blurRad="63500" dist="1905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4" name="Shape 14">
            <a:extLst>
              <a:ext uri="{FF2B5EF4-FFF2-40B4-BE49-F238E27FC236}">
                <a16:creationId xmlns:a16="http://schemas.microsoft.com/office/drawing/2014/main" id="{F04A11EF-D2A3-0FF9-74DF-9309B9362E5E}"/>
              </a:ext>
            </a:extLst>
          </p:cNvPr>
          <p:cNvSpPr/>
          <p:nvPr/>
        </p:nvSpPr>
        <p:spPr>
          <a:xfrm>
            <a:off x="372401" y="1321370"/>
            <a:ext cx="5723599" cy="3215461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12700">
            <a:solidFill>
              <a:srgbClr val="FFFF00"/>
            </a:solidFill>
            <a:prstDash val="solid"/>
          </a:ln>
          <a:effectLst>
            <a:outerShdw blurRad="63500" dist="1905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" name="Shape 6">
            <a:extLst>
              <a:ext uri="{FF2B5EF4-FFF2-40B4-BE49-F238E27FC236}">
                <a16:creationId xmlns:a16="http://schemas.microsoft.com/office/drawing/2014/main" id="{7027954F-17A8-F500-5893-6F7C8BC8F6AE}"/>
              </a:ext>
            </a:extLst>
          </p:cNvPr>
          <p:cNvSpPr/>
          <p:nvPr/>
        </p:nvSpPr>
        <p:spPr>
          <a:xfrm>
            <a:off x="533400" y="1404304"/>
            <a:ext cx="1787748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9050">
            <a:solidFill>
              <a:srgbClr val="1B3A6B"/>
            </a:solidFill>
            <a:prstDash val="solid"/>
          </a:ln>
          <a:effectLst>
            <a:outerShdw blurRad="63500" dist="19050" dir="5400000" algn="bl" rotWithShape="0">
              <a:srgbClr val="000000">
                <a:alpha val="10000"/>
              </a:srgbClr>
            </a:outerShdw>
          </a:effectLst>
        </p:spPr>
        <p:txBody>
          <a:bodyPr anchor="ctr"/>
          <a:lstStyle/>
          <a:p>
            <a:pPr algn="ctr"/>
            <a:r>
              <a:rPr lang="en-US" sz="1100" b="1" dirty="0"/>
              <a:t>Progress Lane </a:t>
            </a:r>
            <a:r>
              <a:rPr lang="en-US" sz="1100" b="1" dirty="0" err="1"/>
              <a:t>Containe</a:t>
            </a:r>
            <a:endParaRPr lang="en-ID" sz="1100" b="1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EA282D9-D8A9-A87C-D3D1-CDE107C18A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90254" y="1443745"/>
            <a:ext cx="344607" cy="344607"/>
          </a:xfrm>
          <a:prstGeom prst="rect">
            <a:avLst/>
          </a:prstGeom>
        </p:spPr>
      </p:pic>
      <p:sp>
        <p:nvSpPr>
          <p:cNvPr id="26" name="Shape 6">
            <a:extLst>
              <a:ext uri="{FF2B5EF4-FFF2-40B4-BE49-F238E27FC236}">
                <a16:creationId xmlns:a16="http://schemas.microsoft.com/office/drawing/2014/main" id="{51954B84-368C-2800-0C13-7C2F6758AFAA}"/>
              </a:ext>
            </a:extLst>
          </p:cNvPr>
          <p:cNvSpPr/>
          <p:nvPr/>
        </p:nvSpPr>
        <p:spPr>
          <a:xfrm>
            <a:off x="2724817" y="1424024"/>
            <a:ext cx="1303564" cy="384048"/>
          </a:xfrm>
          <a:prstGeom prst="roundRect">
            <a:avLst>
              <a:gd name="adj" fmla="val 14286"/>
            </a:avLst>
          </a:prstGeom>
          <a:noFill/>
          <a:ln w="19050">
            <a:noFill/>
            <a:prstDash val="solid"/>
          </a:ln>
          <a:effectLst>
            <a:outerShdw blurRad="63500" dist="19050" dir="5400000" algn="bl" rotWithShape="0">
              <a:srgbClr val="000000">
                <a:alpha val="10000"/>
              </a:srgbClr>
            </a:outerShdw>
          </a:effectLst>
        </p:spPr>
        <p:txBody>
          <a:bodyPr anchor="ctr"/>
          <a:lstStyle/>
          <a:p>
            <a:r>
              <a:rPr lang="en-US" sz="1100" dirty="0" err="1"/>
              <a:t>Procrutment</a:t>
            </a:r>
            <a:endParaRPr lang="en-ID" sz="1100" dirty="0"/>
          </a:p>
        </p:txBody>
      </p:sp>
      <p:sp>
        <p:nvSpPr>
          <p:cNvPr id="72" name="Shape 6">
            <a:extLst>
              <a:ext uri="{FF2B5EF4-FFF2-40B4-BE49-F238E27FC236}">
                <a16:creationId xmlns:a16="http://schemas.microsoft.com/office/drawing/2014/main" id="{D7F22906-E52C-6FB2-27B1-337C64EE4C3D}"/>
              </a:ext>
            </a:extLst>
          </p:cNvPr>
          <p:cNvSpPr/>
          <p:nvPr/>
        </p:nvSpPr>
        <p:spPr>
          <a:xfrm>
            <a:off x="692076" y="2555727"/>
            <a:ext cx="4131427" cy="733333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1B3A6B"/>
            </a:solidFill>
            <a:prstDash val="solid"/>
          </a:ln>
          <a:effectLst>
            <a:outerShdw blurRad="63500" dist="19050" dir="5400000" algn="bl" rotWithShape="0">
              <a:srgbClr val="000000">
                <a:alpha val="10000"/>
              </a:srgbClr>
            </a:outerShdw>
          </a:effectLst>
        </p:spPr>
        <p:txBody>
          <a:bodyPr anchor="ctr"/>
          <a:lstStyle/>
          <a:p>
            <a:pPr algn="ctr"/>
            <a:r>
              <a:rPr lang="en-US" sz="1100" dirty="0"/>
              <a:t>Supplier; </a:t>
            </a:r>
            <a:r>
              <a:rPr lang="en-US" sz="1100" dirty="0" err="1"/>
              <a:t>S.Plant;S.Dock</a:t>
            </a:r>
            <a:r>
              <a:rPr lang="en-US" sz="1100" dirty="0"/>
              <a:t>; Supplier Name ;1st Cross Dock Arrival Date &amp; Time; 1ts Cross Dock </a:t>
            </a:r>
            <a:r>
              <a:rPr lang="en-US" sz="1100" dirty="0" err="1"/>
              <a:t>Departcher</a:t>
            </a:r>
            <a:r>
              <a:rPr lang="en-US" sz="1100" dirty="0"/>
              <a:t> Date &amp; Time; MROS</a:t>
            </a:r>
            <a:endParaRPr lang="en-ID" sz="1100" dirty="0"/>
          </a:p>
        </p:txBody>
      </p:sp>
      <p:sp>
        <p:nvSpPr>
          <p:cNvPr id="23" name="Shape 8">
            <a:extLst>
              <a:ext uri="{FF2B5EF4-FFF2-40B4-BE49-F238E27FC236}">
                <a16:creationId xmlns:a16="http://schemas.microsoft.com/office/drawing/2014/main" id="{95550170-D144-33C9-2EFA-1795EDBCA6B0}"/>
              </a:ext>
            </a:extLst>
          </p:cNvPr>
          <p:cNvSpPr/>
          <p:nvPr/>
        </p:nvSpPr>
        <p:spPr>
          <a:xfrm>
            <a:off x="420760" y="732804"/>
            <a:ext cx="2129493" cy="262629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5DBE3"/>
            </a:solidFill>
            <a:prstDash val="solid"/>
          </a:ln>
        </p:spPr>
        <p:txBody>
          <a:bodyPr/>
          <a:lstStyle/>
          <a:p>
            <a:pPr algn="ctr"/>
            <a:r>
              <a:rPr lang="en-US" sz="1200" dirty="0"/>
              <a:t>Upload File</a:t>
            </a:r>
            <a:endParaRPr lang="en-ID" sz="1200" dirty="0"/>
          </a:p>
        </p:txBody>
      </p:sp>
      <p:sp>
        <p:nvSpPr>
          <p:cNvPr id="4" name="Shape 6">
            <a:extLst>
              <a:ext uri="{FF2B5EF4-FFF2-40B4-BE49-F238E27FC236}">
                <a16:creationId xmlns:a16="http://schemas.microsoft.com/office/drawing/2014/main" id="{7E0E6301-8BCA-1AF7-5415-221A307356A8}"/>
              </a:ext>
            </a:extLst>
          </p:cNvPr>
          <p:cNvSpPr/>
          <p:nvPr/>
        </p:nvSpPr>
        <p:spPr>
          <a:xfrm>
            <a:off x="688091" y="3512914"/>
            <a:ext cx="4139397" cy="733334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1B3A6B"/>
            </a:solidFill>
            <a:prstDash val="solid"/>
          </a:ln>
          <a:effectLst>
            <a:outerShdw blurRad="63500" dist="19050" dir="5400000" algn="bl" rotWithShape="0">
              <a:srgbClr val="000000">
                <a:alpha val="10000"/>
              </a:srgbClr>
            </a:outerShdw>
          </a:effectLst>
        </p:spPr>
        <p:txBody>
          <a:bodyPr anchor="ctr"/>
          <a:lstStyle/>
          <a:p>
            <a:pPr algn="ctr"/>
            <a:r>
              <a:rPr lang="en-US" sz="1100" dirty="0"/>
              <a:t>Part No; KANBAN Print </a:t>
            </a:r>
            <a:r>
              <a:rPr lang="en-US" sz="1100" dirty="0" err="1"/>
              <a:t>Address:Kanban</a:t>
            </a:r>
            <a:r>
              <a:rPr lang="en-US" sz="1100" dirty="0"/>
              <a:t> No; Order Plan Quantity(Lot); Parts Name; Conveyance Route</a:t>
            </a:r>
            <a:endParaRPr lang="en-ID" sz="1100" dirty="0"/>
          </a:p>
        </p:txBody>
      </p:sp>
      <p:sp>
        <p:nvSpPr>
          <p:cNvPr id="6" name="Shape 6">
            <a:extLst>
              <a:ext uri="{FF2B5EF4-FFF2-40B4-BE49-F238E27FC236}">
                <a16:creationId xmlns:a16="http://schemas.microsoft.com/office/drawing/2014/main" id="{8A570EC3-3F15-4FD4-4906-3FC53EDA12BA}"/>
              </a:ext>
            </a:extLst>
          </p:cNvPr>
          <p:cNvSpPr/>
          <p:nvPr/>
        </p:nvSpPr>
        <p:spPr>
          <a:xfrm>
            <a:off x="2225866" y="1947824"/>
            <a:ext cx="1063847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1B3A6B"/>
            </a:solidFill>
            <a:prstDash val="solid"/>
          </a:ln>
          <a:effectLst>
            <a:outerShdw blurRad="63500" dist="19050" dir="5400000" algn="bl" rotWithShape="0">
              <a:srgbClr val="000000">
                <a:alpha val="10000"/>
              </a:srgbClr>
            </a:outerShdw>
          </a:effectLst>
        </p:spPr>
        <p:txBody>
          <a:bodyPr anchor="ctr"/>
          <a:lstStyle/>
          <a:p>
            <a:pPr algn="ctr"/>
            <a:r>
              <a:rPr lang="en-US" sz="1100" dirty="0"/>
              <a:t>Filter Dock 43</a:t>
            </a:r>
            <a:endParaRPr lang="en-ID" sz="1100" dirty="0"/>
          </a:p>
        </p:txBody>
      </p:sp>
      <p:sp>
        <p:nvSpPr>
          <p:cNvPr id="9" name="Shape 6">
            <a:extLst>
              <a:ext uri="{FF2B5EF4-FFF2-40B4-BE49-F238E27FC236}">
                <a16:creationId xmlns:a16="http://schemas.microsoft.com/office/drawing/2014/main" id="{E758AB99-2876-F0CA-A39C-7CC85AB5BF5B}"/>
              </a:ext>
            </a:extLst>
          </p:cNvPr>
          <p:cNvSpPr/>
          <p:nvPr/>
        </p:nvSpPr>
        <p:spPr>
          <a:xfrm>
            <a:off x="4823503" y="2724297"/>
            <a:ext cx="1303564" cy="384048"/>
          </a:xfrm>
          <a:prstGeom prst="roundRect">
            <a:avLst>
              <a:gd name="adj" fmla="val 14286"/>
            </a:avLst>
          </a:prstGeom>
          <a:noFill/>
          <a:ln w="19050">
            <a:noFill/>
            <a:prstDash val="solid"/>
          </a:ln>
          <a:effectLst>
            <a:outerShdw blurRad="63500" dist="19050" dir="5400000" algn="bl" rotWithShape="0">
              <a:srgbClr val="000000">
                <a:alpha val="10000"/>
              </a:srgbClr>
            </a:outerShdw>
          </a:effectLst>
        </p:spPr>
        <p:txBody>
          <a:bodyPr anchor="ctr"/>
          <a:lstStyle/>
          <a:p>
            <a:r>
              <a:rPr lang="en-US" sz="1100" dirty="0"/>
              <a:t>Grouping Data</a:t>
            </a:r>
            <a:endParaRPr lang="en-ID" sz="1100" dirty="0"/>
          </a:p>
        </p:txBody>
      </p:sp>
      <p:sp>
        <p:nvSpPr>
          <p:cNvPr id="11" name="Shape 6">
            <a:extLst>
              <a:ext uri="{FF2B5EF4-FFF2-40B4-BE49-F238E27FC236}">
                <a16:creationId xmlns:a16="http://schemas.microsoft.com/office/drawing/2014/main" id="{E70CB85E-3F28-1C45-618F-108D21E4E594}"/>
              </a:ext>
            </a:extLst>
          </p:cNvPr>
          <p:cNvSpPr/>
          <p:nvPr/>
        </p:nvSpPr>
        <p:spPr>
          <a:xfrm>
            <a:off x="3263539" y="1967544"/>
            <a:ext cx="1303564" cy="384048"/>
          </a:xfrm>
          <a:prstGeom prst="roundRect">
            <a:avLst>
              <a:gd name="adj" fmla="val 14286"/>
            </a:avLst>
          </a:prstGeom>
          <a:noFill/>
          <a:ln w="19050">
            <a:noFill/>
            <a:prstDash val="solid"/>
          </a:ln>
          <a:effectLst>
            <a:outerShdw blurRad="63500" dist="19050" dir="5400000" algn="bl" rotWithShape="0">
              <a:srgbClr val="000000">
                <a:alpha val="10000"/>
              </a:srgbClr>
            </a:outerShdw>
          </a:effectLst>
        </p:spPr>
        <p:txBody>
          <a:bodyPr anchor="ctr"/>
          <a:lstStyle/>
          <a:p>
            <a:r>
              <a:rPr lang="en-US" sz="1100" dirty="0"/>
              <a:t>Filter Data</a:t>
            </a:r>
            <a:endParaRPr lang="en-ID" sz="1100" dirty="0"/>
          </a:p>
        </p:txBody>
      </p:sp>
      <p:sp>
        <p:nvSpPr>
          <p:cNvPr id="13" name="Shape 6">
            <a:extLst>
              <a:ext uri="{FF2B5EF4-FFF2-40B4-BE49-F238E27FC236}">
                <a16:creationId xmlns:a16="http://schemas.microsoft.com/office/drawing/2014/main" id="{617D3DDE-186C-F0C5-E7A5-DCC284D0C5FE}"/>
              </a:ext>
            </a:extLst>
          </p:cNvPr>
          <p:cNvSpPr/>
          <p:nvPr/>
        </p:nvSpPr>
        <p:spPr>
          <a:xfrm>
            <a:off x="4823503" y="3693629"/>
            <a:ext cx="1303564" cy="384048"/>
          </a:xfrm>
          <a:prstGeom prst="roundRect">
            <a:avLst>
              <a:gd name="adj" fmla="val 14286"/>
            </a:avLst>
          </a:prstGeom>
          <a:noFill/>
          <a:ln w="19050">
            <a:noFill/>
            <a:prstDash val="solid"/>
          </a:ln>
          <a:effectLst>
            <a:outerShdw blurRad="63500" dist="19050" dir="5400000" algn="bl" rotWithShape="0">
              <a:srgbClr val="000000">
                <a:alpha val="10000"/>
              </a:srgbClr>
            </a:outerShdw>
          </a:effectLst>
        </p:spPr>
        <p:txBody>
          <a:bodyPr anchor="ctr"/>
          <a:lstStyle/>
          <a:p>
            <a:r>
              <a:rPr lang="en-US" sz="1100" dirty="0"/>
              <a:t>Isi </a:t>
            </a:r>
            <a:r>
              <a:rPr lang="en-US" sz="1100" dirty="0" err="1"/>
              <a:t>Grup</a:t>
            </a:r>
            <a:endParaRPr lang="en-ID" sz="1100" dirty="0"/>
          </a:p>
        </p:txBody>
      </p: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77AB489F-F657-6CFD-476C-CF99703691BD}"/>
              </a:ext>
            </a:extLst>
          </p:cNvPr>
          <p:cNvCxnSpPr>
            <a:stCxn id="72" idx="2"/>
            <a:endCxn id="4" idx="0"/>
          </p:cNvCxnSpPr>
          <p:nvPr/>
        </p:nvCxnSpPr>
        <p:spPr>
          <a:xfrm>
            <a:off x="2757790" y="3289060"/>
            <a:ext cx="0" cy="22385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F1100E51-5C2D-843A-CCF0-E5D7643B4B62}"/>
              </a:ext>
            </a:extLst>
          </p:cNvPr>
          <p:cNvCxnSpPr>
            <a:cxnSpLocks/>
            <a:stCxn id="6" idx="2"/>
            <a:endCxn id="72" idx="0"/>
          </p:cNvCxnSpPr>
          <p:nvPr/>
        </p:nvCxnSpPr>
        <p:spPr>
          <a:xfrm>
            <a:off x="2757790" y="2331872"/>
            <a:ext cx="0" cy="22385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Shape 14">
            <a:extLst>
              <a:ext uri="{FF2B5EF4-FFF2-40B4-BE49-F238E27FC236}">
                <a16:creationId xmlns:a16="http://schemas.microsoft.com/office/drawing/2014/main" id="{2DBFC1F9-E8E5-2B3F-5A9D-FD132A321217}"/>
              </a:ext>
            </a:extLst>
          </p:cNvPr>
          <p:cNvSpPr/>
          <p:nvPr/>
        </p:nvSpPr>
        <p:spPr>
          <a:xfrm>
            <a:off x="6164174" y="1321370"/>
            <a:ext cx="5723599" cy="3215461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12700">
            <a:solidFill>
              <a:srgbClr val="FFFF00"/>
            </a:solidFill>
            <a:prstDash val="solid"/>
          </a:ln>
          <a:effectLst>
            <a:outerShdw blurRad="63500" dist="1905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4" name="Shape 6">
            <a:extLst>
              <a:ext uri="{FF2B5EF4-FFF2-40B4-BE49-F238E27FC236}">
                <a16:creationId xmlns:a16="http://schemas.microsoft.com/office/drawing/2014/main" id="{EA50A493-0981-0483-CB35-EE64B1B6F387}"/>
              </a:ext>
            </a:extLst>
          </p:cNvPr>
          <p:cNvSpPr/>
          <p:nvPr/>
        </p:nvSpPr>
        <p:spPr>
          <a:xfrm>
            <a:off x="6325173" y="1404304"/>
            <a:ext cx="1787748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9050">
            <a:solidFill>
              <a:srgbClr val="1B3A6B"/>
            </a:solidFill>
            <a:prstDash val="solid"/>
          </a:ln>
          <a:effectLst>
            <a:outerShdw blurRad="63500" dist="19050" dir="5400000" algn="bl" rotWithShape="0">
              <a:srgbClr val="000000">
                <a:alpha val="10000"/>
              </a:srgbClr>
            </a:outerShdw>
          </a:effectLst>
        </p:spPr>
        <p:txBody>
          <a:bodyPr anchor="ctr"/>
          <a:lstStyle/>
          <a:p>
            <a:pPr algn="ctr"/>
            <a:r>
              <a:rPr lang="en-US" sz="1100" b="1" dirty="0"/>
              <a:t>Master Part</a:t>
            </a:r>
            <a:endParaRPr lang="en-ID" sz="1100" b="1" dirty="0"/>
          </a:p>
        </p:txBody>
      </p:sp>
      <p:pic>
        <p:nvPicPr>
          <p:cNvPr id="67" name="Picture 66">
            <a:extLst>
              <a:ext uri="{FF2B5EF4-FFF2-40B4-BE49-F238E27FC236}">
                <a16:creationId xmlns:a16="http://schemas.microsoft.com/office/drawing/2014/main" id="{A7ADB428-D554-79F7-DD50-CA9C3DCE2D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82027" y="1443745"/>
            <a:ext cx="344607" cy="344607"/>
          </a:xfrm>
          <a:prstGeom prst="rect">
            <a:avLst/>
          </a:prstGeom>
        </p:spPr>
      </p:pic>
      <p:sp>
        <p:nvSpPr>
          <p:cNvPr id="69" name="Shape 6">
            <a:extLst>
              <a:ext uri="{FF2B5EF4-FFF2-40B4-BE49-F238E27FC236}">
                <a16:creationId xmlns:a16="http://schemas.microsoft.com/office/drawing/2014/main" id="{825B9C83-A2C3-4BA0-25E6-245217A75D55}"/>
              </a:ext>
            </a:extLst>
          </p:cNvPr>
          <p:cNvSpPr/>
          <p:nvPr/>
        </p:nvSpPr>
        <p:spPr>
          <a:xfrm>
            <a:off x="8516590" y="1424024"/>
            <a:ext cx="1303564" cy="384048"/>
          </a:xfrm>
          <a:prstGeom prst="roundRect">
            <a:avLst>
              <a:gd name="adj" fmla="val 14286"/>
            </a:avLst>
          </a:prstGeom>
          <a:noFill/>
          <a:ln w="19050">
            <a:noFill/>
            <a:prstDash val="solid"/>
          </a:ln>
          <a:effectLst>
            <a:outerShdw blurRad="63500" dist="19050" dir="5400000" algn="bl" rotWithShape="0">
              <a:srgbClr val="000000">
                <a:alpha val="10000"/>
              </a:srgbClr>
            </a:outerShdw>
          </a:effectLst>
        </p:spPr>
        <p:txBody>
          <a:bodyPr anchor="ctr"/>
          <a:lstStyle/>
          <a:p>
            <a:r>
              <a:rPr lang="en-US" sz="1100" dirty="0"/>
              <a:t>Engset </a:t>
            </a:r>
            <a:r>
              <a:rPr lang="en-US" sz="1100" dirty="0" err="1"/>
              <a:t>Tunjung</a:t>
            </a:r>
            <a:endParaRPr lang="en-ID" sz="1100" dirty="0"/>
          </a:p>
        </p:txBody>
      </p:sp>
      <p:sp>
        <p:nvSpPr>
          <p:cNvPr id="70" name="Shape 6">
            <a:extLst>
              <a:ext uri="{FF2B5EF4-FFF2-40B4-BE49-F238E27FC236}">
                <a16:creationId xmlns:a16="http://schemas.microsoft.com/office/drawing/2014/main" id="{8C25F500-E29A-3884-AFFE-1E789464D0E8}"/>
              </a:ext>
            </a:extLst>
          </p:cNvPr>
          <p:cNvSpPr/>
          <p:nvPr/>
        </p:nvSpPr>
        <p:spPr>
          <a:xfrm>
            <a:off x="6479865" y="1975434"/>
            <a:ext cx="4131427" cy="733333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1B3A6B"/>
            </a:solidFill>
            <a:prstDash val="solid"/>
          </a:ln>
          <a:effectLst>
            <a:outerShdw blurRad="63500" dist="19050" dir="5400000" algn="bl" rotWithShape="0">
              <a:srgbClr val="000000">
                <a:alpha val="10000"/>
              </a:srgbClr>
            </a:outerShdw>
          </a:effectLst>
        </p:spPr>
        <p:txBody>
          <a:bodyPr anchor="ctr"/>
          <a:lstStyle/>
          <a:p>
            <a:pPr algn="ctr"/>
            <a:r>
              <a:rPr lang="en-US" sz="1100" dirty="0"/>
              <a:t>Dock Code; Supplier Code / Exporter; Supplier Plant Code; Shipping Dock; Part No; Kanban No; Supplier / Exporter Name; Part Name; Volume Box; Conveyance; Status</a:t>
            </a:r>
            <a:endParaRPr lang="en-ID" sz="1100" dirty="0"/>
          </a:p>
        </p:txBody>
      </p:sp>
      <p:sp>
        <p:nvSpPr>
          <p:cNvPr id="71" name="Shape 6">
            <a:extLst>
              <a:ext uri="{FF2B5EF4-FFF2-40B4-BE49-F238E27FC236}">
                <a16:creationId xmlns:a16="http://schemas.microsoft.com/office/drawing/2014/main" id="{EB79FD78-BCC4-73E0-445F-46CC92BC8E06}"/>
              </a:ext>
            </a:extLst>
          </p:cNvPr>
          <p:cNvSpPr/>
          <p:nvPr/>
        </p:nvSpPr>
        <p:spPr>
          <a:xfrm>
            <a:off x="7921802" y="2932621"/>
            <a:ext cx="1249147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1B3A6B"/>
            </a:solidFill>
            <a:prstDash val="solid"/>
          </a:ln>
          <a:effectLst>
            <a:outerShdw blurRad="63500" dist="19050" dir="5400000" algn="bl" rotWithShape="0">
              <a:srgbClr val="000000">
                <a:alpha val="10000"/>
              </a:srgbClr>
            </a:outerShdw>
          </a:effectLst>
        </p:spPr>
        <p:txBody>
          <a:bodyPr anchor="ctr"/>
          <a:lstStyle/>
          <a:p>
            <a:pPr algn="ctr"/>
            <a:r>
              <a:rPr lang="en-US" sz="1100" dirty="0"/>
              <a:t>Volume Box</a:t>
            </a:r>
            <a:endParaRPr lang="en-ID" sz="1100" dirty="0"/>
          </a:p>
        </p:txBody>
      </p:sp>
      <p:sp>
        <p:nvSpPr>
          <p:cNvPr id="74" name="Shape 6">
            <a:extLst>
              <a:ext uri="{FF2B5EF4-FFF2-40B4-BE49-F238E27FC236}">
                <a16:creationId xmlns:a16="http://schemas.microsoft.com/office/drawing/2014/main" id="{85BB52B2-B866-4029-1C74-B6C1E1E3D199}"/>
              </a:ext>
            </a:extLst>
          </p:cNvPr>
          <p:cNvSpPr/>
          <p:nvPr/>
        </p:nvSpPr>
        <p:spPr>
          <a:xfrm>
            <a:off x="7270020" y="4912579"/>
            <a:ext cx="1303564" cy="384048"/>
          </a:xfrm>
          <a:prstGeom prst="roundRect">
            <a:avLst>
              <a:gd name="adj" fmla="val 14286"/>
            </a:avLst>
          </a:prstGeom>
          <a:noFill/>
          <a:ln w="19050">
            <a:noFill/>
            <a:prstDash val="solid"/>
          </a:ln>
          <a:effectLst>
            <a:outerShdw blurRad="63500" dist="19050" dir="5400000" algn="bl" rotWithShape="0">
              <a:srgbClr val="000000">
                <a:alpha val="10000"/>
              </a:srgbClr>
            </a:outerShdw>
          </a:effectLst>
        </p:spPr>
        <p:txBody>
          <a:bodyPr anchor="ctr"/>
          <a:lstStyle/>
          <a:p>
            <a:r>
              <a:rPr lang="en-US" sz="1100" dirty="0" err="1"/>
              <a:t>VlookUp</a:t>
            </a:r>
            <a:r>
              <a:rPr lang="en-US" sz="1100" dirty="0"/>
              <a:t> Data</a:t>
            </a:r>
            <a:endParaRPr lang="en-ID" sz="1100" dirty="0"/>
          </a:p>
        </p:txBody>
      </p:sp>
      <p:cxnSp>
        <p:nvCxnSpPr>
          <p:cNvPr id="95" name="Connector: Elbow 94">
            <a:extLst>
              <a:ext uri="{FF2B5EF4-FFF2-40B4-BE49-F238E27FC236}">
                <a16:creationId xmlns:a16="http://schemas.microsoft.com/office/drawing/2014/main" id="{71382763-EADB-FF35-2568-54A02373A7F6}"/>
              </a:ext>
            </a:extLst>
          </p:cNvPr>
          <p:cNvCxnSpPr>
            <a:stCxn id="70" idx="2"/>
            <a:endCxn id="71" idx="0"/>
          </p:cNvCxnSpPr>
          <p:nvPr/>
        </p:nvCxnSpPr>
        <p:spPr>
          <a:xfrm rot="16200000" flipH="1">
            <a:off x="8434050" y="2820295"/>
            <a:ext cx="223854" cy="797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0" name="Shape 6">
            <a:extLst>
              <a:ext uri="{FF2B5EF4-FFF2-40B4-BE49-F238E27FC236}">
                <a16:creationId xmlns:a16="http://schemas.microsoft.com/office/drawing/2014/main" id="{7C00E409-B2F2-0B0A-614F-92F4544ED505}"/>
              </a:ext>
            </a:extLst>
          </p:cNvPr>
          <p:cNvSpPr/>
          <p:nvPr/>
        </p:nvSpPr>
        <p:spPr>
          <a:xfrm>
            <a:off x="5506848" y="5038613"/>
            <a:ext cx="1249147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1B3A6B"/>
            </a:solidFill>
            <a:prstDash val="solid"/>
          </a:ln>
          <a:effectLst>
            <a:outerShdw blurRad="63500" dist="19050" dir="5400000" algn="bl" rotWithShape="0">
              <a:srgbClr val="000000">
                <a:alpha val="10000"/>
              </a:srgbClr>
            </a:outerShdw>
          </a:effectLst>
        </p:spPr>
        <p:txBody>
          <a:bodyPr anchor="ctr"/>
          <a:lstStyle/>
          <a:p>
            <a:pPr algn="ctr"/>
            <a:r>
              <a:rPr lang="en-US" sz="1100" dirty="0"/>
              <a:t>Data Skid Level</a:t>
            </a:r>
            <a:endParaRPr lang="en-ID" sz="1100" dirty="0"/>
          </a:p>
        </p:txBody>
      </p:sp>
      <p:cxnSp>
        <p:nvCxnSpPr>
          <p:cNvPr id="101" name="Connector: Elbow 100">
            <a:extLst>
              <a:ext uri="{FF2B5EF4-FFF2-40B4-BE49-F238E27FC236}">
                <a16:creationId xmlns:a16="http://schemas.microsoft.com/office/drawing/2014/main" id="{53EEF1AB-0DA7-78C1-E102-24D79275F321}"/>
              </a:ext>
            </a:extLst>
          </p:cNvPr>
          <p:cNvCxnSpPr>
            <a:cxnSpLocks/>
            <a:stCxn id="4" idx="2"/>
            <a:endCxn id="100" idx="1"/>
          </p:cNvCxnSpPr>
          <p:nvPr/>
        </p:nvCxnSpPr>
        <p:spPr>
          <a:xfrm rot="16200000" flipH="1">
            <a:off x="3640125" y="3363913"/>
            <a:ext cx="984389" cy="2749058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: Elbow 103">
            <a:extLst>
              <a:ext uri="{FF2B5EF4-FFF2-40B4-BE49-F238E27FC236}">
                <a16:creationId xmlns:a16="http://schemas.microsoft.com/office/drawing/2014/main" id="{C6629E93-C13A-85D7-3789-1474ADD90FB6}"/>
              </a:ext>
            </a:extLst>
          </p:cNvPr>
          <p:cNvCxnSpPr>
            <a:cxnSpLocks/>
            <a:stCxn id="71" idx="2"/>
            <a:endCxn id="100" idx="3"/>
          </p:cNvCxnSpPr>
          <p:nvPr/>
        </p:nvCxnSpPr>
        <p:spPr>
          <a:xfrm rot="5400000">
            <a:off x="6694202" y="3378463"/>
            <a:ext cx="1913968" cy="1790381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9" name="Shape 6">
            <a:extLst>
              <a:ext uri="{FF2B5EF4-FFF2-40B4-BE49-F238E27FC236}">
                <a16:creationId xmlns:a16="http://schemas.microsoft.com/office/drawing/2014/main" id="{6715E8D2-90CF-FC61-AFD3-90FA97B532DD}"/>
              </a:ext>
            </a:extLst>
          </p:cNvPr>
          <p:cNvSpPr/>
          <p:nvPr/>
        </p:nvSpPr>
        <p:spPr>
          <a:xfrm>
            <a:off x="4764141" y="5519082"/>
            <a:ext cx="2663718" cy="384048"/>
          </a:xfrm>
          <a:prstGeom prst="roundRect">
            <a:avLst>
              <a:gd name="adj" fmla="val 14286"/>
            </a:avLst>
          </a:prstGeom>
          <a:noFill/>
          <a:ln w="19050">
            <a:noFill/>
            <a:prstDash val="solid"/>
          </a:ln>
          <a:effectLst>
            <a:outerShdw blurRad="63500" dist="19050" dir="5400000" algn="bl" rotWithShape="0">
              <a:srgbClr val="000000">
                <a:alpha val="10000"/>
              </a:srgbClr>
            </a:outerShdw>
          </a:effectLst>
        </p:spPr>
        <p:txBody>
          <a:bodyPr anchor="ctr"/>
          <a:lstStyle/>
          <a:p>
            <a:pPr algn="ctr"/>
            <a:r>
              <a:rPr lang="en-US" sz="1100" dirty="0"/>
              <a:t>= Volume &gt; N+0,5m </a:t>
            </a:r>
          </a:p>
          <a:p>
            <a:pPr algn="ctr"/>
            <a:r>
              <a:rPr lang="en-US" sz="1100" dirty="0"/>
              <a:t>= N+1 skid</a:t>
            </a:r>
            <a:endParaRPr lang="en-ID" sz="1100" dirty="0"/>
          </a:p>
        </p:txBody>
      </p:sp>
    </p:spTree>
    <p:extLst>
      <p:ext uri="{BB962C8B-B14F-4D97-AF65-F5344CB8AC3E}">
        <p14:creationId xmlns:p14="http://schemas.microsoft.com/office/powerpoint/2010/main" val="34868303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BC3B42-1185-B66C-3F51-868212ACF3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Shape 8">
            <a:extLst>
              <a:ext uri="{FF2B5EF4-FFF2-40B4-BE49-F238E27FC236}">
                <a16:creationId xmlns:a16="http://schemas.microsoft.com/office/drawing/2014/main" id="{2DD26DE4-0AFA-5FAE-DEF4-F857D93A292C}"/>
              </a:ext>
            </a:extLst>
          </p:cNvPr>
          <p:cNvSpPr/>
          <p:nvPr/>
        </p:nvSpPr>
        <p:spPr>
          <a:xfrm>
            <a:off x="3383280" y="189863"/>
            <a:ext cx="5486400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D5DBE3"/>
            </a:solidFill>
            <a:prstDash val="solid"/>
          </a:ln>
        </p:spPr>
        <p:txBody>
          <a:bodyPr/>
          <a:lstStyle/>
          <a:p>
            <a:pPr algn="ctr"/>
            <a:r>
              <a:rPr lang="en-US" dirty="0" err="1"/>
              <a:t>Konsep</a:t>
            </a:r>
            <a:r>
              <a:rPr lang="en-US" dirty="0"/>
              <a:t> Flow Data Unload</a:t>
            </a:r>
            <a:endParaRPr lang="en-ID" dirty="0"/>
          </a:p>
        </p:txBody>
      </p:sp>
      <p:sp>
        <p:nvSpPr>
          <p:cNvPr id="57" name="Shape 5">
            <a:extLst>
              <a:ext uri="{FF2B5EF4-FFF2-40B4-BE49-F238E27FC236}">
                <a16:creationId xmlns:a16="http://schemas.microsoft.com/office/drawing/2014/main" id="{A5F7D202-3DED-CEBD-E89A-E451EE0514B0}"/>
              </a:ext>
            </a:extLst>
          </p:cNvPr>
          <p:cNvSpPr/>
          <p:nvPr/>
        </p:nvSpPr>
        <p:spPr>
          <a:xfrm>
            <a:off x="163808" y="864118"/>
            <a:ext cx="11846484" cy="5668567"/>
          </a:xfrm>
          <a:prstGeom prst="roundRect">
            <a:avLst>
              <a:gd name="adj" fmla="val 1462"/>
            </a:avLst>
          </a:prstGeom>
          <a:solidFill>
            <a:srgbClr val="EAF1FA"/>
          </a:solidFill>
          <a:ln w="12700">
            <a:solidFill>
              <a:srgbClr val="C5D5EA"/>
            </a:solidFill>
            <a:prstDash val="solid"/>
          </a:ln>
          <a:effectLst>
            <a:outerShdw blurRad="63500" dist="1905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4" name="Shape 14">
            <a:extLst>
              <a:ext uri="{FF2B5EF4-FFF2-40B4-BE49-F238E27FC236}">
                <a16:creationId xmlns:a16="http://schemas.microsoft.com/office/drawing/2014/main" id="{6C57C4CF-D82F-53B4-FC91-BA7CADE18E59}"/>
              </a:ext>
            </a:extLst>
          </p:cNvPr>
          <p:cNvSpPr/>
          <p:nvPr/>
        </p:nvSpPr>
        <p:spPr>
          <a:xfrm>
            <a:off x="372402" y="1321370"/>
            <a:ext cx="3232538" cy="3215461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12700">
            <a:solidFill>
              <a:srgbClr val="FFFF00"/>
            </a:solidFill>
            <a:prstDash val="solid"/>
          </a:ln>
          <a:effectLst>
            <a:outerShdw blurRad="63500" dist="1905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3" name="Shape 6">
            <a:extLst>
              <a:ext uri="{FF2B5EF4-FFF2-40B4-BE49-F238E27FC236}">
                <a16:creationId xmlns:a16="http://schemas.microsoft.com/office/drawing/2014/main" id="{467FBA17-7C2A-77CF-3EDB-70493247EF7D}"/>
              </a:ext>
            </a:extLst>
          </p:cNvPr>
          <p:cNvSpPr/>
          <p:nvPr/>
        </p:nvSpPr>
        <p:spPr>
          <a:xfrm>
            <a:off x="533400" y="1404304"/>
            <a:ext cx="1787748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9050">
            <a:solidFill>
              <a:srgbClr val="1B3A6B"/>
            </a:solidFill>
            <a:prstDash val="solid"/>
          </a:ln>
          <a:effectLst>
            <a:outerShdw blurRad="63500" dist="19050" dir="5400000" algn="bl" rotWithShape="0">
              <a:srgbClr val="000000">
                <a:alpha val="10000"/>
              </a:srgbClr>
            </a:outerShdw>
          </a:effectLst>
        </p:spPr>
        <p:txBody>
          <a:bodyPr anchor="ctr"/>
          <a:lstStyle/>
          <a:p>
            <a:pPr algn="ctr"/>
            <a:r>
              <a:rPr lang="en-US" sz="1100" b="1" dirty="0"/>
              <a:t>Data Skid Level</a:t>
            </a:r>
            <a:endParaRPr lang="en-ID" sz="1100" b="1" dirty="0"/>
          </a:p>
        </p:txBody>
      </p:sp>
      <p:sp>
        <p:nvSpPr>
          <p:cNvPr id="26" name="Shape 6">
            <a:extLst>
              <a:ext uri="{FF2B5EF4-FFF2-40B4-BE49-F238E27FC236}">
                <a16:creationId xmlns:a16="http://schemas.microsoft.com/office/drawing/2014/main" id="{44D5D3F1-D33B-C23E-E5FF-9E3F1FE3D377}"/>
              </a:ext>
            </a:extLst>
          </p:cNvPr>
          <p:cNvSpPr/>
          <p:nvPr/>
        </p:nvSpPr>
        <p:spPr>
          <a:xfrm>
            <a:off x="2724817" y="1424024"/>
            <a:ext cx="1303564" cy="384048"/>
          </a:xfrm>
          <a:prstGeom prst="roundRect">
            <a:avLst>
              <a:gd name="adj" fmla="val 14286"/>
            </a:avLst>
          </a:prstGeom>
          <a:noFill/>
          <a:ln w="19050">
            <a:noFill/>
            <a:prstDash val="solid"/>
          </a:ln>
          <a:effectLst>
            <a:outerShdw blurRad="63500" dist="19050" dir="5400000" algn="bl" rotWithShape="0">
              <a:srgbClr val="000000">
                <a:alpha val="10000"/>
              </a:srgbClr>
            </a:outerShdw>
          </a:effectLst>
        </p:spPr>
        <p:txBody>
          <a:bodyPr anchor="ctr"/>
          <a:lstStyle/>
          <a:p>
            <a:r>
              <a:rPr lang="en-US" sz="1100" dirty="0"/>
              <a:t>DB Plane</a:t>
            </a:r>
            <a:endParaRPr lang="en-ID" sz="1100" dirty="0"/>
          </a:p>
        </p:txBody>
      </p:sp>
      <p:sp>
        <p:nvSpPr>
          <p:cNvPr id="23" name="Shape 8">
            <a:extLst>
              <a:ext uri="{FF2B5EF4-FFF2-40B4-BE49-F238E27FC236}">
                <a16:creationId xmlns:a16="http://schemas.microsoft.com/office/drawing/2014/main" id="{57E64679-2EE8-7BBB-FAB4-BBA30AE7CD41}"/>
              </a:ext>
            </a:extLst>
          </p:cNvPr>
          <p:cNvSpPr/>
          <p:nvPr/>
        </p:nvSpPr>
        <p:spPr>
          <a:xfrm>
            <a:off x="420760" y="732804"/>
            <a:ext cx="2129493" cy="262629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5DBE3"/>
            </a:solidFill>
            <a:prstDash val="solid"/>
          </a:ln>
        </p:spPr>
        <p:txBody>
          <a:bodyPr/>
          <a:lstStyle/>
          <a:p>
            <a:pPr algn="ctr"/>
            <a:r>
              <a:rPr lang="en-US" sz="1200" dirty="0"/>
              <a:t>Upload File</a:t>
            </a:r>
            <a:endParaRPr lang="en-ID" sz="1200" dirty="0"/>
          </a:p>
        </p:txBody>
      </p:sp>
      <p:sp>
        <p:nvSpPr>
          <p:cNvPr id="63" name="Shape 14">
            <a:extLst>
              <a:ext uri="{FF2B5EF4-FFF2-40B4-BE49-F238E27FC236}">
                <a16:creationId xmlns:a16="http://schemas.microsoft.com/office/drawing/2014/main" id="{9B706489-4EEA-1475-639F-B9E8DB396930}"/>
              </a:ext>
            </a:extLst>
          </p:cNvPr>
          <p:cNvSpPr/>
          <p:nvPr/>
        </p:nvSpPr>
        <p:spPr>
          <a:xfrm>
            <a:off x="3846272" y="1321370"/>
            <a:ext cx="4600553" cy="3215461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12700">
            <a:solidFill>
              <a:srgbClr val="FFFF00"/>
            </a:solidFill>
            <a:prstDash val="solid"/>
          </a:ln>
          <a:effectLst>
            <a:outerShdw blurRad="63500" dist="1905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64" name="Shape 6">
            <a:extLst>
              <a:ext uri="{FF2B5EF4-FFF2-40B4-BE49-F238E27FC236}">
                <a16:creationId xmlns:a16="http://schemas.microsoft.com/office/drawing/2014/main" id="{46BEC8BF-7057-2F73-0989-581A76E050C5}"/>
              </a:ext>
            </a:extLst>
          </p:cNvPr>
          <p:cNvSpPr/>
          <p:nvPr/>
        </p:nvSpPr>
        <p:spPr>
          <a:xfrm>
            <a:off x="4007271" y="1404304"/>
            <a:ext cx="1787748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9050">
            <a:solidFill>
              <a:srgbClr val="1B3A6B"/>
            </a:solidFill>
            <a:prstDash val="solid"/>
          </a:ln>
          <a:effectLst>
            <a:outerShdw blurRad="63500" dist="19050" dir="5400000" algn="bl" rotWithShape="0">
              <a:srgbClr val="000000">
                <a:alpha val="10000"/>
              </a:srgbClr>
            </a:outerShdw>
          </a:effectLst>
        </p:spPr>
        <p:txBody>
          <a:bodyPr anchor="ctr"/>
          <a:lstStyle/>
          <a:p>
            <a:pPr algn="ctr"/>
            <a:r>
              <a:rPr lang="en-US" sz="1100" b="1" dirty="0"/>
              <a:t>Master Part</a:t>
            </a:r>
            <a:endParaRPr lang="en-ID" sz="1100" b="1" dirty="0"/>
          </a:p>
        </p:txBody>
      </p:sp>
      <p:pic>
        <p:nvPicPr>
          <p:cNvPr id="67" name="Picture 66">
            <a:extLst>
              <a:ext uri="{FF2B5EF4-FFF2-40B4-BE49-F238E27FC236}">
                <a16:creationId xmlns:a16="http://schemas.microsoft.com/office/drawing/2014/main" id="{8AA8CA30-C45A-9DA6-2F46-3BE0B7F03D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64125" y="1443745"/>
            <a:ext cx="344607" cy="344607"/>
          </a:xfrm>
          <a:prstGeom prst="rect">
            <a:avLst/>
          </a:prstGeom>
        </p:spPr>
      </p:pic>
      <p:sp>
        <p:nvSpPr>
          <p:cNvPr id="69" name="Shape 6">
            <a:extLst>
              <a:ext uri="{FF2B5EF4-FFF2-40B4-BE49-F238E27FC236}">
                <a16:creationId xmlns:a16="http://schemas.microsoft.com/office/drawing/2014/main" id="{53A6758D-4689-EBC0-7993-D41BB28CB053}"/>
              </a:ext>
            </a:extLst>
          </p:cNvPr>
          <p:cNvSpPr/>
          <p:nvPr/>
        </p:nvSpPr>
        <p:spPr>
          <a:xfrm>
            <a:off x="6198688" y="1424024"/>
            <a:ext cx="1303564" cy="384048"/>
          </a:xfrm>
          <a:prstGeom prst="roundRect">
            <a:avLst>
              <a:gd name="adj" fmla="val 14286"/>
            </a:avLst>
          </a:prstGeom>
          <a:noFill/>
          <a:ln w="19050">
            <a:noFill/>
            <a:prstDash val="solid"/>
          </a:ln>
          <a:effectLst>
            <a:outerShdw blurRad="63500" dist="19050" dir="5400000" algn="bl" rotWithShape="0">
              <a:srgbClr val="000000">
                <a:alpha val="10000"/>
              </a:srgbClr>
            </a:outerShdw>
          </a:effectLst>
        </p:spPr>
        <p:txBody>
          <a:bodyPr anchor="ctr"/>
          <a:lstStyle/>
          <a:p>
            <a:r>
              <a:rPr lang="en-US" sz="1100" dirty="0"/>
              <a:t>Engset </a:t>
            </a:r>
            <a:r>
              <a:rPr lang="en-US" sz="1100" dirty="0" err="1"/>
              <a:t>Tunjung</a:t>
            </a:r>
            <a:endParaRPr lang="en-ID" sz="1100" dirty="0"/>
          </a:p>
        </p:txBody>
      </p:sp>
      <p:sp>
        <p:nvSpPr>
          <p:cNvPr id="5" name="Flowchart: Magnetic Disk 4">
            <a:extLst>
              <a:ext uri="{FF2B5EF4-FFF2-40B4-BE49-F238E27FC236}">
                <a16:creationId xmlns:a16="http://schemas.microsoft.com/office/drawing/2014/main" id="{E13AB17D-9AE5-337D-7BC5-086601532759}"/>
              </a:ext>
            </a:extLst>
          </p:cNvPr>
          <p:cNvSpPr/>
          <p:nvPr/>
        </p:nvSpPr>
        <p:spPr>
          <a:xfrm>
            <a:off x="2404371" y="1510176"/>
            <a:ext cx="250740" cy="172304"/>
          </a:xfrm>
          <a:prstGeom prst="flowChartMagneticDisk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0" name="Shape 6">
            <a:extLst>
              <a:ext uri="{FF2B5EF4-FFF2-40B4-BE49-F238E27FC236}">
                <a16:creationId xmlns:a16="http://schemas.microsoft.com/office/drawing/2014/main" id="{98FC385A-BC1E-DF62-0AB7-89BAFD00C2D0}"/>
              </a:ext>
            </a:extLst>
          </p:cNvPr>
          <p:cNvSpPr/>
          <p:nvPr/>
        </p:nvSpPr>
        <p:spPr>
          <a:xfrm>
            <a:off x="802700" y="1985624"/>
            <a:ext cx="1249147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1B3A6B"/>
            </a:solidFill>
            <a:prstDash val="solid"/>
          </a:ln>
          <a:effectLst>
            <a:outerShdw blurRad="63500" dist="19050" dir="5400000" algn="bl" rotWithShape="0">
              <a:srgbClr val="000000">
                <a:alpha val="10000"/>
              </a:srgbClr>
            </a:outerShdw>
          </a:effectLst>
        </p:spPr>
        <p:txBody>
          <a:bodyPr anchor="ctr"/>
          <a:lstStyle/>
          <a:p>
            <a:pPr algn="ctr"/>
            <a:r>
              <a:rPr lang="en-US" sz="1100" dirty="0"/>
              <a:t>Data Skid Level</a:t>
            </a:r>
            <a:endParaRPr lang="en-ID" sz="1100" dirty="0"/>
          </a:p>
        </p:txBody>
      </p:sp>
      <p:sp>
        <p:nvSpPr>
          <p:cNvPr id="20" name="Shape 6">
            <a:extLst>
              <a:ext uri="{FF2B5EF4-FFF2-40B4-BE49-F238E27FC236}">
                <a16:creationId xmlns:a16="http://schemas.microsoft.com/office/drawing/2014/main" id="{C5E6E3C7-33D8-0741-8BEC-F5897D81F8CB}"/>
              </a:ext>
            </a:extLst>
          </p:cNvPr>
          <p:cNvSpPr/>
          <p:nvPr/>
        </p:nvSpPr>
        <p:spPr>
          <a:xfrm>
            <a:off x="4161963" y="1975434"/>
            <a:ext cx="4131427" cy="733333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1B3A6B"/>
            </a:solidFill>
            <a:prstDash val="solid"/>
          </a:ln>
          <a:effectLst>
            <a:outerShdw blurRad="63500" dist="19050" dir="5400000" algn="bl" rotWithShape="0">
              <a:srgbClr val="000000">
                <a:alpha val="10000"/>
              </a:srgbClr>
            </a:outerShdw>
          </a:effectLst>
        </p:spPr>
        <p:txBody>
          <a:bodyPr anchor="ctr"/>
          <a:lstStyle/>
          <a:p>
            <a:pPr algn="ctr"/>
            <a:r>
              <a:rPr lang="en-US" sz="1100" dirty="0"/>
              <a:t>Dock Code; Supplier Code / Exporter; Supplier Plant Code; Shipping Dock; Part No; Kanban No; Supplier / Exporter Name; Part Name; Volume Box; Conveyance; Status</a:t>
            </a:r>
            <a:endParaRPr lang="en-ID" sz="1100" dirty="0"/>
          </a:p>
        </p:txBody>
      </p:sp>
      <p:sp>
        <p:nvSpPr>
          <p:cNvPr id="22" name="Shape 6">
            <a:extLst>
              <a:ext uri="{FF2B5EF4-FFF2-40B4-BE49-F238E27FC236}">
                <a16:creationId xmlns:a16="http://schemas.microsoft.com/office/drawing/2014/main" id="{BD06ADC5-4DEA-77CB-E612-1484DA8145A1}"/>
              </a:ext>
            </a:extLst>
          </p:cNvPr>
          <p:cNvSpPr/>
          <p:nvPr/>
        </p:nvSpPr>
        <p:spPr>
          <a:xfrm>
            <a:off x="4162304" y="2952751"/>
            <a:ext cx="1249147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1B3A6B"/>
            </a:solidFill>
            <a:prstDash val="solid"/>
          </a:ln>
          <a:effectLst>
            <a:outerShdw blurRad="63500" dist="19050" dir="5400000" algn="bl" rotWithShape="0">
              <a:srgbClr val="000000">
                <a:alpha val="10000"/>
              </a:srgbClr>
            </a:outerShdw>
          </a:effectLst>
        </p:spPr>
        <p:txBody>
          <a:bodyPr anchor="ctr"/>
          <a:lstStyle/>
          <a:p>
            <a:pPr algn="ctr"/>
            <a:r>
              <a:rPr lang="en-US" sz="1100" dirty="0"/>
              <a:t>Status</a:t>
            </a:r>
            <a:endParaRPr lang="en-ID" sz="1100" dirty="0"/>
          </a:p>
        </p:txBody>
      </p:sp>
      <p:sp>
        <p:nvSpPr>
          <p:cNvPr id="30" name="Shape 6">
            <a:extLst>
              <a:ext uri="{FF2B5EF4-FFF2-40B4-BE49-F238E27FC236}">
                <a16:creationId xmlns:a16="http://schemas.microsoft.com/office/drawing/2014/main" id="{70DFB7DC-B644-9927-C68C-BEDB5F4F46AF}"/>
              </a:ext>
            </a:extLst>
          </p:cNvPr>
          <p:cNvSpPr/>
          <p:nvPr/>
        </p:nvSpPr>
        <p:spPr>
          <a:xfrm>
            <a:off x="466214" y="2579678"/>
            <a:ext cx="1922118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1B3A6B"/>
            </a:solidFill>
            <a:prstDash val="solid"/>
          </a:ln>
          <a:effectLst>
            <a:outerShdw blurRad="63500" dist="19050" dir="5400000" algn="bl" rotWithShape="0">
              <a:srgbClr val="000000">
                <a:alpha val="10000"/>
              </a:srgbClr>
            </a:outerShdw>
          </a:effectLst>
        </p:spPr>
        <p:txBody>
          <a:bodyPr anchor="ctr"/>
          <a:lstStyle/>
          <a:p>
            <a:pPr algn="ctr"/>
            <a:r>
              <a:rPr lang="en-US" sz="1100" dirty="0" err="1"/>
              <a:t>MROS;Conveyance</a:t>
            </a:r>
            <a:r>
              <a:rPr lang="en-US" sz="1100" dirty="0"/>
              <a:t> Route</a:t>
            </a:r>
            <a:endParaRPr lang="en-ID" sz="1100" dirty="0"/>
          </a:p>
        </p:txBody>
      </p:sp>
      <p:cxnSp>
        <p:nvCxnSpPr>
          <p:cNvPr id="31" name="Connector: Elbow 30">
            <a:extLst>
              <a:ext uri="{FF2B5EF4-FFF2-40B4-BE49-F238E27FC236}">
                <a16:creationId xmlns:a16="http://schemas.microsoft.com/office/drawing/2014/main" id="{4A88E1E0-DF19-3D85-5F73-8F89AA573B07}"/>
              </a:ext>
            </a:extLst>
          </p:cNvPr>
          <p:cNvCxnSpPr>
            <a:cxnSpLocks/>
            <a:stCxn id="20" idx="2"/>
            <a:endCxn id="22" idx="0"/>
          </p:cNvCxnSpPr>
          <p:nvPr/>
        </p:nvCxnSpPr>
        <p:spPr>
          <a:xfrm rot="5400000">
            <a:off x="5385286" y="2110360"/>
            <a:ext cx="243984" cy="1440799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: Elbow 33">
            <a:extLst>
              <a:ext uri="{FF2B5EF4-FFF2-40B4-BE49-F238E27FC236}">
                <a16:creationId xmlns:a16="http://schemas.microsoft.com/office/drawing/2014/main" id="{7DCDED9E-1B6C-D440-F2FE-B6CD32FE334A}"/>
              </a:ext>
            </a:extLst>
          </p:cNvPr>
          <p:cNvCxnSpPr>
            <a:cxnSpLocks/>
            <a:stCxn id="10" idx="2"/>
            <a:endCxn id="30" idx="0"/>
          </p:cNvCxnSpPr>
          <p:nvPr/>
        </p:nvCxnSpPr>
        <p:spPr>
          <a:xfrm rot="5400000">
            <a:off x="1322271" y="2474675"/>
            <a:ext cx="210006" cy="1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Shape 6">
            <a:extLst>
              <a:ext uri="{FF2B5EF4-FFF2-40B4-BE49-F238E27FC236}">
                <a16:creationId xmlns:a16="http://schemas.microsoft.com/office/drawing/2014/main" id="{F4A45DDC-060D-8519-A09B-F760FEC302B4}"/>
              </a:ext>
            </a:extLst>
          </p:cNvPr>
          <p:cNvSpPr/>
          <p:nvPr/>
        </p:nvSpPr>
        <p:spPr>
          <a:xfrm>
            <a:off x="1565297" y="2321192"/>
            <a:ext cx="1303564" cy="384048"/>
          </a:xfrm>
          <a:prstGeom prst="roundRect">
            <a:avLst>
              <a:gd name="adj" fmla="val 14286"/>
            </a:avLst>
          </a:prstGeom>
          <a:noFill/>
          <a:ln w="19050">
            <a:noFill/>
            <a:prstDash val="solid"/>
          </a:ln>
          <a:effectLst>
            <a:outerShdw blurRad="63500" dist="19050" dir="5400000" algn="bl" rotWithShape="0">
              <a:srgbClr val="000000">
                <a:alpha val="10000"/>
              </a:srgbClr>
            </a:outerShdw>
          </a:effectLst>
        </p:spPr>
        <p:txBody>
          <a:bodyPr anchor="ctr"/>
          <a:lstStyle/>
          <a:p>
            <a:r>
              <a:rPr lang="en-US" sz="1100" dirty="0"/>
              <a:t>Grouping</a:t>
            </a:r>
            <a:endParaRPr lang="en-ID" sz="1100" dirty="0"/>
          </a:p>
        </p:txBody>
      </p:sp>
      <p:cxnSp>
        <p:nvCxnSpPr>
          <p:cNvPr id="7" name="Connector: Elbow 6">
            <a:extLst>
              <a:ext uri="{FF2B5EF4-FFF2-40B4-BE49-F238E27FC236}">
                <a16:creationId xmlns:a16="http://schemas.microsoft.com/office/drawing/2014/main" id="{28903214-3913-ABAE-D2F9-F214C4694E71}"/>
              </a:ext>
            </a:extLst>
          </p:cNvPr>
          <p:cNvCxnSpPr>
            <a:stCxn id="22" idx="2"/>
            <a:endCxn id="30" idx="3"/>
          </p:cNvCxnSpPr>
          <p:nvPr/>
        </p:nvCxnSpPr>
        <p:spPr>
          <a:xfrm rot="5400000" flipH="1">
            <a:off x="3305056" y="1854978"/>
            <a:ext cx="565097" cy="2398546"/>
          </a:xfrm>
          <a:prstGeom prst="bentConnector4">
            <a:avLst>
              <a:gd name="adj1" fmla="val -40453"/>
              <a:gd name="adj2" fmla="val 6302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Shape 6">
            <a:extLst>
              <a:ext uri="{FF2B5EF4-FFF2-40B4-BE49-F238E27FC236}">
                <a16:creationId xmlns:a16="http://schemas.microsoft.com/office/drawing/2014/main" id="{72505C04-7FC7-EDC2-DBE7-4AEEFCDA1BE6}"/>
              </a:ext>
            </a:extLst>
          </p:cNvPr>
          <p:cNvSpPr/>
          <p:nvPr/>
        </p:nvSpPr>
        <p:spPr>
          <a:xfrm>
            <a:off x="12542878" y="4344807"/>
            <a:ext cx="1249147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1B3A6B"/>
            </a:solidFill>
            <a:prstDash val="solid"/>
          </a:ln>
          <a:effectLst>
            <a:outerShdw blurRad="63500" dist="19050" dir="5400000" algn="bl" rotWithShape="0">
              <a:srgbClr val="000000">
                <a:alpha val="10000"/>
              </a:srgbClr>
            </a:outerShdw>
          </a:effectLst>
        </p:spPr>
        <p:txBody>
          <a:bodyPr anchor="ctr"/>
          <a:lstStyle/>
          <a:p>
            <a:pPr algn="ctr"/>
            <a:r>
              <a:rPr lang="en-US" sz="1100" dirty="0"/>
              <a:t>Data Skid Level</a:t>
            </a:r>
            <a:endParaRPr lang="en-ID" sz="1100" dirty="0"/>
          </a:p>
        </p:txBody>
      </p:sp>
      <p:sp>
        <p:nvSpPr>
          <p:cNvPr id="11" name="Shape 14">
            <a:extLst>
              <a:ext uri="{FF2B5EF4-FFF2-40B4-BE49-F238E27FC236}">
                <a16:creationId xmlns:a16="http://schemas.microsoft.com/office/drawing/2014/main" id="{2E704291-4120-A8B6-0568-6D655294B7F2}"/>
              </a:ext>
            </a:extLst>
          </p:cNvPr>
          <p:cNvSpPr/>
          <p:nvPr/>
        </p:nvSpPr>
        <p:spPr>
          <a:xfrm>
            <a:off x="8603855" y="1309508"/>
            <a:ext cx="3232538" cy="3215461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12700">
            <a:solidFill>
              <a:srgbClr val="FFFF00"/>
            </a:solidFill>
            <a:prstDash val="solid"/>
          </a:ln>
          <a:effectLst>
            <a:outerShdw blurRad="63500" dist="1905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2" name="Shape 6">
            <a:extLst>
              <a:ext uri="{FF2B5EF4-FFF2-40B4-BE49-F238E27FC236}">
                <a16:creationId xmlns:a16="http://schemas.microsoft.com/office/drawing/2014/main" id="{FDD7D1EB-0A0C-5BEA-4ACE-8652CCD80BDE}"/>
              </a:ext>
            </a:extLst>
          </p:cNvPr>
          <p:cNvSpPr/>
          <p:nvPr/>
        </p:nvSpPr>
        <p:spPr>
          <a:xfrm>
            <a:off x="8764853" y="1392442"/>
            <a:ext cx="1787748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9050">
            <a:solidFill>
              <a:srgbClr val="1B3A6B"/>
            </a:solidFill>
            <a:prstDash val="solid"/>
          </a:ln>
          <a:effectLst>
            <a:outerShdw blurRad="63500" dist="19050" dir="5400000" algn="bl" rotWithShape="0">
              <a:srgbClr val="000000">
                <a:alpha val="10000"/>
              </a:srgbClr>
            </a:outerShdw>
          </a:effectLst>
        </p:spPr>
        <p:txBody>
          <a:bodyPr anchor="ctr"/>
          <a:lstStyle/>
          <a:p>
            <a:pPr algn="ctr"/>
            <a:r>
              <a:rPr lang="en-US" sz="1100" b="1" dirty="0"/>
              <a:t>Master Unload </a:t>
            </a:r>
            <a:r>
              <a:rPr lang="en-US" sz="1100" b="1" dirty="0" err="1"/>
              <a:t>Patern</a:t>
            </a:r>
            <a:endParaRPr lang="en-ID" sz="1100" b="1" dirty="0"/>
          </a:p>
        </p:txBody>
      </p:sp>
      <p:sp>
        <p:nvSpPr>
          <p:cNvPr id="13" name="Flowchart: Magnetic Disk 12">
            <a:extLst>
              <a:ext uri="{FF2B5EF4-FFF2-40B4-BE49-F238E27FC236}">
                <a16:creationId xmlns:a16="http://schemas.microsoft.com/office/drawing/2014/main" id="{8B860951-E604-5214-CD59-97A661C7F3EA}"/>
              </a:ext>
            </a:extLst>
          </p:cNvPr>
          <p:cNvSpPr/>
          <p:nvPr/>
        </p:nvSpPr>
        <p:spPr>
          <a:xfrm>
            <a:off x="10635824" y="1498314"/>
            <a:ext cx="250740" cy="172304"/>
          </a:xfrm>
          <a:prstGeom prst="flowChartMagneticDisk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4" name="Shape 6">
            <a:extLst>
              <a:ext uri="{FF2B5EF4-FFF2-40B4-BE49-F238E27FC236}">
                <a16:creationId xmlns:a16="http://schemas.microsoft.com/office/drawing/2014/main" id="{F2CD2EA5-33B6-5E1D-25B8-19BDC37B770F}"/>
              </a:ext>
            </a:extLst>
          </p:cNvPr>
          <p:cNvSpPr/>
          <p:nvPr/>
        </p:nvSpPr>
        <p:spPr>
          <a:xfrm>
            <a:off x="9034153" y="1973762"/>
            <a:ext cx="2529490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1B3A6B"/>
            </a:solidFill>
            <a:prstDash val="solid"/>
          </a:ln>
          <a:effectLst>
            <a:outerShdw blurRad="63500" dist="19050" dir="5400000" algn="bl" rotWithShape="0">
              <a:srgbClr val="000000">
                <a:alpha val="10000"/>
              </a:srgbClr>
            </a:outerShdw>
          </a:effectLst>
        </p:spPr>
        <p:txBody>
          <a:bodyPr anchor="ctr"/>
          <a:lstStyle/>
          <a:p>
            <a:pPr algn="ctr"/>
            <a:r>
              <a:rPr lang="en-US" sz="1100" dirty="0"/>
              <a:t>Data Supplier </a:t>
            </a:r>
            <a:r>
              <a:rPr lang="en-US" sz="1100" dirty="0" err="1"/>
              <a:t>Setiap</a:t>
            </a:r>
            <a:r>
              <a:rPr lang="en-US" sz="1100" dirty="0"/>
              <a:t> Route</a:t>
            </a:r>
            <a:endParaRPr lang="en-ID" sz="1100" dirty="0"/>
          </a:p>
        </p:txBody>
      </p:sp>
      <p:sp>
        <p:nvSpPr>
          <p:cNvPr id="15" name="Shape 6">
            <a:extLst>
              <a:ext uri="{FF2B5EF4-FFF2-40B4-BE49-F238E27FC236}">
                <a16:creationId xmlns:a16="http://schemas.microsoft.com/office/drawing/2014/main" id="{43AA559E-19F0-491A-CB6E-98707FE2F4C6}"/>
              </a:ext>
            </a:extLst>
          </p:cNvPr>
          <p:cNvSpPr/>
          <p:nvPr/>
        </p:nvSpPr>
        <p:spPr>
          <a:xfrm>
            <a:off x="9337373" y="3097087"/>
            <a:ext cx="1922118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1B3A6B"/>
            </a:solidFill>
            <a:prstDash val="solid"/>
          </a:ln>
          <a:effectLst>
            <a:outerShdw blurRad="63500" dist="19050" dir="5400000" algn="bl" rotWithShape="0">
              <a:srgbClr val="000000">
                <a:alpha val="10000"/>
              </a:srgbClr>
            </a:outerShdw>
          </a:effectLst>
        </p:spPr>
        <p:txBody>
          <a:bodyPr anchor="ctr"/>
          <a:lstStyle/>
          <a:p>
            <a:pPr algn="ctr"/>
            <a:r>
              <a:rPr lang="en-US" sz="1100" dirty="0" err="1"/>
              <a:t>Patern</a:t>
            </a:r>
            <a:r>
              <a:rPr lang="en-US" sz="1100" dirty="0"/>
              <a:t> Unload / Route</a:t>
            </a:r>
            <a:endParaRPr lang="en-ID" sz="1100" dirty="0"/>
          </a:p>
        </p:txBody>
      </p:sp>
      <p:cxnSp>
        <p:nvCxnSpPr>
          <p:cNvPr id="16" name="Connector: Elbow 15">
            <a:extLst>
              <a:ext uri="{FF2B5EF4-FFF2-40B4-BE49-F238E27FC236}">
                <a16:creationId xmlns:a16="http://schemas.microsoft.com/office/drawing/2014/main" id="{BB54D48B-B9AF-E728-0199-2D9D5CA6F684}"/>
              </a:ext>
            </a:extLst>
          </p:cNvPr>
          <p:cNvCxnSpPr>
            <a:cxnSpLocks/>
            <a:stCxn id="14" idx="2"/>
            <a:endCxn id="15" idx="0"/>
          </p:cNvCxnSpPr>
          <p:nvPr/>
        </p:nvCxnSpPr>
        <p:spPr>
          <a:xfrm rot="5400000">
            <a:off x="9929027" y="2727215"/>
            <a:ext cx="739277" cy="466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Shape 6">
            <a:extLst>
              <a:ext uri="{FF2B5EF4-FFF2-40B4-BE49-F238E27FC236}">
                <a16:creationId xmlns:a16="http://schemas.microsoft.com/office/drawing/2014/main" id="{D5A08A5F-C68B-D996-2863-CC38551AB810}"/>
              </a:ext>
            </a:extLst>
          </p:cNvPr>
          <p:cNvSpPr/>
          <p:nvPr/>
        </p:nvSpPr>
        <p:spPr>
          <a:xfrm>
            <a:off x="6227679" y="2930078"/>
            <a:ext cx="2065712" cy="384049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1B3A6B"/>
            </a:solidFill>
            <a:prstDash val="solid"/>
          </a:ln>
          <a:effectLst>
            <a:outerShdw blurRad="63500" dist="19050" dir="5400000" algn="bl" rotWithShape="0">
              <a:srgbClr val="000000">
                <a:alpha val="10000"/>
              </a:srgbClr>
            </a:outerShdw>
          </a:effectLst>
        </p:spPr>
        <p:txBody>
          <a:bodyPr anchor="ctr"/>
          <a:lstStyle/>
          <a:p>
            <a:pPr algn="ctr"/>
            <a:r>
              <a:rPr lang="en-US" sz="1100" dirty="0"/>
              <a:t>Supplier </a:t>
            </a:r>
            <a:r>
              <a:rPr lang="en-US" sz="1100" dirty="0" err="1"/>
              <a:t>Code;Conveyance</a:t>
            </a:r>
            <a:endParaRPr lang="en-ID" sz="1100" dirty="0"/>
          </a:p>
        </p:txBody>
      </p:sp>
      <p:cxnSp>
        <p:nvCxnSpPr>
          <p:cNvPr id="25" name="Connector: Elbow 24">
            <a:extLst>
              <a:ext uri="{FF2B5EF4-FFF2-40B4-BE49-F238E27FC236}">
                <a16:creationId xmlns:a16="http://schemas.microsoft.com/office/drawing/2014/main" id="{5FD4086D-328D-081E-9AA2-75F0626A0E66}"/>
              </a:ext>
            </a:extLst>
          </p:cNvPr>
          <p:cNvCxnSpPr>
            <a:cxnSpLocks/>
            <a:stCxn id="20" idx="2"/>
            <a:endCxn id="24" idx="0"/>
          </p:cNvCxnSpPr>
          <p:nvPr/>
        </p:nvCxnSpPr>
        <p:spPr>
          <a:xfrm rot="16200000" flipH="1">
            <a:off x="6633451" y="2302993"/>
            <a:ext cx="221311" cy="1032858"/>
          </a:xfrm>
          <a:prstGeom prst="bentConnector3">
            <a:avLst>
              <a:gd name="adj1" fmla="val 58023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: Elbow 28">
            <a:extLst>
              <a:ext uri="{FF2B5EF4-FFF2-40B4-BE49-F238E27FC236}">
                <a16:creationId xmlns:a16="http://schemas.microsoft.com/office/drawing/2014/main" id="{081BF3A3-680D-8625-0A8D-3E4B62C69353}"/>
              </a:ext>
            </a:extLst>
          </p:cNvPr>
          <p:cNvCxnSpPr>
            <a:cxnSpLocks/>
            <a:stCxn id="24" idx="2"/>
            <a:endCxn id="14" idx="1"/>
          </p:cNvCxnSpPr>
          <p:nvPr/>
        </p:nvCxnSpPr>
        <p:spPr>
          <a:xfrm rot="5400000" flipH="1" flipV="1">
            <a:off x="7573173" y="1853148"/>
            <a:ext cx="1148341" cy="1773618"/>
          </a:xfrm>
          <a:prstGeom prst="bentConnector4">
            <a:avLst>
              <a:gd name="adj1" fmla="val -19907"/>
              <a:gd name="adj2" fmla="val 85624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: Elbow 44">
            <a:extLst>
              <a:ext uri="{FF2B5EF4-FFF2-40B4-BE49-F238E27FC236}">
                <a16:creationId xmlns:a16="http://schemas.microsoft.com/office/drawing/2014/main" id="{A904DEA4-7629-76F5-92A2-4EE31F326228}"/>
              </a:ext>
            </a:extLst>
          </p:cNvPr>
          <p:cNvCxnSpPr>
            <a:cxnSpLocks/>
            <a:stCxn id="22" idx="2"/>
            <a:endCxn id="14" idx="1"/>
          </p:cNvCxnSpPr>
          <p:nvPr/>
        </p:nvCxnSpPr>
        <p:spPr>
          <a:xfrm rot="5400000" flipH="1" flipV="1">
            <a:off x="6325008" y="627655"/>
            <a:ext cx="1171013" cy="4247275"/>
          </a:xfrm>
          <a:prstGeom prst="bentConnector4">
            <a:avLst>
              <a:gd name="adj1" fmla="val -44540"/>
              <a:gd name="adj2" fmla="val 94349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Shape 6">
            <a:extLst>
              <a:ext uri="{FF2B5EF4-FFF2-40B4-BE49-F238E27FC236}">
                <a16:creationId xmlns:a16="http://schemas.microsoft.com/office/drawing/2014/main" id="{1807E784-4117-B03A-139A-A516D70F4A82}"/>
              </a:ext>
            </a:extLst>
          </p:cNvPr>
          <p:cNvSpPr/>
          <p:nvPr/>
        </p:nvSpPr>
        <p:spPr>
          <a:xfrm>
            <a:off x="10361343" y="2527965"/>
            <a:ext cx="1303564" cy="384048"/>
          </a:xfrm>
          <a:prstGeom prst="roundRect">
            <a:avLst>
              <a:gd name="adj" fmla="val 14286"/>
            </a:avLst>
          </a:prstGeom>
          <a:noFill/>
          <a:ln w="19050">
            <a:noFill/>
            <a:prstDash val="solid"/>
          </a:ln>
          <a:effectLst>
            <a:outerShdw blurRad="63500" dist="19050" dir="5400000" algn="bl" rotWithShape="0">
              <a:srgbClr val="000000">
                <a:alpha val="10000"/>
              </a:srgbClr>
            </a:outerShdw>
          </a:effectLst>
        </p:spPr>
        <p:txBody>
          <a:bodyPr anchor="ctr"/>
          <a:lstStyle/>
          <a:p>
            <a:r>
              <a:rPr lang="en-US" sz="1100" dirty="0"/>
              <a:t>Setting Manual by Operation / </a:t>
            </a:r>
            <a:r>
              <a:rPr lang="en-US" sz="1100" dirty="0" err="1"/>
              <a:t>Engser</a:t>
            </a:r>
            <a:endParaRPr lang="en-ID" sz="1100" dirty="0"/>
          </a:p>
        </p:txBody>
      </p:sp>
    </p:spTree>
    <p:extLst>
      <p:ext uri="{BB962C8B-B14F-4D97-AF65-F5344CB8AC3E}">
        <p14:creationId xmlns:p14="http://schemas.microsoft.com/office/powerpoint/2010/main" val="12621941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44D453-FA7F-3E96-E3F3-ED1CFE0414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Shape 8">
            <a:extLst>
              <a:ext uri="{FF2B5EF4-FFF2-40B4-BE49-F238E27FC236}">
                <a16:creationId xmlns:a16="http://schemas.microsoft.com/office/drawing/2014/main" id="{50AFDA0A-8B23-FF7D-2729-835AE719B1FE}"/>
              </a:ext>
            </a:extLst>
          </p:cNvPr>
          <p:cNvSpPr/>
          <p:nvPr/>
        </p:nvSpPr>
        <p:spPr>
          <a:xfrm>
            <a:off x="3383280" y="189863"/>
            <a:ext cx="5486400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D5DBE3"/>
            </a:solidFill>
            <a:prstDash val="solid"/>
          </a:ln>
        </p:spPr>
        <p:txBody>
          <a:bodyPr/>
          <a:lstStyle/>
          <a:p>
            <a:pPr algn="ctr"/>
            <a:r>
              <a:rPr lang="en-US" dirty="0" err="1"/>
              <a:t>Konsep</a:t>
            </a:r>
            <a:r>
              <a:rPr lang="en-US" dirty="0"/>
              <a:t> Flow Data Plane</a:t>
            </a:r>
            <a:endParaRPr lang="en-ID" dirty="0"/>
          </a:p>
        </p:txBody>
      </p:sp>
      <p:sp>
        <p:nvSpPr>
          <p:cNvPr id="57" name="Shape 5">
            <a:extLst>
              <a:ext uri="{FF2B5EF4-FFF2-40B4-BE49-F238E27FC236}">
                <a16:creationId xmlns:a16="http://schemas.microsoft.com/office/drawing/2014/main" id="{ED3D0A93-E752-C56B-7CF7-A7CB8EF80E60}"/>
              </a:ext>
            </a:extLst>
          </p:cNvPr>
          <p:cNvSpPr/>
          <p:nvPr/>
        </p:nvSpPr>
        <p:spPr>
          <a:xfrm>
            <a:off x="163808" y="687846"/>
            <a:ext cx="11846484" cy="5877677"/>
          </a:xfrm>
          <a:prstGeom prst="roundRect">
            <a:avLst>
              <a:gd name="adj" fmla="val 1462"/>
            </a:avLst>
          </a:prstGeom>
          <a:solidFill>
            <a:srgbClr val="EAF1FA"/>
          </a:solidFill>
          <a:ln w="12700">
            <a:solidFill>
              <a:srgbClr val="C5D5EA"/>
            </a:solidFill>
            <a:prstDash val="solid"/>
          </a:ln>
          <a:effectLst>
            <a:outerShdw blurRad="63500" dist="1905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94" name="Shape 14">
            <a:extLst>
              <a:ext uri="{FF2B5EF4-FFF2-40B4-BE49-F238E27FC236}">
                <a16:creationId xmlns:a16="http://schemas.microsoft.com/office/drawing/2014/main" id="{F04A11EF-D2A3-0FF9-74DF-9309B9362E5E}"/>
              </a:ext>
            </a:extLst>
          </p:cNvPr>
          <p:cNvSpPr/>
          <p:nvPr/>
        </p:nvSpPr>
        <p:spPr>
          <a:xfrm>
            <a:off x="372402" y="1145098"/>
            <a:ext cx="3988070" cy="4581760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12700">
            <a:solidFill>
              <a:srgbClr val="FFFF00"/>
            </a:solidFill>
            <a:prstDash val="solid"/>
          </a:ln>
          <a:effectLst>
            <a:outerShdw blurRad="63500" dist="1905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" name="Shape 6">
            <a:extLst>
              <a:ext uri="{FF2B5EF4-FFF2-40B4-BE49-F238E27FC236}">
                <a16:creationId xmlns:a16="http://schemas.microsoft.com/office/drawing/2014/main" id="{7027954F-17A8-F500-5893-6F7C8BC8F6AE}"/>
              </a:ext>
            </a:extLst>
          </p:cNvPr>
          <p:cNvSpPr/>
          <p:nvPr/>
        </p:nvSpPr>
        <p:spPr>
          <a:xfrm>
            <a:off x="533400" y="1228032"/>
            <a:ext cx="1787748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9050">
            <a:solidFill>
              <a:srgbClr val="1B3A6B"/>
            </a:solidFill>
            <a:prstDash val="solid"/>
          </a:ln>
          <a:effectLst>
            <a:outerShdw blurRad="63500" dist="19050" dir="5400000" algn="bl" rotWithShape="0">
              <a:srgbClr val="000000">
                <a:alpha val="10000"/>
              </a:srgbClr>
            </a:outerShdw>
          </a:effectLst>
        </p:spPr>
        <p:txBody>
          <a:bodyPr anchor="ctr"/>
          <a:lstStyle/>
          <a:p>
            <a:pPr algn="ctr"/>
            <a:r>
              <a:rPr lang="en-US" sz="1100" b="1" dirty="0"/>
              <a:t>Progress Lane </a:t>
            </a:r>
            <a:r>
              <a:rPr lang="en-US" sz="1100" b="1" dirty="0" err="1"/>
              <a:t>Containe</a:t>
            </a:r>
            <a:endParaRPr lang="en-ID" sz="1100" b="1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EA282D9-D8A9-A87C-D3D1-CDE107C18A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90254" y="1267473"/>
            <a:ext cx="344607" cy="344607"/>
          </a:xfrm>
          <a:prstGeom prst="rect">
            <a:avLst/>
          </a:prstGeom>
        </p:spPr>
      </p:pic>
      <p:sp>
        <p:nvSpPr>
          <p:cNvPr id="26" name="Shape 6">
            <a:extLst>
              <a:ext uri="{FF2B5EF4-FFF2-40B4-BE49-F238E27FC236}">
                <a16:creationId xmlns:a16="http://schemas.microsoft.com/office/drawing/2014/main" id="{51954B84-368C-2800-0C13-7C2F6758AFAA}"/>
              </a:ext>
            </a:extLst>
          </p:cNvPr>
          <p:cNvSpPr/>
          <p:nvPr/>
        </p:nvSpPr>
        <p:spPr>
          <a:xfrm>
            <a:off x="2724817" y="1247752"/>
            <a:ext cx="1303564" cy="384048"/>
          </a:xfrm>
          <a:prstGeom prst="roundRect">
            <a:avLst>
              <a:gd name="adj" fmla="val 14286"/>
            </a:avLst>
          </a:prstGeom>
          <a:noFill/>
          <a:ln w="19050">
            <a:noFill/>
            <a:prstDash val="solid"/>
          </a:ln>
          <a:effectLst>
            <a:outerShdw blurRad="63500" dist="19050" dir="5400000" algn="bl" rotWithShape="0">
              <a:srgbClr val="000000">
                <a:alpha val="10000"/>
              </a:srgbClr>
            </a:outerShdw>
          </a:effectLst>
        </p:spPr>
        <p:txBody>
          <a:bodyPr anchor="ctr"/>
          <a:lstStyle/>
          <a:p>
            <a:r>
              <a:rPr lang="en-US" sz="1100" dirty="0" err="1"/>
              <a:t>Procrutment</a:t>
            </a:r>
            <a:endParaRPr lang="en-ID" sz="1100" dirty="0"/>
          </a:p>
        </p:txBody>
      </p:sp>
      <p:sp>
        <p:nvSpPr>
          <p:cNvPr id="72" name="Shape 6">
            <a:extLst>
              <a:ext uri="{FF2B5EF4-FFF2-40B4-BE49-F238E27FC236}">
                <a16:creationId xmlns:a16="http://schemas.microsoft.com/office/drawing/2014/main" id="{D7F22906-E52C-6FB2-27B1-337C64EE4C3D}"/>
              </a:ext>
            </a:extLst>
          </p:cNvPr>
          <p:cNvSpPr/>
          <p:nvPr/>
        </p:nvSpPr>
        <p:spPr>
          <a:xfrm>
            <a:off x="675012" y="2413011"/>
            <a:ext cx="2930958" cy="1727515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1B3A6B"/>
            </a:solidFill>
            <a:prstDash val="solid"/>
          </a:ln>
          <a:effectLst>
            <a:outerShdw blurRad="63500" dist="19050" dir="5400000" algn="bl" rotWithShape="0">
              <a:srgbClr val="000000">
                <a:alpha val="10000"/>
              </a:srgbClr>
            </a:outerShdw>
          </a:effectLst>
        </p:spPr>
        <p:txBody>
          <a:bodyPr anchor="ctr"/>
          <a:lstStyle/>
          <a:p>
            <a:r>
              <a:rPr lang="en-US" sz="1100" dirty="0"/>
              <a:t>1.Supplier</a:t>
            </a:r>
          </a:p>
          <a:p>
            <a:r>
              <a:rPr lang="en-US" sz="1100" dirty="0"/>
              <a:t>2. </a:t>
            </a:r>
            <a:r>
              <a:rPr lang="en-US" sz="1100" dirty="0" err="1"/>
              <a:t>S.Plant</a:t>
            </a:r>
            <a:endParaRPr lang="en-US" sz="1100" dirty="0"/>
          </a:p>
          <a:p>
            <a:r>
              <a:rPr lang="en-US" sz="1100" dirty="0"/>
              <a:t>3. </a:t>
            </a:r>
            <a:r>
              <a:rPr lang="en-US" sz="1100" dirty="0" err="1"/>
              <a:t>S.Dock</a:t>
            </a:r>
            <a:endParaRPr lang="en-US" sz="1100" dirty="0"/>
          </a:p>
          <a:p>
            <a:r>
              <a:rPr lang="en-US" sz="1100" dirty="0"/>
              <a:t>4. Supplier Name</a:t>
            </a:r>
          </a:p>
          <a:p>
            <a:r>
              <a:rPr lang="en-US" sz="1100" dirty="0"/>
              <a:t>5. 1st Cross Dock Arrival Date &amp; Time</a:t>
            </a:r>
          </a:p>
          <a:p>
            <a:r>
              <a:rPr lang="en-US" sz="1100" dirty="0"/>
              <a:t>6. 1ts Cross Dock </a:t>
            </a:r>
            <a:r>
              <a:rPr lang="en-US" sz="1100" dirty="0" err="1"/>
              <a:t>Departcher</a:t>
            </a:r>
            <a:r>
              <a:rPr lang="en-US" sz="1100" dirty="0"/>
              <a:t> Date &amp; Time</a:t>
            </a:r>
          </a:p>
          <a:p>
            <a:r>
              <a:rPr lang="en-US" sz="1100" dirty="0"/>
              <a:t>7. MROS</a:t>
            </a:r>
            <a:endParaRPr lang="en-ID" sz="1100" dirty="0"/>
          </a:p>
        </p:txBody>
      </p:sp>
      <p:sp>
        <p:nvSpPr>
          <p:cNvPr id="4" name="Shape 6">
            <a:extLst>
              <a:ext uri="{FF2B5EF4-FFF2-40B4-BE49-F238E27FC236}">
                <a16:creationId xmlns:a16="http://schemas.microsoft.com/office/drawing/2014/main" id="{7E0E6301-8BCA-1AF7-5415-221A307356A8}"/>
              </a:ext>
            </a:extLst>
          </p:cNvPr>
          <p:cNvSpPr/>
          <p:nvPr/>
        </p:nvSpPr>
        <p:spPr>
          <a:xfrm>
            <a:off x="672186" y="4394600"/>
            <a:ext cx="2936612" cy="1200316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1B3A6B"/>
            </a:solidFill>
            <a:prstDash val="solid"/>
          </a:ln>
          <a:effectLst>
            <a:outerShdw blurRad="63500" dist="19050" dir="5400000" algn="bl" rotWithShape="0">
              <a:srgbClr val="000000">
                <a:alpha val="10000"/>
              </a:srgbClr>
            </a:outerShdw>
          </a:effectLst>
        </p:spPr>
        <p:txBody>
          <a:bodyPr anchor="ctr"/>
          <a:lstStyle/>
          <a:p>
            <a:r>
              <a:rPr lang="en-US" sz="1100" dirty="0"/>
              <a:t>8. Part No</a:t>
            </a:r>
          </a:p>
          <a:p>
            <a:r>
              <a:rPr lang="en-US" sz="1100" dirty="0"/>
              <a:t>9. KANBAN Print Address</a:t>
            </a:r>
          </a:p>
          <a:p>
            <a:r>
              <a:rPr lang="en-US" sz="1100" dirty="0"/>
              <a:t>10. Kanban No</a:t>
            </a:r>
          </a:p>
          <a:p>
            <a:r>
              <a:rPr lang="en-US" sz="1100" dirty="0"/>
              <a:t>11. Order Plan Quantity(Lot)</a:t>
            </a:r>
          </a:p>
          <a:p>
            <a:r>
              <a:rPr lang="en-US" sz="1100" dirty="0"/>
              <a:t>12. Parts Name</a:t>
            </a:r>
          </a:p>
          <a:p>
            <a:r>
              <a:rPr lang="en-US" sz="1100" dirty="0"/>
              <a:t>13. Conveyance Route</a:t>
            </a:r>
            <a:endParaRPr lang="en-ID" sz="1100" dirty="0"/>
          </a:p>
        </p:txBody>
      </p:sp>
      <p:sp>
        <p:nvSpPr>
          <p:cNvPr id="6" name="Shape 6">
            <a:extLst>
              <a:ext uri="{FF2B5EF4-FFF2-40B4-BE49-F238E27FC236}">
                <a16:creationId xmlns:a16="http://schemas.microsoft.com/office/drawing/2014/main" id="{8A570EC3-3F15-4FD4-4906-3FC53EDA12BA}"/>
              </a:ext>
            </a:extLst>
          </p:cNvPr>
          <p:cNvSpPr/>
          <p:nvPr/>
        </p:nvSpPr>
        <p:spPr>
          <a:xfrm>
            <a:off x="1600400" y="1832439"/>
            <a:ext cx="1063847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1B3A6B"/>
            </a:solidFill>
            <a:prstDash val="solid"/>
          </a:ln>
          <a:effectLst>
            <a:outerShdw blurRad="63500" dist="19050" dir="5400000" algn="bl" rotWithShape="0">
              <a:srgbClr val="000000">
                <a:alpha val="10000"/>
              </a:srgbClr>
            </a:outerShdw>
          </a:effectLst>
        </p:spPr>
        <p:txBody>
          <a:bodyPr anchor="ctr"/>
          <a:lstStyle/>
          <a:p>
            <a:pPr algn="ctr"/>
            <a:r>
              <a:rPr lang="en-US" sz="1100" dirty="0"/>
              <a:t>Filter Dock 43</a:t>
            </a:r>
            <a:endParaRPr lang="en-ID" sz="1100" dirty="0"/>
          </a:p>
        </p:txBody>
      </p:sp>
      <p:sp>
        <p:nvSpPr>
          <p:cNvPr id="9" name="Shape 6">
            <a:extLst>
              <a:ext uri="{FF2B5EF4-FFF2-40B4-BE49-F238E27FC236}">
                <a16:creationId xmlns:a16="http://schemas.microsoft.com/office/drawing/2014/main" id="{E758AB99-2876-F0CA-A39C-7CC85AB5BF5B}"/>
              </a:ext>
            </a:extLst>
          </p:cNvPr>
          <p:cNvSpPr/>
          <p:nvPr/>
        </p:nvSpPr>
        <p:spPr>
          <a:xfrm>
            <a:off x="3549111" y="3152597"/>
            <a:ext cx="983873" cy="384048"/>
          </a:xfrm>
          <a:prstGeom prst="roundRect">
            <a:avLst>
              <a:gd name="adj" fmla="val 14286"/>
            </a:avLst>
          </a:prstGeom>
          <a:noFill/>
          <a:ln w="19050">
            <a:noFill/>
            <a:prstDash val="solid"/>
          </a:ln>
          <a:effectLst>
            <a:outerShdw blurRad="63500" dist="19050" dir="5400000" algn="bl" rotWithShape="0">
              <a:srgbClr val="000000">
                <a:alpha val="10000"/>
              </a:srgbClr>
            </a:outerShdw>
          </a:effectLst>
        </p:spPr>
        <p:txBody>
          <a:bodyPr anchor="ctr"/>
          <a:lstStyle/>
          <a:p>
            <a:r>
              <a:rPr lang="en-US" sz="1100" dirty="0"/>
              <a:t>Grouping Data</a:t>
            </a:r>
            <a:endParaRPr lang="en-ID" sz="1100" dirty="0"/>
          </a:p>
        </p:txBody>
      </p:sp>
      <p:sp>
        <p:nvSpPr>
          <p:cNvPr id="11" name="Shape 6">
            <a:extLst>
              <a:ext uri="{FF2B5EF4-FFF2-40B4-BE49-F238E27FC236}">
                <a16:creationId xmlns:a16="http://schemas.microsoft.com/office/drawing/2014/main" id="{E70CB85E-3F28-1C45-618F-108D21E4E594}"/>
              </a:ext>
            </a:extLst>
          </p:cNvPr>
          <p:cNvSpPr/>
          <p:nvPr/>
        </p:nvSpPr>
        <p:spPr>
          <a:xfrm>
            <a:off x="2658807" y="1865061"/>
            <a:ext cx="1303564" cy="384048"/>
          </a:xfrm>
          <a:prstGeom prst="roundRect">
            <a:avLst>
              <a:gd name="adj" fmla="val 14286"/>
            </a:avLst>
          </a:prstGeom>
          <a:noFill/>
          <a:ln w="19050">
            <a:noFill/>
            <a:prstDash val="solid"/>
          </a:ln>
          <a:effectLst>
            <a:outerShdw blurRad="63500" dist="19050" dir="5400000" algn="bl" rotWithShape="0">
              <a:srgbClr val="000000">
                <a:alpha val="10000"/>
              </a:srgbClr>
            </a:outerShdw>
          </a:effectLst>
        </p:spPr>
        <p:txBody>
          <a:bodyPr anchor="ctr"/>
          <a:lstStyle/>
          <a:p>
            <a:r>
              <a:rPr lang="en-US" sz="1100" dirty="0"/>
              <a:t>Filter Data</a:t>
            </a:r>
            <a:endParaRPr lang="en-ID" sz="1100" dirty="0"/>
          </a:p>
        </p:txBody>
      </p:sp>
      <p:sp>
        <p:nvSpPr>
          <p:cNvPr id="13" name="Shape 6">
            <a:extLst>
              <a:ext uri="{FF2B5EF4-FFF2-40B4-BE49-F238E27FC236}">
                <a16:creationId xmlns:a16="http://schemas.microsoft.com/office/drawing/2014/main" id="{617D3DDE-186C-F0C5-E7A5-DCC284D0C5FE}"/>
              </a:ext>
            </a:extLst>
          </p:cNvPr>
          <p:cNvSpPr/>
          <p:nvPr/>
        </p:nvSpPr>
        <p:spPr>
          <a:xfrm>
            <a:off x="3580213" y="4824182"/>
            <a:ext cx="1303564" cy="384048"/>
          </a:xfrm>
          <a:prstGeom prst="roundRect">
            <a:avLst>
              <a:gd name="adj" fmla="val 14286"/>
            </a:avLst>
          </a:prstGeom>
          <a:noFill/>
          <a:ln w="19050">
            <a:noFill/>
            <a:prstDash val="solid"/>
          </a:ln>
          <a:effectLst>
            <a:outerShdw blurRad="63500" dist="19050" dir="5400000" algn="bl" rotWithShape="0">
              <a:srgbClr val="000000">
                <a:alpha val="10000"/>
              </a:srgbClr>
            </a:outerShdw>
          </a:effectLst>
        </p:spPr>
        <p:txBody>
          <a:bodyPr anchor="ctr"/>
          <a:lstStyle/>
          <a:p>
            <a:r>
              <a:rPr lang="en-US" sz="1100" dirty="0"/>
              <a:t>Isi </a:t>
            </a:r>
            <a:r>
              <a:rPr lang="en-US" sz="1100" dirty="0" err="1"/>
              <a:t>Grup</a:t>
            </a:r>
            <a:endParaRPr lang="en-ID" sz="1100" dirty="0"/>
          </a:p>
        </p:txBody>
      </p: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77AB489F-F657-6CFD-476C-CF99703691BD}"/>
              </a:ext>
            </a:extLst>
          </p:cNvPr>
          <p:cNvCxnSpPr>
            <a:cxnSpLocks/>
            <a:stCxn id="72" idx="2"/>
            <a:endCxn id="4" idx="0"/>
          </p:cNvCxnSpPr>
          <p:nvPr/>
        </p:nvCxnSpPr>
        <p:spPr>
          <a:xfrm>
            <a:off x="2140491" y="4140526"/>
            <a:ext cx="1" cy="25407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F1100E51-5C2D-843A-CCF0-E5D7643B4B62}"/>
              </a:ext>
            </a:extLst>
          </p:cNvPr>
          <p:cNvCxnSpPr>
            <a:cxnSpLocks/>
            <a:stCxn id="6" idx="2"/>
            <a:endCxn id="72" idx="0"/>
          </p:cNvCxnSpPr>
          <p:nvPr/>
        </p:nvCxnSpPr>
        <p:spPr>
          <a:xfrm>
            <a:off x="2132324" y="2216487"/>
            <a:ext cx="8167" cy="19652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Shape 14">
            <a:extLst>
              <a:ext uri="{FF2B5EF4-FFF2-40B4-BE49-F238E27FC236}">
                <a16:creationId xmlns:a16="http://schemas.microsoft.com/office/drawing/2014/main" id="{2DBFC1F9-E8E5-2B3F-5A9D-FD132A321217}"/>
              </a:ext>
            </a:extLst>
          </p:cNvPr>
          <p:cNvSpPr/>
          <p:nvPr/>
        </p:nvSpPr>
        <p:spPr>
          <a:xfrm>
            <a:off x="4624131" y="1145098"/>
            <a:ext cx="3143455" cy="3215461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12700">
            <a:solidFill>
              <a:srgbClr val="FFFF00"/>
            </a:solidFill>
            <a:prstDash val="solid"/>
          </a:ln>
          <a:effectLst>
            <a:outerShdw blurRad="63500" dist="1905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4" name="Shape 6">
            <a:extLst>
              <a:ext uri="{FF2B5EF4-FFF2-40B4-BE49-F238E27FC236}">
                <a16:creationId xmlns:a16="http://schemas.microsoft.com/office/drawing/2014/main" id="{EA50A493-0981-0483-CB35-EE64B1B6F387}"/>
              </a:ext>
            </a:extLst>
          </p:cNvPr>
          <p:cNvSpPr/>
          <p:nvPr/>
        </p:nvSpPr>
        <p:spPr>
          <a:xfrm>
            <a:off x="4785130" y="1228032"/>
            <a:ext cx="1787748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9050">
            <a:solidFill>
              <a:srgbClr val="1B3A6B"/>
            </a:solidFill>
            <a:prstDash val="solid"/>
          </a:ln>
          <a:effectLst>
            <a:outerShdw blurRad="63500" dist="19050" dir="5400000" algn="bl" rotWithShape="0">
              <a:srgbClr val="000000">
                <a:alpha val="10000"/>
              </a:srgbClr>
            </a:outerShdw>
          </a:effectLst>
        </p:spPr>
        <p:txBody>
          <a:bodyPr anchor="ctr"/>
          <a:lstStyle/>
          <a:p>
            <a:pPr algn="ctr"/>
            <a:r>
              <a:rPr lang="en-US" sz="1100" b="1" dirty="0"/>
              <a:t>Master Part</a:t>
            </a:r>
            <a:endParaRPr lang="en-ID" sz="1100" b="1" dirty="0"/>
          </a:p>
        </p:txBody>
      </p:sp>
      <p:pic>
        <p:nvPicPr>
          <p:cNvPr id="67" name="Picture 66">
            <a:extLst>
              <a:ext uri="{FF2B5EF4-FFF2-40B4-BE49-F238E27FC236}">
                <a16:creationId xmlns:a16="http://schemas.microsoft.com/office/drawing/2014/main" id="{A7ADB428-D554-79F7-DD50-CA9C3DCE2D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1984" y="1267473"/>
            <a:ext cx="344607" cy="344607"/>
          </a:xfrm>
          <a:prstGeom prst="rect">
            <a:avLst/>
          </a:prstGeom>
        </p:spPr>
      </p:pic>
      <p:sp>
        <p:nvSpPr>
          <p:cNvPr id="69" name="Shape 6">
            <a:extLst>
              <a:ext uri="{FF2B5EF4-FFF2-40B4-BE49-F238E27FC236}">
                <a16:creationId xmlns:a16="http://schemas.microsoft.com/office/drawing/2014/main" id="{825B9C83-A2C3-4BA0-25E6-245217A75D55}"/>
              </a:ext>
            </a:extLst>
          </p:cNvPr>
          <p:cNvSpPr/>
          <p:nvPr/>
        </p:nvSpPr>
        <p:spPr>
          <a:xfrm>
            <a:off x="6976547" y="1247751"/>
            <a:ext cx="950593" cy="396531"/>
          </a:xfrm>
          <a:prstGeom prst="roundRect">
            <a:avLst>
              <a:gd name="adj" fmla="val 14286"/>
            </a:avLst>
          </a:prstGeom>
          <a:noFill/>
          <a:ln w="19050">
            <a:noFill/>
            <a:prstDash val="solid"/>
          </a:ln>
          <a:effectLst>
            <a:outerShdw blurRad="63500" dist="19050" dir="5400000" algn="bl" rotWithShape="0">
              <a:srgbClr val="000000">
                <a:alpha val="10000"/>
              </a:srgbClr>
            </a:outerShdw>
          </a:effectLst>
        </p:spPr>
        <p:txBody>
          <a:bodyPr anchor="ctr"/>
          <a:lstStyle/>
          <a:p>
            <a:r>
              <a:rPr lang="en-US" sz="1100" dirty="0"/>
              <a:t>Engset </a:t>
            </a:r>
            <a:r>
              <a:rPr lang="en-US" sz="1100" dirty="0" err="1"/>
              <a:t>Tunjung</a:t>
            </a:r>
            <a:endParaRPr lang="en-ID" sz="1100" dirty="0"/>
          </a:p>
        </p:txBody>
      </p:sp>
      <p:sp>
        <p:nvSpPr>
          <p:cNvPr id="70" name="Shape 6">
            <a:extLst>
              <a:ext uri="{FF2B5EF4-FFF2-40B4-BE49-F238E27FC236}">
                <a16:creationId xmlns:a16="http://schemas.microsoft.com/office/drawing/2014/main" id="{8C25F500-E29A-3884-AFFE-1E789464D0E8}"/>
              </a:ext>
            </a:extLst>
          </p:cNvPr>
          <p:cNvSpPr/>
          <p:nvPr/>
        </p:nvSpPr>
        <p:spPr>
          <a:xfrm>
            <a:off x="5113075" y="1799162"/>
            <a:ext cx="2036725" cy="1885355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1B3A6B"/>
            </a:solidFill>
            <a:prstDash val="solid"/>
          </a:ln>
          <a:effectLst>
            <a:outerShdw blurRad="63500" dist="19050" dir="5400000" algn="bl" rotWithShape="0">
              <a:srgbClr val="000000">
                <a:alpha val="10000"/>
              </a:srgbClr>
            </a:outerShdw>
          </a:effectLst>
        </p:spPr>
        <p:txBody>
          <a:bodyPr anchor="ctr"/>
          <a:lstStyle/>
          <a:p>
            <a:r>
              <a:rPr lang="en-US" sz="1100" dirty="0"/>
              <a:t>1. Dock Code</a:t>
            </a:r>
          </a:p>
          <a:p>
            <a:r>
              <a:rPr lang="en-US" sz="1100" dirty="0"/>
              <a:t>2. Supplier Code / Exporter</a:t>
            </a:r>
          </a:p>
          <a:p>
            <a:r>
              <a:rPr lang="en-US" sz="1100" dirty="0"/>
              <a:t>3. Supplier Plant Code</a:t>
            </a:r>
          </a:p>
          <a:p>
            <a:r>
              <a:rPr lang="en-US" sz="1100" dirty="0"/>
              <a:t>4. Shipping Dock</a:t>
            </a:r>
          </a:p>
          <a:p>
            <a:r>
              <a:rPr lang="en-US" sz="1100" dirty="0"/>
              <a:t>5. Part No</a:t>
            </a:r>
          </a:p>
          <a:p>
            <a:r>
              <a:rPr lang="en-US" sz="1100" dirty="0"/>
              <a:t>6. Kanban No</a:t>
            </a:r>
          </a:p>
          <a:p>
            <a:r>
              <a:rPr lang="en-US" sz="1100" dirty="0"/>
              <a:t>7. Supplier / Exporter Name</a:t>
            </a:r>
          </a:p>
          <a:p>
            <a:r>
              <a:rPr lang="en-US" sz="1100" dirty="0"/>
              <a:t>8. Part Name</a:t>
            </a:r>
          </a:p>
          <a:p>
            <a:r>
              <a:rPr lang="en-US" sz="1100" dirty="0"/>
              <a:t>9. Volume Box</a:t>
            </a:r>
          </a:p>
          <a:p>
            <a:r>
              <a:rPr lang="en-US" sz="1100" dirty="0"/>
              <a:t>10. Conveyance</a:t>
            </a:r>
          </a:p>
          <a:p>
            <a:r>
              <a:rPr lang="en-US" sz="1100" dirty="0"/>
              <a:t>11. Status</a:t>
            </a:r>
            <a:endParaRPr lang="en-ID" sz="1100" dirty="0"/>
          </a:p>
        </p:txBody>
      </p:sp>
      <p:sp>
        <p:nvSpPr>
          <p:cNvPr id="71" name="Shape 6">
            <a:extLst>
              <a:ext uri="{FF2B5EF4-FFF2-40B4-BE49-F238E27FC236}">
                <a16:creationId xmlns:a16="http://schemas.microsoft.com/office/drawing/2014/main" id="{EB79FD78-BCC4-73E0-445F-46CC92BC8E06}"/>
              </a:ext>
            </a:extLst>
          </p:cNvPr>
          <p:cNvSpPr/>
          <p:nvPr/>
        </p:nvSpPr>
        <p:spPr>
          <a:xfrm>
            <a:off x="5506863" y="3837726"/>
            <a:ext cx="1249147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1B3A6B"/>
            </a:solidFill>
            <a:prstDash val="solid"/>
          </a:ln>
          <a:effectLst>
            <a:outerShdw blurRad="63500" dist="19050" dir="5400000" algn="bl" rotWithShape="0">
              <a:srgbClr val="000000">
                <a:alpha val="10000"/>
              </a:srgbClr>
            </a:outerShdw>
          </a:effectLst>
        </p:spPr>
        <p:txBody>
          <a:bodyPr anchor="ctr"/>
          <a:lstStyle/>
          <a:p>
            <a:pPr algn="ctr"/>
            <a:r>
              <a:rPr lang="en-US" sz="1100" dirty="0"/>
              <a:t>Volume Box</a:t>
            </a:r>
            <a:endParaRPr lang="en-ID" sz="1100" dirty="0"/>
          </a:p>
        </p:txBody>
      </p:sp>
      <p:sp>
        <p:nvSpPr>
          <p:cNvPr id="74" name="Shape 6">
            <a:extLst>
              <a:ext uri="{FF2B5EF4-FFF2-40B4-BE49-F238E27FC236}">
                <a16:creationId xmlns:a16="http://schemas.microsoft.com/office/drawing/2014/main" id="{85BB52B2-B866-4029-1C74-B6C1E1E3D199}"/>
              </a:ext>
            </a:extLst>
          </p:cNvPr>
          <p:cNvSpPr/>
          <p:nvPr/>
        </p:nvSpPr>
        <p:spPr>
          <a:xfrm>
            <a:off x="6180278" y="4433763"/>
            <a:ext cx="1303564" cy="384048"/>
          </a:xfrm>
          <a:prstGeom prst="roundRect">
            <a:avLst>
              <a:gd name="adj" fmla="val 14286"/>
            </a:avLst>
          </a:prstGeom>
          <a:noFill/>
          <a:ln w="19050">
            <a:noFill/>
            <a:prstDash val="solid"/>
          </a:ln>
          <a:effectLst>
            <a:outerShdw blurRad="63500" dist="19050" dir="5400000" algn="bl" rotWithShape="0">
              <a:srgbClr val="000000">
                <a:alpha val="10000"/>
              </a:srgbClr>
            </a:outerShdw>
          </a:effectLst>
        </p:spPr>
        <p:txBody>
          <a:bodyPr anchor="ctr"/>
          <a:lstStyle/>
          <a:p>
            <a:r>
              <a:rPr lang="en-US" sz="1100" dirty="0" err="1"/>
              <a:t>VlookUp</a:t>
            </a:r>
            <a:r>
              <a:rPr lang="en-US" sz="1100" dirty="0"/>
              <a:t> Data</a:t>
            </a:r>
            <a:endParaRPr lang="en-ID" sz="1100" dirty="0"/>
          </a:p>
        </p:txBody>
      </p:sp>
      <p:cxnSp>
        <p:nvCxnSpPr>
          <p:cNvPr id="95" name="Connector: Elbow 94">
            <a:extLst>
              <a:ext uri="{FF2B5EF4-FFF2-40B4-BE49-F238E27FC236}">
                <a16:creationId xmlns:a16="http://schemas.microsoft.com/office/drawing/2014/main" id="{71382763-EADB-FF35-2568-54A02373A7F6}"/>
              </a:ext>
            </a:extLst>
          </p:cNvPr>
          <p:cNvCxnSpPr>
            <a:cxnSpLocks/>
            <a:stCxn id="70" idx="2"/>
            <a:endCxn id="71" idx="0"/>
          </p:cNvCxnSpPr>
          <p:nvPr/>
        </p:nvCxnSpPr>
        <p:spPr>
          <a:xfrm rot="5400000">
            <a:off x="6054834" y="3761121"/>
            <a:ext cx="153209" cy="1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0" name="Shape 6">
            <a:extLst>
              <a:ext uri="{FF2B5EF4-FFF2-40B4-BE49-F238E27FC236}">
                <a16:creationId xmlns:a16="http://schemas.microsoft.com/office/drawing/2014/main" id="{7C00E409-B2F2-0B0A-614F-92F4544ED505}"/>
              </a:ext>
            </a:extLst>
          </p:cNvPr>
          <p:cNvSpPr/>
          <p:nvPr/>
        </p:nvSpPr>
        <p:spPr>
          <a:xfrm>
            <a:off x="5506848" y="4862341"/>
            <a:ext cx="1249147" cy="384048"/>
          </a:xfrm>
          <a:prstGeom prst="roundRect">
            <a:avLst>
              <a:gd name="adj" fmla="val 14286"/>
            </a:avLst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rgbClr val="1B3A6B"/>
            </a:solidFill>
            <a:prstDash val="solid"/>
          </a:ln>
          <a:effectLst>
            <a:outerShdw blurRad="63500" dist="19050" dir="5400000" algn="bl" rotWithShape="0">
              <a:srgbClr val="000000">
                <a:alpha val="10000"/>
              </a:srgbClr>
            </a:outerShdw>
          </a:effectLst>
        </p:spPr>
        <p:txBody>
          <a:bodyPr anchor="ctr"/>
          <a:lstStyle/>
          <a:p>
            <a:pPr algn="ctr"/>
            <a:r>
              <a:rPr lang="en-US" sz="1100" dirty="0"/>
              <a:t>Data Skid Level</a:t>
            </a:r>
            <a:endParaRPr lang="en-ID" sz="1100" dirty="0"/>
          </a:p>
        </p:txBody>
      </p:sp>
      <p:cxnSp>
        <p:nvCxnSpPr>
          <p:cNvPr id="101" name="Connector: Elbow 100">
            <a:extLst>
              <a:ext uri="{FF2B5EF4-FFF2-40B4-BE49-F238E27FC236}">
                <a16:creationId xmlns:a16="http://schemas.microsoft.com/office/drawing/2014/main" id="{53EEF1AB-0DA7-78C1-E102-24D79275F321}"/>
              </a:ext>
            </a:extLst>
          </p:cNvPr>
          <p:cNvCxnSpPr>
            <a:cxnSpLocks/>
            <a:stCxn id="4" idx="2"/>
            <a:endCxn id="100" idx="1"/>
          </p:cNvCxnSpPr>
          <p:nvPr/>
        </p:nvCxnSpPr>
        <p:spPr>
          <a:xfrm rot="5400000" flipH="1" flipV="1">
            <a:off x="3553394" y="3641463"/>
            <a:ext cx="540551" cy="3366356"/>
          </a:xfrm>
          <a:prstGeom prst="bentConnector4">
            <a:avLst>
              <a:gd name="adj1" fmla="val -42290"/>
              <a:gd name="adj2" fmla="val 71809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: Elbow 103">
            <a:extLst>
              <a:ext uri="{FF2B5EF4-FFF2-40B4-BE49-F238E27FC236}">
                <a16:creationId xmlns:a16="http://schemas.microsoft.com/office/drawing/2014/main" id="{C6629E93-C13A-85D7-3789-1474ADD90FB6}"/>
              </a:ext>
            </a:extLst>
          </p:cNvPr>
          <p:cNvCxnSpPr>
            <a:cxnSpLocks/>
            <a:stCxn id="71" idx="2"/>
            <a:endCxn id="100" idx="0"/>
          </p:cNvCxnSpPr>
          <p:nvPr/>
        </p:nvCxnSpPr>
        <p:spPr>
          <a:xfrm rot="5400000">
            <a:off x="5811147" y="4542050"/>
            <a:ext cx="640567" cy="15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9" name="Shape 6">
            <a:extLst>
              <a:ext uri="{FF2B5EF4-FFF2-40B4-BE49-F238E27FC236}">
                <a16:creationId xmlns:a16="http://schemas.microsoft.com/office/drawing/2014/main" id="{6715E8D2-90CF-FC61-AFD3-90FA97B532DD}"/>
              </a:ext>
            </a:extLst>
          </p:cNvPr>
          <p:cNvSpPr/>
          <p:nvPr/>
        </p:nvSpPr>
        <p:spPr>
          <a:xfrm>
            <a:off x="4764141" y="5342810"/>
            <a:ext cx="2663718" cy="384048"/>
          </a:xfrm>
          <a:prstGeom prst="roundRect">
            <a:avLst>
              <a:gd name="adj" fmla="val 14286"/>
            </a:avLst>
          </a:prstGeom>
          <a:noFill/>
          <a:ln w="19050">
            <a:noFill/>
            <a:prstDash val="solid"/>
          </a:ln>
          <a:effectLst>
            <a:outerShdw blurRad="63500" dist="19050" dir="5400000" algn="bl" rotWithShape="0">
              <a:srgbClr val="000000">
                <a:alpha val="10000"/>
              </a:srgbClr>
            </a:outerShdw>
          </a:effectLst>
        </p:spPr>
        <p:txBody>
          <a:bodyPr anchor="ctr"/>
          <a:lstStyle/>
          <a:p>
            <a:pPr algn="ctr"/>
            <a:r>
              <a:rPr lang="en-US" sz="1100" dirty="0"/>
              <a:t>= Volume &gt; N+0,5m </a:t>
            </a:r>
          </a:p>
          <a:p>
            <a:pPr algn="ctr"/>
            <a:r>
              <a:rPr lang="en-US" sz="1100" dirty="0"/>
              <a:t>= N+1 skid</a:t>
            </a:r>
            <a:endParaRPr lang="en-ID" sz="1100" dirty="0"/>
          </a:p>
        </p:txBody>
      </p:sp>
      <p:sp>
        <p:nvSpPr>
          <p:cNvPr id="36" name="Shape 14">
            <a:extLst>
              <a:ext uri="{FF2B5EF4-FFF2-40B4-BE49-F238E27FC236}">
                <a16:creationId xmlns:a16="http://schemas.microsoft.com/office/drawing/2014/main" id="{860BE13B-5959-C3D1-522C-EDB85C328ADA}"/>
              </a:ext>
            </a:extLst>
          </p:cNvPr>
          <p:cNvSpPr/>
          <p:nvPr/>
        </p:nvSpPr>
        <p:spPr>
          <a:xfrm>
            <a:off x="8632136" y="1129471"/>
            <a:ext cx="3143455" cy="1543335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12700">
            <a:solidFill>
              <a:srgbClr val="FFFF00"/>
            </a:solidFill>
            <a:prstDash val="solid"/>
          </a:ln>
          <a:effectLst>
            <a:outerShdw blurRad="63500" dist="1905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7" name="Shape 6">
            <a:extLst>
              <a:ext uri="{FF2B5EF4-FFF2-40B4-BE49-F238E27FC236}">
                <a16:creationId xmlns:a16="http://schemas.microsoft.com/office/drawing/2014/main" id="{60CAB15E-D6FF-ADF9-5F92-B3692C8211B8}"/>
              </a:ext>
            </a:extLst>
          </p:cNvPr>
          <p:cNvSpPr/>
          <p:nvPr/>
        </p:nvSpPr>
        <p:spPr>
          <a:xfrm>
            <a:off x="8793135" y="1212405"/>
            <a:ext cx="1787748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9050">
            <a:solidFill>
              <a:srgbClr val="1B3A6B"/>
            </a:solidFill>
            <a:prstDash val="solid"/>
          </a:ln>
          <a:effectLst>
            <a:outerShdw blurRad="63500" dist="19050" dir="5400000" algn="bl" rotWithShape="0">
              <a:srgbClr val="000000">
                <a:alpha val="10000"/>
              </a:srgbClr>
            </a:outerShdw>
          </a:effectLst>
        </p:spPr>
        <p:txBody>
          <a:bodyPr anchor="ctr"/>
          <a:lstStyle/>
          <a:p>
            <a:pPr algn="ctr"/>
            <a:r>
              <a:rPr lang="en-US" sz="1100" b="1" dirty="0"/>
              <a:t>Matrix </a:t>
            </a:r>
            <a:r>
              <a:rPr lang="en-US" sz="1100" b="1" dirty="0" err="1"/>
              <a:t>PLane</a:t>
            </a:r>
            <a:endParaRPr lang="en-ID" sz="1100" b="1" dirty="0"/>
          </a:p>
        </p:txBody>
      </p:sp>
      <p:pic>
        <p:nvPicPr>
          <p:cNvPr id="38" name="Picture 37">
            <a:extLst>
              <a:ext uri="{FF2B5EF4-FFF2-40B4-BE49-F238E27FC236}">
                <a16:creationId xmlns:a16="http://schemas.microsoft.com/office/drawing/2014/main" id="{B0E08263-4579-3627-54F0-99395866FA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49989" y="1251846"/>
            <a:ext cx="344607" cy="344607"/>
          </a:xfrm>
          <a:prstGeom prst="rect">
            <a:avLst/>
          </a:prstGeom>
        </p:spPr>
      </p:pic>
      <p:sp>
        <p:nvSpPr>
          <p:cNvPr id="39" name="Shape 6">
            <a:extLst>
              <a:ext uri="{FF2B5EF4-FFF2-40B4-BE49-F238E27FC236}">
                <a16:creationId xmlns:a16="http://schemas.microsoft.com/office/drawing/2014/main" id="{713A38D2-CA83-AC30-8241-E8C171BC8C71}"/>
              </a:ext>
            </a:extLst>
          </p:cNvPr>
          <p:cNvSpPr/>
          <p:nvPr/>
        </p:nvSpPr>
        <p:spPr>
          <a:xfrm>
            <a:off x="10984552" y="1232124"/>
            <a:ext cx="950593" cy="396531"/>
          </a:xfrm>
          <a:prstGeom prst="roundRect">
            <a:avLst>
              <a:gd name="adj" fmla="val 14286"/>
            </a:avLst>
          </a:prstGeom>
          <a:noFill/>
          <a:ln w="19050">
            <a:noFill/>
            <a:prstDash val="solid"/>
          </a:ln>
          <a:effectLst>
            <a:outerShdw blurRad="63500" dist="19050" dir="5400000" algn="bl" rotWithShape="0">
              <a:srgbClr val="000000">
                <a:alpha val="10000"/>
              </a:srgbClr>
            </a:outerShdw>
          </a:effectLst>
        </p:spPr>
        <p:txBody>
          <a:bodyPr anchor="ctr"/>
          <a:lstStyle/>
          <a:p>
            <a:r>
              <a:rPr lang="en-US" sz="1100" dirty="0"/>
              <a:t>Engset </a:t>
            </a:r>
            <a:r>
              <a:rPr lang="en-US" sz="1100" dirty="0" err="1"/>
              <a:t>Tunjung</a:t>
            </a:r>
            <a:endParaRPr lang="en-ID" sz="1100" dirty="0"/>
          </a:p>
        </p:txBody>
      </p:sp>
      <p:sp>
        <p:nvSpPr>
          <p:cNvPr id="40" name="Shape 6">
            <a:extLst>
              <a:ext uri="{FF2B5EF4-FFF2-40B4-BE49-F238E27FC236}">
                <a16:creationId xmlns:a16="http://schemas.microsoft.com/office/drawing/2014/main" id="{6308D9C8-148A-2132-BD5F-042FF13756E6}"/>
              </a:ext>
            </a:extLst>
          </p:cNvPr>
          <p:cNvSpPr/>
          <p:nvPr/>
        </p:nvSpPr>
        <p:spPr>
          <a:xfrm>
            <a:off x="9121080" y="1783535"/>
            <a:ext cx="2036725" cy="658251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1B3A6B"/>
            </a:solidFill>
            <a:prstDash val="solid"/>
          </a:ln>
          <a:effectLst>
            <a:outerShdw blurRad="63500" dist="19050" dir="5400000" algn="bl" rotWithShape="0">
              <a:srgbClr val="000000">
                <a:alpha val="10000"/>
              </a:srgbClr>
            </a:outerShdw>
          </a:effectLst>
        </p:spPr>
        <p:txBody>
          <a:bodyPr anchor="ctr"/>
          <a:lstStyle/>
          <a:p>
            <a:r>
              <a:rPr lang="en-ID" sz="1100" dirty="0"/>
              <a:t>1. Data </a:t>
            </a:r>
            <a:r>
              <a:rPr lang="en-ID" sz="1100" dirty="0" err="1"/>
              <a:t>Fisik</a:t>
            </a:r>
            <a:r>
              <a:rPr lang="en-ID" sz="1100" dirty="0"/>
              <a:t> Plane</a:t>
            </a:r>
          </a:p>
          <a:p>
            <a:r>
              <a:rPr lang="en-ID" sz="1100" dirty="0"/>
              <a:t>2. Data </a:t>
            </a:r>
            <a:r>
              <a:rPr lang="en-ID" sz="1100" dirty="0" err="1"/>
              <a:t>Patern</a:t>
            </a:r>
            <a:r>
              <a:rPr lang="en-ID" sz="1100" dirty="0"/>
              <a:t> </a:t>
            </a:r>
            <a:r>
              <a:rPr lang="en-ID" sz="1100" dirty="0" err="1"/>
              <a:t>PLane</a:t>
            </a:r>
            <a:endParaRPr lang="en-ID" sz="1100" dirty="0"/>
          </a:p>
        </p:txBody>
      </p:sp>
      <p:sp>
        <p:nvSpPr>
          <p:cNvPr id="45" name="Shape 14">
            <a:extLst>
              <a:ext uri="{FF2B5EF4-FFF2-40B4-BE49-F238E27FC236}">
                <a16:creationId xmlns:a16="http://schemas.microsoft.com/office/drawing/2014/main" id="{5955F8D1-99DC-AA5D-FBC5-99B26440F548}"/>
              </a:ext>
            </a:extLst>
          </p:cNvPr>
          <p:cNvSpPr/>
          <p:nvPr/>
        </p:nvSpPr>
        <p:spPr>
          <a:xfrm>
            <a:off x="8632136" y="2821685"/>
            <a:ext cx="3143455" cy="1543335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12700">
            <a:solidFill>
              <a:srgbClr val="FFFF00"/>
            </a:solidFill>
            <a:prstDash val="solid"/>
          </a:ln>
          <a:effectLst>
            <a:outerShdw blurRad="63500" dist="1905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6" name="Shape 6">
            <a:extLst>
              <a:ext uri="{FF2B5EF4-FFF2-40B4-BE49-F238E27FC236}">
                <a16:creationId xmlns:a16="http://schemas.microsoft.com/office/drawing/2014/main" id="{B2830DEF-8485-9EC2-B773-4B5DAC76C016}"/>
              </a:ext>
            </a:extLst>
          </p:cNvPr>
          <p:cNvSpPr/>
          <p:nvPr/>
        </p:nvSpPr>
        <p:spPr>
          <a:xfrm>
            <a:off x="8793135" y="2904619"/>
            <a:ext cx="1787748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9050">
            <a:solidFill>
              <a:srgbClr val="1B3A6B"/>
            </a:solidFill>
            <a:prstDash val="solid"/>
          </a:ln>
          <a:effectLst>
            <a:outerShdw blurRad="63500" dist="19050" dir="5400000" algn="bl" rotWithShape="0">
              <a:srgbClr val="000000">
                <a:alpha val="10000"/>
              </a:srgbClr>
            </a:outerShdw>
          </a:effectLst>
        </p:spPr>
        <p:txBody>
          <a:bodyPr anchor="ctr"/>
          <a:lstStyle/>
          <a:p>
            <a:pPr algn="ctr"/>
            <a:r>
              <a:rPr lang="en-US" sz="1100" b="1" dirty="0"/>
              <a:t>Andon</a:t>
            </a:r>
            <a:endParaRPr lang="en-ID" sz="1100" b="1" dirty="0"/>
          </a:p>
        </p:txBody>
      </p:sp>
      <p:sp>
        <p:nvSpPr>
          <p:cNvPr id="48" name="Shape 6">
            <a:extLst>
              <a:ext uri="{FF2B5EF4-FFF2-40B4-BE49-F238E27FC236}">
                <a16:creationId xmlns:a16="http://schemas.microsoft.com/office/drawing/2014/main" id="{03C09B8E-9C6A-4A1B-E235-20F7B1C2623E}"/>
              </a:ext>
            </a:extLst>
          </p:cNvPr>
          <p:cNvSpPr/>
          <p:nvPr/>
        </p:nvSpPr>
        <p:spPr>
          <a:xfrm>
            <a:off x="10984552" y="2924338"/>
            <a:ext cx="950593" cy="396531"/>
          </a:xfrm>
          <a:prstGeom prst="roundRect">
            <a:avLst>
              <a:gd name="adj" fmla="val 14286"/>
            </a:avLst>
          </a:prstGeom>
          <a:noFill/>
          <a:ln w="19050">
            <a:noFill/>
            <a:prstDash val="solid"/>
          </a:ln>
          <a:effectLst>
            <a:outerShdw blurRad="63500" dist="19050" dir="5400000" algn="bl" rotWithShape="0">
              <a:srgbClr val="000000">
                <a:alpha val="10000"/>
              </a:srgbClr>
            </a:outerShdw>
          </a:effectLst>
        </p:spPr>
        <p:txBody>
          <a:bodyPr anchor="ctr"/>
          <a:lstStyle/>
          <a:p>
            <a:r>
              <a:rPr lang="en-US" sz="1100" dirty="0"/>
              <a:t>Manual </a:t>
            </a:r>
            <a:r>
              <a:rPr lang="en-US" sz="1100" dirty="0" err="1"/>
              <a:t>SImulation</a:t>
            </a:r>
            <a:endParaRPr lang="en-ID" sz="1100" dirty="0"/>
          </a:p>
        </p:txBody>
      </p:sp>
      <p:sp>
        <p:nvSpPr>
          <p:cNvPr id="49" name="Shape 6">
            <a:extLst>
              <a:ext uri="{FF2B5EF4-FFF2-40B4-BE49-F238E27FC236}">
                <a16:creationId xmlns:a16="http://schemas.microsoft.com/office/drawing/2014/main" id="{101A0290-6DF5-3968-EA76-5BD502A5FCA3}"/>
              </a:ext>
            </a:extLst>
          </p:cNvPr>
          <p:cNvSpPr/>
          <p:nvPr/>
        </p:nvSpPr>
        <p:spPr>
          <a:xfrm>
            <a:off x="9121080" y="3475749"/>
            <a:ext cx="2036725" cy="658251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1B3A6B"/>
            </a:solidFill>
            <a:prstDash val="solid"/>
          </a:ln>
          <a:effectLst>
            <a:outerShdw blurRad="63500" dist="19050" dir="5400000" algn="bl" rotWithShape="0">
              <a:srgbClr val="000000">
                <a:alpha val="10000"/>
              </a:srgbClr>
            </a:outerShdw>
          </a:effectLst>
        </p:spPr>
        <p:txBody>
          <a:bodyPr anchor="ctr"/>
          <a:lstStyle/>
          <a:p>
            <a:r>
              <a:rPr lang="en-ID" sz="1100" dirty="0"/>
              <a:t>Data </a:t>
            </a:r>
            <a:r>
              <a:rPr lang="en-ID" sz="1100" dirty="0" err="1"/>
              <a:t>Hitungan</a:t>
            </a:r>
            <a:r>
              <a:rPr lang="en-ID" sz="1100" dirty="0"/>
              <a:t> Andon</a:t>
            </a:r>
          </a:p>
        </p:txBody>
      </p:sp>
      <p:sp>
        <p:nvSpPr>
          <p:cNvPr id="50" name="Shape 6">
            <a:extLst>
              <a:ext uri="{FF2B5EF4-FFF2-40B4-BE49-F238E27FC236}">
                <a16:creationId xmlns:a16="http://schemas.microsoft.com/office/drawing/2014/main" id="{49A0173A-CFF8-F56E-EBC4-8E7AB07330E3}"/>
              </a:ext>
            </a:extLst>
          </p:cNvPr>
          <p:cNvSpPr/>
          <p:nvPr/>
        </p:nvSpPr>
        <p:spPr>
          <a:xfrm>
            <a:off x="7135771" y="4861175"/>
            <a:ext cx="1657304" cy="384048"/>
          </a:xfrm>
          <a:prstGeom prst="roundRect">
            <a:avLst>
              <a:gd name="adj" fmla="val 14286"/>
            </a:avLst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rgbClr val="1B3A6B"/>
            </a:solidFill>
            <a:prstDash val="solid"/>
          </a:ln>
          <a:effectLst>
            <a:outerShdw blurRad="63500" dist="19050" dir="5400000" algn="bl" rotWithShape="0">
              <a:srgbClr val="000000">
                <a:alpha val="10000"/>
              </a:srgbClr>
            </a:outerShdw>
          </a:effectLst>
        </p:spPr>
        <p:txBody>
          <a:bodyPr anchor="ctr"/>
          <a:lstStyle/>
          <a:p>
            <a:pPr algn="ctr"/>
            <a:r>
              <a:rPr lang="en-US" sz="1100" dirty="0" err="1"/>
              <a:t>Simulasi</a:t>
            </a:r>
            <a:r>
              <a:rPr lang="en-US" sz="1100" dirty="0"/>
              <a:t> </a:t>
            </a:r>
            <a:r>
              <a:rPr lang="en-US" sz="1100" dirty="0" err="1"/>
              <a:t>Pergerakan</a:t>
            </a:r>
            <a:r>
              <a:rPr lang="en-US" sz="1100" dirty="0"/>
              <a:t> Plane</a:t>
            </a:r>
            <a:endParaRPr lang="en-ID" sz="1100" dirty="0"/>
          </a:p>
        </p:txBody>
      </p: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4DC2A82A-3E0A-2B2E-A3E7-988A7AB27E37}"/>
              </a:ext>
            </a:extLst>
          </p:cNvPr>
          <p:cNvCxnSpPr>
            <a:stCxn id="100" idx="3"/>
            <a:endCxn id="50" idx="1"/>
          </p:cNvCxnSpPr>
          <p:nvPr/>
        </p:nvCxnSpPr>
        <p:spPr>
          <a:xfrm flipV="1">
            <a:off x="6755995" y="5053199"/>
            <a:ext cx="379776" cy="116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: Elbow 57">
            <a:extLst>
              <a:ext uri="{FF2B5EF4-FFF2-40B4-BE49-F238E27FC236}">
                <a16:creationId xmlns:a16="http://schemas.microsoft.com/office/drawing/2014/main" id="{08F83FF8-360D-5AB8-2A0E-D0F50526BCD1}"/>
              </a:ext>
            </a:extLst>
          </p:cNvPr>
          <p:cNvCxnSpPr>
            <a:cxnSpLocks/>
            <a:stCxn id="40" idx="1"/>
            <a:endCxn id="50" idx="0"/>
          </p:cNvCxnSpPr>
          <p:nvPr/>
        </p:nvCxnSpPr>
        <p:spPr>
          <a:xfrm rot="10800000" flipV="1">
            <a:off x="7964424" y="2112661"/>
            <a:ext cx="1156657" cy="2748514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: Elbow 59">
            <a:extLst>
              <a:ext uri="{FF2B5EF4-FFF2-40B4-BE49-F238E27FC236}">
                <a16:creationId xmlns:a16="http://schemas.microsoft.com/office/drawing/2014/main" id="{D1D1D242-6049-06C4-548F-B18BC8C68F8D}"/>
              </a:ext>
            </a:extLst>
          </p:cNvPr>
          <p:cNvCxnSpPr>
            <a:cxnSpLocks/>
            <a:stCxn id="49" idx="1"/>
            <a:endCxn id="50" idx="0"/>
          </p:cNvCxnSpPr>
          <p:nvPr/>
        </p:nvCxnSpPr>
        <p:spPr>
          <a:xfrm rot="10800000" flipV="1">
            <a:off x="7964424" y="3804875"/>
            <a:ext cx="1156657" cy="1056300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Shape 6">
            <a:extLst>
              <a:ext uri="{FF2B5EF4-FFF2-40B4-BE49-F238E27FC236}">
                <a16:creationId xmlns:a16="http://schemas.microsoft.com/office/drawing/2014/main" id="{20E050D4-526B-05CD-55F4-510AD7FB07D3}"/>
              </a:ext>
            </a:extLst>
          </p:cNvPr>
          <p:cNvSpPr/>
          <p:nvPr/>
        </p:nvSpPr>
        <p:spPr>
          <a:xfrm>
            <a:off x="7932410" y="1733555"/>
            <a:ext cx="1303564" cy="384048"/>
          </a:xfrm>
          <a:prstGeom prst="roundRect">
            <a:avLst>
              <a:gd name="adj" fmla="val 14286"/>
            </a:avLst>
          </a:prstGeom>
          <a:noFill/>
          <a:ln w="19050">
            <a:noFill/>
            <a:prstDash val="solid"/>
          </a:ln>
          <a:effectLst>
            <a:outerShdw blurRad="63500" dist="19050" dir="5400000" algn="bl" rotWithShape="0">
              <a:srgbClr val="000000">
                <a:alpha val="10000"/>
              </a:srgbClr>
            </a:outerShdw>
          </a:effectLst>
        </p:spPr>
        <p:txBody>
          <a:bodyPr anchor="ctr"/>
          <a:lstStyle/>
          <a:p>
            <a:r>
              <a:rPr lang="en-US" sz="1100" dirty="0" err="1"/>
              <a:t>Tampilan</a:t>
            </a:r>
            <a:r>
              <a:rPr lang="en-US" sz="1100" dirty="0"/>
              <a:t> </a:t>
            </a:r>
            <a:r>
              <a:rPr lang="en-US" sz="1100" dirty="0" err="1"/>
              <a:t>Fisik</a:t>
            </a:r>
            <a:r>
              <a:rPr lang="en-US" sz="1100" dirty="0"/>
              <a:t> Plane</a:t>
            </a:r>
            <a:endParaRPr lang="en-ID" sz="1100" dirty="0"/>
          </a:p>
        </p:txBody>
      </p:sp>
      <p:sp>
        <p:nvSpPr>
          <p:cNvPr id="68" name="Shape 6">
            <a:extLst>
              <a:ext uri="{FF2B5EF4-FFF2-40B4-BE49-F238E27FC236}">
                <a16:creationId xmlns:a16="http://schemas.microsoft.com/office/drawing/2014/main" id="{9277F3AA-D35B-9608-B608-ADDAB4A5D77C}"/>
              </a:ext>
            </a:extLst>
          </p:cNvPr>
          <p:cNvSpPr/>
          <p:nvPr/>
        </p:nvSpPr>
        <p:spPr>
          <a:xfrm>
            <a:off x="7931325" y="3405556"/>
            <a:ext cx="1303564" cy="384048"/>
          </a:xfrm>
          <a:prstGeom prst="roundRect">
            <a:avLst>
              <a:gd name="adj" fmla="val 14286"/>
            </a:avLst>
          </a:prstGeom>
          <a:noFill/>
          <a:ln w="19050">
            <a:noFill/>
            <a:prstDash val="solid"/>
          </a:ln>
          <a:effectLst>
            <a:outerShdw blurRad="63500" dist="19050" dir="5400000" algn="bl" rotWithShape="0">
              <a:srgbClr val="000000">
                <a:alpha val="10000"/>
              </a:srgbClr>
            </a:outerShdw>
          </a:effectLst>
        </p:spPr>
        <p:txBody>
          <a:bodyPr anchor="ctr"/>
          <a:lstStyle/>
          <a:p>
            <a:r>
              <a:rPr lang="en-US" sz="1100" dirty="0" err="1"/>
              <a:t>Pergerakan</a:t>
            </a:r>
            <a:r>
              <a:rPr lang="en-US" sz="1100" dirty="0"/>
              <a:t> Plane</a:t>
            </a:r>
            <a:endParaRPr lang="en-ID" sz="1100" dirty="0"/>
          </a:p>
        </p:txBody>
      </p:sp>
      <p:sp>
        <p:nvSpPr>
          <p:cNvPr id="77" name="Shape 6">
            <a:extLst>
              <a:ext uri="{FF2B5EF4-FFF2-40B4-BE49-F238E27FC236}">
                <a16:creationId xmlns:a16="http://schemas.microsoft.com/office/drawing/2014/main" id="{7E8EE8A1-8329-8DBC-7719-218732F00A94}"/>
              </a:ext>
            </a:extLst>
          </p:cNvPr>
          <p:cNvSpPr/>
          <p:nvPr/>
        </p:nvSpPr>
        <p:spPr>
          <a:xfrm>
            <a:off x="-2691375" y="3684517"/>
            <a:ext cx="3071268" cy="686734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1B3A6B"/>
            </a:solidFill>
            <a:prstDash val="solid"/>
          </a:ln>
          <a:effectLst>
            <a:outerShdw blurRad="63500" dist="19050" dir="5400000" algn="bl" rotWithShape="0">
              <a:srgbClr val="000000">
                <a:alpha val="10000"/>
              </a:srgbClr>
            </a:outerShdw>
          </a:effectLst>
        </p:spPr>
        <p:txBody>
          <a:bodyPr anchor="ctr"/>
          <a:lstStyle/>
          <a:p>
            <a:r>
              <a:rPr lang="en-US" sz="1100" dirty="0"/>
              <a:t>5. 1st Cross Dock Arrival Date &amp; Time</a:t>
            </a:r>
          </a:p>
          <a:p>
            <a:r>
              <a:rPr lang="en-US" sz="1100" dirty="0"/>
              <a:t>6. 1ts Cross Dock </a:t>
            </a:r>
            <a:r>
              <a:rPr lang="en-US" sz="1100" dirty="0" err="1"/>
              <a:t>Departcher</a:t>
            </a:r>
            <a:r>
              <a:rPr lang="en-US" sz="1100" dirty="0"/>
              <a:t> Date &amp; Time</a:t>
            </a:r>
          </a:p>
        </p:txBody>
      </p:sp>
      <p:cxnSp>
        <p:nvCxnSpPr>
          <p:cNvPr id="78" name="Connector: Elbow 77">
            <a:extLst>
              <a:ext uri="{FF2B5EF4-FFF2-40B4-BE49-F238E27FC236}">
                <a16:creationId xmlns:a16="http://schemas.microsoft.com/office/drawing/2014/main" id="{5D766E8B-2C2B-CBFC-7C98-340B8B573C96}"/>
              </a:ext>
            </a:extLst>
          </p:cNvPr>
          <p:cNvCxnSpPr>
            <a:cxnSpLocks/>
            <a:stCxn id="72" idx="1"/>
            <a:endCxn id="77" idx="0"/>
          </p:cNvCxnSpPr>
          <p:nvPr/>
        </p:nvCxnSpPr>
        <p:spPr>
          <a:xfrm rot="10800000" flipV="1">
            <a:off x="-1155740" y="3276769"/>
            <a:ext cx="1830753" cy="407748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: Elbow 81">
            <a:extLst>
              <a:ext uri="{FF2B5EF4-FFF2-40B4-BE49-F238E27FC236}">
                <a16:creationId xmlns:a16="http://schemas.microsoft.com/office/drawing/2014/main" id="{B18C7F84-3AE0-8ADA-27F4-55FC98B1C8CF}"/>
              </a:ext>
            </a:extLst>
          </p:cNvPr>
          <p:cNvCxnSpPr>
            <a:cxnSpLocks/>
            <a:stCxn id="77" idx="2"/>
            <a:endCxn id="50" idx="2"/>
          </p:cNvCxnSpPr>
          <p:nvPr/>
        </p:nvCxnSpPr>
        <p:spPr>
          <a:xfrm rot="16200000" flipH="1">
            <a:off x="2967355" y="248155"/>
            <a:ext cx="873972" cy="9120164"/>
          </a:xfrm>
          <a:prstGeom prst="bentConnector3">
            <a:avLst>
              <a:gd name="adj1" fmla="val 208755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6" name="Shape 6">
            <a:extLst>
              <a:ext uri="{FF2B5EF4-FFF2-40B4-BE49-F238E27FC236}">
                <a16:creationId xmlns:a16="http://schemas.microsoft.com/office/drawing/2014/main" id="{14A95FF6-7742-1850-9CE6-3302F875E2C4}"/>
              </a:ext>
            </a:extLst>
          </p:cNvPr>
          <p:cNvSpPr/>
          <p:nvPr/>
        </p:nvSpPr>
        <p:spPr>
          <a:xfrm>
            <a:off x="3621815" y="6181475"/>
            <a:ext cx="1303564" cy="384048"/>
          </a:xfrm>
          <a:prstGeom prst="roundRect">
            <a:avLst>
              <a:gd name="adj" fmla="val 14286"/>
            </a:avLst>
          </a:prstGeom>
          <a:noFill/>
          <a:ln w="19050">
            <a:noFill/>
            <a:prstDash val="solid"/>
          </a:ln>
          <a:effectLst>
            <a:outerShdw blurRad="63500" dist="19050" dir="5400000" algn="bl" rotWithShape="0">
              <a:srgbClr val="000000">
                <a:alpha val="10000"/>
              </a:srgbClr>
            </a:outerShdw>
          </a:effectLst>
        </p:spPr>
        <p:txBody>
          <a:bodyPr anchor="ctr"/>
          <a:lstStyle/>
          <a:p>
            <a:r>
              <a:rPr lang="en-US" sz="1100" dirty="0" err="1"/>
              <a:t>Animasi</a:t>
            </a:r>
            <a:r>
              <a:rPr lang="en-US" sz="1100" dirty="0"/>
              <a:t> </a:t>
            </a:r>
            <a:r>
              <a:rPr lang="en-US" sz="1100" dirty="0" err="1"/>
              <a:t>urutan</a:t>
            </a:r>
            <a:r>
              <a:rPr lang="en-US" sz="1100" dirty="0"/>
              <a:t> Skid</a:t>
            </a:r>
            <a:endParaRPr lang="en-ID" sz="1100" dirty="0"/>
          </a:p>
        </p:txBody>
      </p:sp>
    </p:spTree>
    <p:extLst>
      <p:ext uri="{BB962C8B-B14F-4D97-AF65-F5344CB8AC3E}">
        <p14:creationId xmlns:p14="http://schemas.microsoft.com/office/powerpoint/2010/main" val="39640598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44D453-FA7F-3E96-E3F3-ED1CFE0414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Shape 8">
            <a:extLst>
              <a:ext uri="{FF2B5EF4-FFF2-40B4-BE49-F238E27FC236}">
                <a16:creationId xmlns:a16="http://schemas.microsoft.com/office/drawing/2014/main" id="{50AFDA0A-8B23-FF7D-2729-835AE719B1FE}"/>
              </a:ext>
            </a:extLst>
          </p:cNvPr>
          <p:cNvSpPr/>
          <p:nvPr/>
        </p:nvSpPr>
        <p:spPr>
          <a:xfrm>
            <a:off x="3383280" y="189863"/>
            <a:ext cx="5486400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D5DBE3"/>
            </a:solidFill>
            <a:prstDash val="solid"/>
          </a:ln>
        </p:spPr>
        <p:txBody>
          <a:bodyPr/>
          <a:lstStyle/>
          <a:p>
            <a:pPr algn="ctr"/>
            <a:r>
              <a:rPr lang="en-US" dirty="0" err="1"/>
              <a:t>Konsep</a:t>
            </a:r>
            <a:r>
              <a:rPr lang="en-US" dirty="0"/>
              <a:t> Flow Data Plane</a:t>
            </a:r>
            <a:endParaRPr lang="en-ID" dirty="0"/>
          </a:p>
        </p:txBody>
      </p:sp>
      <p:sp>
        <p:nvSpPr>
          <p:cNvPr id="57" name="Shape 5">
            <a:extLst>
              <a:ext uri="{FF2B5EF4-FFF2-40B4-BE49-F238E27FC236}">
                <a16:creationId xmlns:a16="http://schemas.microsoft.com/office/drawing/2014/main" id="{ED3D0A93-E752-C56B-7CF7-A7CB8EF80E60}"/>
              </a:ext>
            </a:extLst>
          </p:cNvPr>
          <p:cNvSpPr/>
          <p:nvPr/>
        </p:nvSpPr>
        <p:spPr>
          <a:xfrm>
            <a:off x="163808" y="864118"/>
            <a:ext cx="11846484" cy="5877677"/>
          </a:xfrm>
          <a:prstGeom prst="roundRect">
            <a:avLst>
              <a:gd name="adj" fmla="val 1462"/>
            </a:avLst>
          </a:prstGeom>
          <a:solidFill>
            <a:srgbClr val="EAF1FA"/>
          </a:solidFill>
          <a:ln w="12700">
            <a:solidFill>
              <a:srgbClr val="C5D5EA"/>
            </a:solidFill>
            <a:prstDash val="solid"/>
          </a:ln>
          <a:effectLst>
            <a:outerShdw blurRad="63500" dist="1905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94" name="Shape 14">
            <a:extLst>
              <a:ext uri="{FF2B5EF4-FFF2-40B4-BE49-F238E27FC236}">
                <a16:creationId xmlns:a16="http://schemas.microsoft.com/office/drawing/2014/main" id="{F04A11EF-D2A3-0FF9-74DF-9309B9362E5E}"/>
              </a:ext>
            </a:extLst>
          </p:cNvPr>
          <p:cNvSpPr/>
          <p:nvPr/>
        </p:nvSpPr>
        <p:spPr>
          <a:xfrm>
            <a:off x="372402" y="1321370"/>
            <a:ext cx="3988070" cy="4581760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12700">
            <a:solidFill>
              <a:srgbClr val="FFFF00"/>
            </a:solidFill>
            <a:prstDash val="solid"/>
          </a:ln>
          <a:effectLst>
            <a:outerShdw blurRad="63500" dist="1905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" name="Shape 6">
            <a:extLst>
              <a:ext uri="{FF2B5EF4-FFF2-40B4-BE49-F238E27FC236}">
                <a16:creationId xmlns:a16="http://schemas.microsoft.com/office/drawing/2014/main" id="{7027954F-17A8-F500-5893-6F7C8BC8F6AE}"/>
              </a:ext>
            </a:extLst>
          </p:cNvPr>
          <p:cNvSpPr/>
          <p:nvPr/>
        </p:nvSpPr>
        <p:spPr>
          <a:xfrm>
            <a:off x="533400" y="1404304"/>
            <a:ext cx="1787748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9050">
            <a:solidFill>
              <a:srgbClr val="1B3A6B"/>
            </a:solidFill>
            <a:prstDash val="solid"/>
          </a:ln>
          <a:effectLst>
            <a:outerShdw blurRad="63500" dist="19050" dir="5400000" algn="bl" rotWithShape="0">
              <a:srgbClr val="000000">
                <a:alpha val="10000"/>
              </a:srgbClr>
            </a:outerShdw>
          </a:effectLst>
        </p:spPr>
        <p:txBody>
          <a:bodyPr anchor="ctr"/>
          <a:lstStyle/>
          <a:p>
            <a:pPr algn="ctr"/>
            <a:r>
              <a:rPr lang="en-US" sz="1100" b="1" dirty="0"/>
              <a:t>Progress Lane </a:t>
            </a:r>
            <a:r>
              <a:rPr lang="en-US" sz="1100" b="1" dirty="0" err="1"/>
              <a:t>Containe</a:t>
            </a:r>
            <a:endParaRPr lang="en-ID" sz="1100" b="1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EA282D9-D8A9-A87C-D3D1-CDE107C18A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90254" y="1443745"/>
            <a:ext cx="344607" cy="344607"/>
          </a:xfrm>
          <a:prstGeom prst="rect">
            <a:avLst/>
          </a:prstGeom>
        </p:spPr>
      </p:pic>
      <p:sp>
        <p:nvSpPr>
          <p:cNvPr id="26" name="Shape 6">
            <a:extLst>
              <a:ext uri="{FF2B5EF4-FFF2-40B4-BE49-F238E27FC236}">
                <a16:creationId xmlns:a16="http://schemas.microsoft.com/office/drawing/2014/main" id="{51954B84-368C-2800-0C13-7C2F6758AFAA}"/>
              </a:ext>
            </a:extLst>
          </p:cNvPr>
          <p:cNvSpPr/>
          <p:nvPr/>
        </p:nvSpPr>
        <p:spPr>
          <a:xfrm>
            <a:off x="2724817" y="1424024"/>
            <a:ext cx="1303564" cy="384048"/>
          </a:xfrm>
          <a:prstGeom prst="roundRect">
            <a:avLst>
              <a:gd name="adj" fmla="val 14286"/>
            </a:avLst>
          </a:prstGeom>
          <a:noFill/>
          <a:ln w="19050">
            <a:noFill/>
            <a:prstDash val="solid"/>
          </a:ln>
          <a:effectLst>
            <a:outerShdw blurRad="63500" dist="19050" dir="5400000" algn="bl" rotWithShape="0">
              <a:srgbClr val="000000">
                <a:alpha val="10000"/>
              </a:srgbClr>
            </a:outerShdw>
          </a:effectLst>
        </p:spPr>
        <p:txBody>
          <a:bodyPr anchor="ctr"/>
          <a:lstStyle/>
          <a:p>
            <a:r>
              <a:rPr lang="en-US" sz="1100" dirty="0" err="1"/>
              <a:t>Procrutment</a:t>
            </a:r>
            <a:endParaRPr lang="en-ID" sz="1100" dirty="0"/>
          </a:p>
        </p:txBody>
      </p:sp>
      <p:sp>
        <p:nvSpPr>
          <p:cNvPr id="72" name="Shape 6">
            <a:extLst>
              <a:ext uri="{FF2B5EF4-FFF2-40B4-BE49-F238E27FC236}">
                <a16:creationId xmlns:a16="http://schemas.microsoft.com/office/drawing/2014/main" id="{D7F22906-E52C-6FB2-27B1-337C64EE4C3D}"/>
              </a:ext>
            </a:extLst>
          </p:cNvPr>
          <p:cNvSpPr/>
          <p:nvPr/>
        </p:nvSpPr>
        <p:spPr>
          <a:xfrm>
            <a:off x="675012" y="2589283"/>
            <a:ext cx="2930958" cy="1727515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1B3A6B"/>
            </a:solidFill>
            <a:prstDash val="solid"/>
          </a:ln>
          <a:effectLst>
            <a:outerShdw blurRad="63500" dist="19050" dir="5400000" algn="bl" rotWithShape="0">
              <a:srgbClr val="000000">
                <a:alpha val="10000"/>
              </a:srgbClr>
            </a:outerShdw>
          </a:effectLst>
        </p:spPr>
        <p:txBody>
          <a:bodyPr anchor="ctr"/>
          <a:lstStyle/>
          <a:p>
            <a:r>
              <a:rPr lang="en-US" sz="1100" dirty="0"/>
              <a:t>1.Supplier</a:t>
            </a:r>
          </a:p>
          <a:p>
            <a:r>
              <a:rPr lang="en-US" sz="1100" dirty="0"/>
              <a:t>2. </a:t>
            </a:r>
            <a:r>
              <a:rPr lang="en-US" sz="1100" dirty="0" err="1"/>
              <a:t>S.Plant</a:t>
            </a:r>
            <a:endParaRPr lang="en-US" sz="1100" dirty="0"/>
          </a:p>
          <a:p>
            <a:r>
              <a:rPr lang="en-US" sz="1100" dirty="0"/>
              <a:t>3. </a:t>
            </a:r>
            <a:r>
              <a:rPr lang="en-US" sz="1100" dirty="0" err="1"/>
              <a:t>S.Dock</a:t>
            </a:r>
            <a:endParaRPr lang="en-US" sz="1100" dirty="0"/>
          </a:p>
          <a:p>
            <a:r>
              <a:rPr lang="en-US" sz="1100" dirty="0"/>
              <a:t>4. Supplier Name</a:t>
            </a:r>
          </a:p>
          <a:p>
            <a:r>
              <a:rPr lang="en-US" sz="1100" dirty="0"/>
              <a:t>5. 1st Cross Dock Arrival Date &amp; Time</a:t>
            </a:r>
          </a:p>
          <a:p>
            <a:r>
              <a:rPr lang="en-US" sz="1100" dirty="0"/>
              <a:t>6. 1ts Cross Dock </a:t>
            </a:r>
            <a:r>
              <a:rPr lang="en-US" sz="1100" dirty="0" err="1"/>
              <a:t>Departcher</a:t>
            </a:r>
            <a:r>
              <a:rPr lang="en-US" sz="1100" dirty="0"/>
              <a:t> Date &amp; Time</a:t>
            </a:r>
          </a:p>
          <a:p>
            <a:r>
              <a:rPr lang="en-US" sz="1100" dirty="0"/>
              <a:t>7. MROS</a:t>
            </a:r>
            <a:endParaRPr lang="en-ID" sz="1100" dirty="0"/>
          </a:p>
        </p:txBody>
      </p:sp>
      <p:sp>
        <p:nvSpPr>
          <p:cNvPr id="23" name="Shape 8">
            <a:extLst>
              <a:ext uri="{FF2B5EF4-FFF2-40B4-BE49-F238E27FC236}">
                <a16:creationId xmlns:a16="http://schemas.microsoft.com/office/drawing/2014/main" id="{95550170-D144-33C9-2EFA-1795EDBCA6B0}"/>
              </a:ext>
            </a:extLst>
          </p:cNvPr>
          <p:cNvSpPr/>
          <p:nvPr/>
        </p:nvSpPr>
        <p:spPr>
          <a:xfrm>
            <a:off x="420760" y="732804"/>
            <a:ext cx="2129493" cy="262629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5DBE3"/>
            </a:solidFill>
            <a:prstDash val="solid"/>
          </a:ln>
        </p:spPr>
        <p:txBody>
          <a:bodyPr/>
          <a:lstStyle/>
          <a:p>
            <a:pPr algn="ctr"/>
            <a:r>
              <a:rPr lang="en-US" sz="1200" dirty="0"/>
              <a:t>Upload File</a:t>
            </a:r>
            <a:endParaRPr lang="en-ID" sz="1200" dirty="0"/>
          </a:p>
        </p:txBody>
      </p:sp>
      <p:sp>
        <p:nvSpPr>
          <p:cNvPr id="4" name="Shape 6">
            <a:extLst>
              <a:ext uri="{FF2B5EF4-FFF2-40B4-BE49-F238E27FC236}">
                <a16:creationId xmlns:a16="http://schemas.microsoft.com/office/drawing/2014/main" id="{7E0E6301-8BCA-1AF7-5415-221A307356A8}"/>
              </a:ext>
            </a:extLst>
          </p:cNvPr>
          <p:cNvSpPr/>
          <p:nvPr/>
        </p:nvSpPr>
        <p:spPr>
          <a:xfrm>
            <a:off x="672186" y="4570872"/>
            <a:ext cx="2936612" cy="1200316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1B3A6B"/>
            </a:solidFill>
            <a:prstDash val="solid"/>
          </a:ln>
          <a:effectLst>
            <a:outerShdw blurRad="63500" dist="19050" dir="5400000" algn="bl" rotWithShape="0">
              <a:srgbClr val="000000">
                <a:alpha val="10000"/>
              </a:srgbClr>
            </a:outerShdw>
          </a:effectLst>
        </p:spPr>
        <p:txBody>
          <a:bodyPr anchor="ctr"/>
          <a:lstStyle/>
          <a:p>
            <a:r>
              <a:rPr lang="en-US" sz="1100" dirty="0"/>
              <a:t>8. Part No</a:t>
            </a:r>
          </a:p>
          <a:p>
            <a:r>
              <a:rPr lang="en-US" sz="1100" dirty="0"/>
              <a:t>9. KANBAN Print Address</a:t>
            </a:r>
          </a:p>
          <a:p>
            <a:r>
              <a:rPr lang="en-US" sz="1100" dirty="0"/>
              <a:t>10. Kanban No</a:t>
            </a:r>
          </a:p>
          <a:p>
            <a:r>
              <a:rPr lang="en-US" sz="1100" dirty="0"/>
              <a:t>11. Order Plan Quantity(Lot)</a:t>
            </a:r>
          </a:p>
          <a:p>
            <a:r>
              <a:rPr lang="en-US" sz="1100" dirty="0"/>
              <a:t>12. Parts Name</a:t>
            </a:r>
          </a:p>
          <a:p>
            <a:r>
              <a:rPr lang="en-US" sz="1100" dirty="0"/>
              <a:t>13. Conveyance Route</a:t>
            </a:r>
            <a:endParaRPr lang="en-ID" sz="1100" dirty="0"/>
          </a:p>
        </p:txBody>
      </p:sp>
      <p:sp>
        <p:nvSpPr>
          <p:cNvPr id="6" name="Shape 6">
            <a:extLst>
              <a:ext uri="{FF2B5EF4-FFF2-40B4-BE49-F238E27FC236}">
                <a16:creationId xmlns:a16="http://schemas.microsoft.com/office/drawing/2014/main" id="{8A570EC3-3F15-4FD4-4906-3FC53EDA12BA}"/>
              </a:ext>
            </a:extLst>
          </p:cNvPr>
          <p:cNvSpPr/>
          <p:nvPr/>
        </p:nvSpPr>
        <p:spPr>
          <a:xfrm>
            <a:off x="1600400" y="2008711"/>
            <a:ext cx="1063847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1B3A6B"/>
            </a:solidFill>
            <a:prstDash val="solid"/>
          </a:ln>
          <a:effectLst>
            <a:outerShdw blurRad="63500" dist="19050" dir="5400000" algn="bl" rotWithShape="0">
              <a:srgbClr val="000000">
                <a:alpha val="10000"/>
              </a:srgbClr>
            </a:outerShdw>
          </a:effectLst>
        </p:spPr>
        <p:txBody>
          <a:bodyPr anchor="ctr"/>
          <a:lstStyle/>
          <a:p>
            <a:pPr algn="ctr"/>
            <a:r>
              <a:rPr lang="en-US" sz="1100" dirty="0"/>
              <a:t>Filter Dock 43</a:t>
            </a:r>
            <a:endParaRPr lang="en-ID" sz="1100" dirty="0"/>
          </a:p>
        </p:txBody>
      </p:sp>
      <p:sp>
        <p:nvSpPr>
          <p:cNvPr id="9" name="Shape 6">
            <a:extLst>
              <a:ext uri="{FF2B5EF4-FFF2-40B4-BE49-F238E27FC236}">
                <a16:creationId xmlns:a16="http://schemas.microsoft.com/office/drawing/2014/main" id="{E758AB99-2876-F0CA-A39C-7CC85AB5BF5B}"/>
              </a:ext>
            </a:extLst>
          </p:cNvPr>
          <p:cNvSpPr/>
          <p:nvPr/>
        </p:nvSpPr>
        <p:spPr>
          <a:xfrm>
            <a:off x="3549111" y="3328869"/>
            <a:ext cx="983873" cy="384048"/>
          </a:xfrm>
          <a:prstGeom prst="roundRect">
            <a:avLst>
              <a:gd name="adj" fmla="val 14286"/>
            </a:avLst>
          </a:prstGeom>
          <a:noFill/>
          <a:ln w="19050">
            <a:noFill/>
            <a:prstDash val="solid"/>
          </a:ln>
          <a:effectLst>
            <a:outerShdw blurRad="63500" dist="19050" dir="5400000" algn="bl" rotWithShape="0">
              <a:srgbClr val="000000">
                <a:alpha val="10000"/>
              </a:srgbClr>
            </a:outerShdw>
          </a:effectLst>
        </p:spPr>
        <p:txBody>
          <a:bodyPr anchor="ctr"/>
          <a:lstStyle/>
          <a:p>
            <a:r>
              <a:rPr lang="en-US" sz="1100" dirty="0"/>
              <a:t>Grouping Data</a:t>
            </a:r>
            <a:endParaRPr lang="en-ID" sz="1100" dirty="0"/>
          </a:p>
        </p:txBody>
      </p:sp>
      <p:sp>
        <p:nvSpPr>
          <p:cNvPr id="11" name="Shape 6">
            <a:extLst>
              <a:ext uri="{FF2B5EF4-FFF2-40B4-BE49-F238E27FC236}">
                <a16:creationId xmlns:a16="http://schemas.microsoft.com/office/drawing/2014/main" id="{E70CB85E-3F28-1C45-618F-108D21E4E594}"/>
              </a:ext>
            </a:extLst>
          </p:cNvPr>
          <p:cNvSpPr/>
          <p:nvPr/>
        </p:nvSpPr>
        <p:spPr>
          <a:xfrm>
            <a:off x="2658807" y="2041333"/>
            <a:ext cx="1303564" cy="384048"/>
          </a:xfrm>
          <a:prstGeom prst="roundRect">
            <a:avLst>
              <a:gd name="adj" fmla="val 14286"/>
            </a:avLst>
          </a:prstGeom>
          <a:noFill/>
          <a:ln w="19050">
            <a:noFill/>
            <a:prstDash val="solid"/>
          </a:ln>
          <a:effectLst>
            <a:outerShdw blurRad="63500" dist="19050" dir="5400000" algn="bl" rotWithShape="0">
              <a:srgbClr val="000000">
                <a:alpha val="10000"/>
              </a:srgbClr>
            </a:outerShdw>
          </a:effectLst>
        </p:spPr>
        <p:txBody>
          <a:bodyPr anchor="ctr"/>
          <a:lstStyle/>
          <a:p>
            <a:r>
              <a:rPr lang="en-US" sz="1100" dirty="0"/>
              <a:t>Filter Data</a:t>
            </a:r>
            <a:endParaRPr lang="en-ID" sz="1100" dirty="0"/>
          </a:p>
        </p:txBody>
      </p:sp>
      <p:sp>
        <p:nvSpPr>
          <p:cNvPr id="13" name="Shape 6">
            <a:extLst>
              <a:ext uri="{FF2B5EF4-FFF2-40B4-BE49-F238E27FC236}">
                <a16:creationId xmlns:a16="http://schemas.microsoft.com/office/drawing/2014/main" id="{617D3DDE-186C-F0C5-E7A5-DCC284D0C5FE}"/>
              </a:ext>
            </a:extLst>
          </p:cNvPr>
          <p:cNvSpPr/>
          <p:nvPr/>
        </p:nvSpPr>
        <p:spPr>
          <a:xfrm>
            <a:off x="3580213" y="5000454"/>
            <a:ext cx="1303564" cy="384048"/>
          </a:xfrm>
          <a:prstGeom prst="roundRect">
            <a:avLst>
              <a:gd name="adj" fmla="val 14286"/>
            </a:avLst>
          </a:prstGeom>
          <a:noFill/>
          <a:ln w="19050">
            <a:noFill/>
            <a:prstDash val="solid"/>
          </a:ln>
          <a:effectLst>
            <a:outerShdw blurRad="63500" dist="19050" dir="5400000" algn="bl" rotWithShape="0">
              <a:srgbClr val="000000">
                <a:alpha val="10000"/>
              </a:srgbClr>
            </a:outerShdw>
          </a:effectLst>
        </p:spPr>
        <p:txBody>
          <a:bodyPr anchor="ctr"/>
          <a:lstStyle/>
          <a:p>
            <a:r>
              <a:rPr lang="en-US" sz="1100" dirty="0"/>
              <a:t>Isi </a:t>
            </a:r>
            <a:r>
              <a:rPr lang="en-US" sz="1100" dirty="0" err="1"/>
              <a:t>Grup</a:t>
            </a:r>
            <a:endParaRPr lang="en-ID" sz="1100" dirty="0"/>
          </a:p>
        </p:txBody>
      </p: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77AB489F-F657-6CFD-476C-CF99703691BD}"/>
              </a:ext>
            </a:extLst>
          </p:cNvPr>
          <p:cNvCxnSpPr>
            <a:cxnSpLocks/>
            <a:stCxn id="72" idx="2"/>
            <a:endCxn id="4" idx="0"/>
          </p:cNvCxnSpPr>
          <p:nvPr/>
        </p:nvCxnSpPr>
        <p:spPr>
          <a:xfrm>
            <a:off x="2140491" y="4316798"/>
            <a:ext cx="1" cy="25407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F1100E51-5C2D-843A-CCF0-E5D7643B4B62}"/>
              </a:ext>
            </a:extLst>
          </p:cNvPr>
          <p:cNvCxnSpPr>
            <a:cxnSpLocks/>
            <a:stCxn id="6" idx="2"/>
            <a:endCxn id="72" idx="0"/>
          </p:cNvCxnSpPr>
          <p:nvPr/>
        </p:nvCxnSpPr>
        <p:spPr>
          <a:xfrm>
            <a:off x="2132324" y="2392759"/>
            <a:ext cx="8167" cy="19652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Shape 14">
            <a:extLst>
              <a:ext uri="{FF2B5EF4-FFF2-40B4-BE49-F238E27FC236}">
                <a16:creationId xmlns:a16="http://schemas.microsoft.com/office/drawing/2014/main" id="{2DBFC1F9-E8E5-2B3F-5A9D-FD132A321217}"/>
              </a:ext>
            </a:extLst>
          </p:cNvPr>
          <p:cNvSpPr/>
          <p:nvPr/>
        </p:nvSpPr>
        <p:spPr>
          <a:xfrm>
            <a:off x="4624131" y="1321370"/>
            <a:ext cx="3143455" cy="3215461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12700">
            <a:solidFill>
              <a:srgbClr val="FFFF00"/>
            </a:solidFill>
            <a:prstDash val="solid"/>
          </a:ln>
          <a:effectLst>
            <a:outerShdw blurRad="63500" dist="1905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4" name="Shape 6">
            <a:extLst>
              <a:ext uri="{FF2B5EF4-FFF2-40B4-BE49-F238E27FC236}">
                <a16:creationId xmlns:a16="http://schemas.microsoft.com/office/drawing/2014/main" id="{EA50A493-0981-0483-CB35-EE64B1B6F387}"/>
              </a:ext>
            </a:extLst>
          </p:cNvPr>
          <p:cNvSpPr/>
          <p:nvPr/>
        </p:nvSpPr>
        <p:spPr>
          <a:xfrm>
            <a:off x="4785130" y="1404304"/>
            <a:ext cx="1787748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9050">
            <a:solidFill>
              <a:srgbClr val="1B3A6B"/>
            </a:solidFill>
            <a:prstDash val="solid"/>
          </a:ln>
          <a:effectLst>
            <a:outerShdw blurRad="63500" dist="19050" dir="5400000" algn="bl" rotWithShape="0">
              <a:srgbClr val="000000">
                <a:alpha val="10000"/>
              </a:srgbClr>
            </a:outerShdw>
          </a:effectLst>
        </p:spPr>
        <p:txBody>
          <a:bodyPr anchor="ctr"/>
          <a:lstStyle/>
          <a:p>
            <a:pPr algn="ctr"/>
            <a:r>
              <a:rPr lang="en-US" sz="1100" b="1" dirty="0"/>
              <a:t>Master Part</a:t>
            </a:r>
            <a:endParaRPr lang="en-ID" sz="1100" b="1" dirty="0"/>
          </a:p>
        </p:txBody>
      </p:sp>
      <p:pic>
        <p:nvPicPr>
          <p:cNvPr id="67" name="Picture 66">
            <a:extLst>
              <a:ext uri="{FF2B5EF4-FFF2-40B4-BE49-F238E27FC236}">
                <a16:creationId xmlns:a16="http://schemas.microsoft.com/office/drawing/2014/main" id="{A7ADB428-D554-79F7-DD50-CA9C3DCE2D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1984" y="1443745"/>
            <a:ext cx="344607" cy="344607"/>
          </a:xfrm>
          <a:prstGeom prst="rect">
            <a:avLst/>
          </a:prstGeom>
        </p:spPr>
      </p:pic>
      <p:sp>
        <p:nvSpPr>
          <p:cNvPr id="69" name="Shape 6">
            <a:extLst>
              <a:ext uri="{FF2B5EF4-FFF2-40B4-BE49-F238E27FC236}">
                <a16:creationId xmlns:a16="http://schemas.microsoft.com/office/drawing/2014/main" id="{825B9C83-A2C3-4BA0-25E6-245217A75D55}"/>
              </a:ext>
            </a:extLst>
          </p:cNvPr>
          <p:cNvSpPr/>
          <p:nvPr/>
        </p:nvSpPr>
        <p:spPr>
          <a:xfrm>
            <a:off x="6976547" y="1424023"/>
            <a:ext cx="950593" cy="396531"/>
          </a:xfrm>
          <a:prstGeom prst="roundRect">
            <a:avLst>
              <a:gd name="adj" fmla="val 14286"/>
            </a:avLst>
          </a:prstGeom>
          <a:noFill/>
          <a:ln w="19050">
            <a:noFill/>
            <a:prstDash val="solid"/>
          </a:ln>
          <a:effectLst>
            <a:outerShdw blurRad="63500" dist="19050" dir="5400000" algn="bl" rotWithShape="0">
              <a:srgbClr val="000000">
                <a:alpha val="10000"/>
              </a:srgbClr>
            </a:outerShdw>
          </a:effectLst>
        </p:spPr>
        <p:txBody>
          <a:bodyPr anchor="ctr"/>
          <a:lstStyle/>
          <a:p>
            <a:r>
              <a:rPr lang="en-US" sz="1100" dirty="0"/>
              <a:t>Engset </a:t>
            </a:r>
            <a:r>
              <a:rPr lang="en-US" sz="1100" dirty="0" err="1"/>
              <a:t>Tunjung</a:t>
            </a:r>
            <a:endParaRPr lang="en-ID" sz="1100" dirty="0"/>
          </a:p>
        </p:txBody>
      </p:sp>
      <p:sp>
        <p:nvSpPr>
          <p:cNvPr id="70" name="Shape 6">
            <a:extLst>
              <a:ext uri="{FF2B5EF4-FFF2-40B4-BE49-F238E27FC236}">
                <a16:creationId xmlns:a16="http://schemas.microsoft.com/office/drawing/2014/main" id="{8C25F500-E29A-3884-AFFE-1E789464D0E8}"/>
              </a:ext>
            </a:extLst>
          </p:cNvPr>
          <p:cNvSpPr/>
          <p:nvPr/>
        </p:nvSpPr>
        <p:spPr>
          <a:xfrm>
            <a:off x="5113075" y="1975434"/>
            <a:ext cx="2036725" cy="1885355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1B3A6B"/>
            </a:solidFill>
            <a:prstDash val="solid"/>
          </a:ln>
          <a:effectLst>
            <a:outerShdw blurRad="63500" dist="19050" dir="5400000" algn="bl" rotWithShape="0">
              <a:srgbClr val="000000">
                <a:alpha val="10000"/>
              </a:srgbClr>
            </a:outerShdw>
          </a:effectLst>
        </p:spPr>
        <p:txBody>
          <a:bodyPr anchor="ctr"/>
          <a:lstStyle/>
          <a:p>
            <a:r>
              <a:rPr lang="en-US" sz="1100" dirty="0"/>
              <a:t>1. Dock Code</a:t>
            </a:r>
          </a:p>
          <a:p>
            <a:r>
              <a:rPr lang="en-US" sz="1100" dirty="0"/>
              <a:t>2. Supplier Code / Exporter</a:t>
            </a:r>
          </a:p>
          <a:p>
            <a:r>
              <a:rPr lang="en-US" sz="1100" dirty="0"/>
              <a:t>3. Supplier Plant Code</a:t>
            </a:r>
          </a:p>
          <a:p>
            <a:r>
              <a:rPr lang="en-US" sz="1100" dirty="0"/>
              <a:t>4. Shipping Dock</a:t>
            </a:r>
          </a:p>
          <a:p>
            <a:r>
              <a:rPr lang="en-US" sz="1100" dirty="0"/>
              <a:t>5. Part No</a:t>
            </a:r>
          </a:p>
          <a:p>
            <a:r>
              <a:rPr lang="en-US" sz="1100" dirty="0"/>
              <a:t>6. Kanban No</a:t>
            </a:r>
          </a:p>
          <a:p>
            <a:r>
              <a:rPr lang="en-US" sz="1100" dirty="0"/>
              <a:t>7. Supplier / Exporter Name</a:t>
            </a:r>
          </a:p>
          <a:p>
            <a:r>
              <a:rPr lang="en-US" sz="1100" dirty="0"/>
              <a:t>8. Part Name</a:t>
            </a:r>
          </a:p>
          <a:p>
            <a:r>
              <a:rPr lang="en-US" sz="1100" dirty="0"/>
              <a:t>9. Volume Box</a:t>
            </a:r>
          </a:p>
          <a:p>
            <a:r>
              <a:rPr lang="en-US" sz="1100" dirty="0"/>
              <a:t>10. Conveyance</a:t>
            </a:r>
          </a:p>
          <a:p>
            <a:r>
              <a:rPr lang="en-US" sz="1100" dirty="0"/>
              <a:t>11. Status</a:t>
            </a:r>
            <a:endParaRPr lang="en-ID" sz="1100" dirty="0"/>
          </a:p>
        </p:txBody>
      </p:sp>
      <p:sp>
        <p:nvSpPr>
          <p:cNvPr id="71" name="Shape 6">
            <a:extLst>
              <a:ext uri="{FF2B5EF4-FFF2-40B4-BE49-F238E27FC236}">
                <a16:creationId xmlns:a16="http://schemas.microsoft.com/office/drawing/2014/main" id="{EB79FD78-BCC4-73E0-445F-46CC92BC8E06}"/>
              </a:ext>
            </a:extLst>
          </p:cNvPr>
          <p:cNvSpPr/>
          <p:nvPr/>
        </p:nvSpPr>
        <p:spPr>
          <a:xfrm>
            <a:off x="5506863" y="4013998"/>
            <a:ext cx="1249147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1B3A6B"/>
            </a:solidFill>
            <a:prstDash val="solid"/>
          </a:ln>
          <a:effectLst>
            <a:outerShdw blurRad="63500" dist="19050" dir="5400000" algn="bl" rotWithShape="0">
              <a:srgbClr val="000000">
                <a:alpha val="10000"/>
              </a:srgbClr>
            </a:outerShdw>
          </a:effectLst>
        </p:spPr>
        <p:txBody>
          <a:bodyPr anchor="ctr"/>
          <a:lstStyle/>
          <a:p>
            <a:pPr algn="ctr"/>
            <a:r>
              <a:rPr lang="en-US" sz="1100" dirty="0"/>
              <a:t>Volume Box</a:t>
            </a:r>
            <a:endParaRPr lang="en-ID" sz="1100" dirty="0"/>
          </a:p>
        </p:txBody>
      </p:sp>
      <p:sp>
        <p:nvSpPr>
          <p:cNvPr id="74" name="Shape 6">
            <a:extLst>
              <a:ext uri="{FF2B5EF4-FFF2-40B4-BE49-F238E27FC236}">
                <a16:creationId xmlns:a16="http://schemas.microsoft.com/office/drawing/2014/main" id="{85BB52B2-B866-4029-1C74-B6C1E1E3D199}"/>
              </a:ext>
            </a:extLst>
          </p:cNvPr>
          <p:cNvSpPr/>
          <p:nvPr/>
        </p:nvSpPr>
        <p:spPr>
          <a:xfrm>
            <a:off x="6180278" y="4610035"/>
            <a:ext cx="1303564" cy="384048"/>
          </a:xfrm>
          <a:prstGeom prst="roundRect">
            <a:avLst>
              <a:gd name="adj" fmla="val 14286"/>
            </a:avLst>
          </a:prstGeom>
          <a:noFill/>
          <a:ln w="19050">
            <a:noFill/>
            <a:prstDash val="solid"/>
          </a:ln>
          <a:effectLst>
            <a:outerShdw blurRad="63500" dist="19050" dir="5400000" algn="bl" rotWithShape="0">
              <a:srgbClr val="000000">
                <a:alpha val="10000"/>
              </a:srgbClr>
            </a:outerShdw>
          </a:effectLst>
        </p:spPr>
        <p:txBody>
          <a:bodyPr anchor="ctr"/>
          <a:lstStyle/>
          <a:p>
            <a:r>
              <a:rPr lang="en-US" sz="1100" dirty="0" err="1"/>
              <a:t>VlookUp</a:t>
            </a:r>
            <a:r>
              <a:rPr lang="en-US" sz="1100" dirty="0"/>
              <a:t> Data</a:t>
            </a:r>
            <a:endParaRPr lang="en-ID" sz="1100" dirty="0"/>
          </a:p>
        </p:txBody>
      </p:sp>
      <p:cxnSp>
        <p:nvCxnSpPr>
          <p:cNvPr id="95" name="Connector: Elbow 94">
            <a:extLst>
              <a:ext uri="{FF2B5EF4-FFF2-40B4-BE49-F238E27FC236}">
                <a16:creationId xmlns:a16="http://schemas.microsoft.com/office/drawing/2014/main" id="{71382763-EADB-FF35-2568-54A02373A7F6}"/>
              </a:ext>
            </a:extLst>
          </p:cNvPr>
          <p:cNvCxnSpPr>
            <a:cxnSpLocks/>
            <a:stCxn id="70" idx="2"/>
            <a:endCxn id="71" idx="0"/>
          </p:cNvCxnSpPr>
          <p:nvPr/>
        </p:nvCxnSpPr>
        <p:spPr>
          <a:xfrm rot="5400000">
            <a:off x="6054834" y="3937393"/>
            <a:ext cx="153209" cy="1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0" name="Shape 6">
            <a:extLst>
              <a:ext uri="{FF2B5EF4-FFF2-40B4-BE49-F238E27FC236}">
                <a16:creationId xmlns:a16="http://schemas.microsoft.com/office/drawing/2014/main" id="{7C00E409-B2F2-0B0A-614F-92F4544ED505}"/>
              </a:ext>
            </a:extLst>
          </p:cNvPr>
          <p:cNvSpPr/>
          <p:nvPr/>
        </p:nvSpPr>
        <p:spPr>
          <a:xfrm>
            <a:off x="5506848" y="5038613"/>
            <a:ext cx="1249147" cy="384048"/>
          </a:xfrm>
          <a:prstGeom prst="roundRect">
            <a:avLst>
              <a:gd name="adj" fmla="val 14286"/>
            </a:avLst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rgbClr val="1B3A6B"/>
            </a:solidFill>
            <a:prstDash val="solid"/>
          </a:ln>
          <a:effectLst>
            <a:outerShdw blurRad="63500" dist="19050" dir="5400000" algn="bl" rotWithShape="0">
              <a:srgbClr val="000000">
                <a:alpha val="10000"/>
              </a:srgbClr>
            </a:outerShdw>
          </a:effectLst>
        </p:spPr>
        <p:txBody>
          <a:bodyPr anchor="ctr"/>
          <a:lstStyle/>
          <a:p>
            <a:pPr algn="ctr"/>
            <a:r>
              <a:rPr lang="en-US" sz="1100" dirty="0"/>
              <a:t>Data Skid Level</a:t>
            </a:r>
            <a:endParaRPr lang="en-ID" sz="1100" dirty="0"/>
          </a:p>
        </p:txBody>
      </p:sp>
      <p:cxnSp>
        <p:nvCxnSpPr>
          <p:cNvPr id="101" name="Connector: Elbow 100">
            <a:extLst>
              <a:ext uri="{FF2B5EF4-FFF2-40B4-BE49-F238E27FC236}">
                <a16:creationId xmlns:a16="http://schemas.microsoft.com/office/drawing/2014/main" id="{53EEF1AB-0DA7-78C1-E102-24D79275F321}"/>
              </a:ext>
            </a:extLst>
          </p:cNvPr>
          <p:cNvCxnSpPr>
            <a:cxnSpLocks/>
            <a:stCxn id="4" idx="2"/>
            <a:endCxn id="100" idx="1"/>
          </p:cNvCxnSpPr>
          <p:nvPr/>
        </p:nvCxnSpPr>
        <p:spPr>
          <a:xfrm rot="5400000" flipH="1" flipV="1">
            <a:off x="3553394" y="3817735"/>
            <a:ext cx="540551" cy="3366356"/>
          </a:xfrm>
          <a:prstGeom prst="bentConnector4">
            <a:avLst>
              <a:gd name="adj1" fmla="val -42290"/>
              <a:gd name="adj2" fmla="val 71809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: Elbow 103">
            <a:extLst>
              <a:ext uri="{FF2B5EF4-FFF2-40B4-BE49-F238E27FC236}">
                <a16:creationId xmlns:a16="http://schemas.microsoft.com/office/drawing/2014/main" id="{C6629E93-C13A-85D7-3789-1474ADD90FB6}"/>
              </a:ext>
            </a:extLst>
          </p:cNvPr>
          <p:cNvCxnSpPr>
            <a:cxnSpLocks/>
            <a:stCxn id="71" idx="2"/>
            <a:endCxn id="100" idx="0"/>
          </p:cNvCxnSpPr>
          <p:nvPr/>
        </p:nvCxnSpPr>
        <p:spPr>
          <a:xfrm rot="5400000">
            <a:off x="5811147" y="4718322"/>
            <a:ext cx="640567" cy="15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9" name="Shape 6">
            <a:extLst>
              <a:ext uri="{FF2B5EF4-FFF2-40B4-BE49-F238E27FC236}">
                <a16:creationId xmlns:a16="http://schemas.microsoft.com/office/drawing/2014/main" id="{6715E8D2-90CF-FC61-AFD3-90FA97B532DD}"/>
              </a:ext>
            </a:extLst>
          </p:cNvPr>
          <p:cNvSpPr/>
          <p:nvPr/>
        </p:nvSpPr>
        <p:spPr>
          <a:xfrm>
            <a:off x="4764141" y="5519082"/>
            <a:ext cx="2663718" cy="384048"/>
          </a:xfrm>
          <a:prstGeom prst="roundRect">
            <a:avLst>
              <a:gd name="adj" fmla="val 14286"/>
            </a:avLst>
          </a:prstGeom>
          <a:noFill/>
          <a:ln w="19050">
            <a:noFill/>
            <a:prstDash val="solid"/>
          </a:ln>
          <a:effectLst>
            <a:outerShdw blurRad="63500" dist="19050" dir="5400000" algn="bl" rotWithShape="0">
              <a:srgbClr val="000000">
                <a:alpha val="10000"/>
              </a:srgbClr>
            </a:outerShdw>
          </a:effectLst>
        </p:spPr>
        <p:txBody>
          <a:bodyPr anchor="ctr"/>
          <a:lstStyle/>
          <a:p>
            <a:pPr algn="ctr"/>
            <a:r>
              <a:rPr lang="en-US" sz="1100" dirty="0"/>
              <a:t>= Volume &gt; N+0,5m </a:t>
            </a:r>
          </a:p>
          <a:p>
            <a:pPr algn="ctr"/>
            <a:r>
              <a:rPr lang="en-US" sz="1100" dirty="0"/>
              <a:t>= N+1 skid</a:t>
            </a:r>
            <a:endParaRPr lang="en-ID" sz="1100" dirty="0"/>
          </a:p>
        </p:txBody>
      </p:sp>
      <p:sp>
        <p:nvSpPr>
          <p:cNvPr id="36" name="Shape 14">
            <a:extLst>
              <a:ext uri="{FF2B5EF4-FFF2-40B4-BE49-F238E27FC236}">
                <a16:creationId xmlns:a16="http://schemas.microsoft.com/office/drawing/2014/main" id="{860BE13B-5959-C3D1-522C-EDB85C328ADA}"/>
              </a:ext>
            </a:extLst>
          </p:cNvPr>
          <p:cNvSpPr/>
          <p:nvPr/>
        </p:nvSpPr>
        <p:spPr>
          <a:xfrm>
            <a:off x="8632136" y="1305743"/>
            <a:ext cx="3143455" cy="1543335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12700">
            <a:solidFill>
              <a:srgbClr val="FFFF00"/>
            </a:solidFill>
            <a:prstDash val="solid"/>
          </a:ln>
          <a:effectLst>
            <a:outerShdw blurRad="63500" dist="1905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7" name="Shape 6">
            <a:extLst>
              <a:ext uri="{FF2B5EF4-FFF2-40B4-BE49-F238E27FC236}">
                <a16:creationId xmlns:a16="http://schemas.microsoft.com/office/drawing/2014/main" id="{60CAB15E-D6FF-ADF9-5F92-B3692C8211B8}"/>
              </a:ext>
            </a:extLst>
          </p:cNvPr>
          <p:cNvSpPr/>
          <p:nvPr/>
        </p:nvSpPr>
        <p:spPr>
          <a:xfrm>
            <a:off x="8793135" y="1388677"/>
            <a:ext cx="1787748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9050">
            <a:solidFill>
              <a:srgbClr val="1B3A6B"/>
            </a:solidFill>
            <a:prstDash val="solid"/>
          </a:ln>
          <a:effectLst>
            <a:outerShdw blurRad="63500" dist="19050" dir="5400000" algn="bl" rotWithShape="0">
              <a:srgbClr val="000000">
                <a:alpha val="10000"/>
              </a:srgbClr>
            </a:outerShdw>
          </a:effectLst>
        </p:spPr>
        <p:txBody>
          <a:bodyPr anchor="ctr"/>
          <a:lstStyle/>
          <a:p>
            <a:pPr algn="ctr"/>
            <a:r>
              <a:rPr lang="en-US" sz="1100" b="1" dirty="0"/>
              <a:t>Matrix </a:t>
            </a:r>
            <a:r>
              <a:rPr lang="en-US" sz="1100" b="1" dirty="0" err="1"/>
              <a:t>PLane</a:t>
            </a:r>
            <a:endParaRPr lang="en-ID" sz="1100" b="1" dirty="0"/>
          </a:p>
        </p:txBody>
      </p:sp>
      <p:pic>
        <p:nvPicPr>
          <p:cNvPr id="38" name="Picture 37">
            <a:extLst>
              <a:ext uri="{FF2B5EF4-FFF2-40B4-BE49-F238E27FC236}">
                <a16:creationId xmlns:a16="http://schemas.microsoft.com/office/drawing/2014/main" id="{B0E08263-4579-3627-54F0-99395866FA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49989" y="1428118"/>
            <a:ext cx="344607" cy="344607"/>
          </a:xfrm>
          <a:prstGeom prst="rect">
            <a:avLst/>
          </a:prstGeom>
        </p:spPr>
      </p:pic>
      <p:sp>
        <p:nvSpPr>
          <p:cNvPr id="39" name="Shape 6">
            <a:extLst>
              <a:ext uri="{FF2B5EF4-FFF2-40B4-BE49-F238E27FC236}">
                <a16:creationId xmlns:a16="http://schemas.microsoft.com/office/drawing/2014/main" id="{713A38D2-CA83-AC30-8241-E8C171BC8C71}"/>
              </a:ext>
            </a:extLst>
          </p:cNvPr>
          <p:cNvSpPr/>
          <p:nvPr/>
        </p:nvSpPr>
        <p:spPr>
          <a:xfrm>
            <a:off x="10984552" y="1408396"/>
            <a:ext cx="950593" cy="396531"/>
          </a:xfrm>
          <a:prstGeom prst="roundRect">
            <a:avLst>
              <a:gd name="adj" fmla="val 14286"/>
            </a:avLst>
          </a:prstGeom>
          <a:noFill/>
          <a:ln w="19050">
            <a:noFill/>
            <a:prstDash val="solid"/>
          </a:ln>
          <a:effectLst>
            <a:outerShdw blurRad="63500" dist="19050" dir="5400000" algn="bl" rotWithShape="0">
              <a:srgbClr val="000000">
                <a:alpha val="10000"/>
              </a:srgbClr>
            </a:outerShdw>
          </a:effectLst>
        </p:spPr>
        <p:txBody>
          <a:bodyPr anchor="ctr"/>
          <a:lstStyle/>
          <a:p>
            <a:r>
              <a:rPr lang="en-US" sz="1100" dirty="0"/>
              <a:t>Engset </a:t>
            </a:r>
            <a:r>
              <a:rPr lang="en-US" sz="1100" dirty="0" err="1"/>
              <a:t>Tunjung</a:t>
            </a:r>
            <a:endParaRPr lang="en-ID" sz="1100" dirty="0"/>
          </a:p>
        </p:txBody>
      </p:sp>
      <p:sp>
        <p:nvSpPr>
          <p:cNvPr id="40" name="Shape 6">
            <a:extLst>
              <a:ext uri="{FF2B5EF4-FFF2-40B4-BE49-F238E27FC236}">
                <a16:creationId xmlns:a16="http://schemas.microsoft.com/office/drawing/2014/main" id="{6308D9C8-148A-2132-BD5F-042FF13756E6}"/>
              </a:ext>
            </a:extLst>
          </p:cNvPr>
          <p:cNvSpPr/>
          <p:nvPr/>
        </p:nvSpPr>
        <p:spPr>
          <a:xfrm>
            <a:off x="9121080" y="1959807"/>
            <a:ext cx="2036725" cy="658251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1B3A6B"/>
            </a:solidFill>
            <a:prstDash val="solid"/>
          </a:ln>
          <a:effectLst>
            <a:outerShdw blurRad="63500" dist="19050" dir="5400000" algn="bl" rotWithShape="0">
              <a:srgbClr val="000000">
                <a:alpha val="10000"/>
              </a:srgbClr>
            </a:outerShdw>
          </a:effectLst>
        </p:spPr>
        <p:txBody>
          <a:bodyPr anchor="ctr"/>
          <a:lstStyle/>
          <a:p>
            <a:r>
              <a:rPr lang="en-ID" sz="1100" dirty="0"/>
              <a:t>1. Data </a:t>
            </a:r>
            <a:r>
              <a:rPr lang="en-ID" sz="1100" dirty="0" err="1"/>
              <a:t>Fisik</a:t>
            </a:r>
            <a:r>
              <a:rPr lang="en-ID" sz="1100" dirty="0"/>
              <a:t> Plane</a:t>
            </a:r>
          </a:p>
          <a:p>
            <a:r>
              <a:rPr lang="en-ID" sz="1100" dirty="0"/>
              <a:t>2. Data </a:t>
            </a:r>
            <a:r>
              <a:rPr lang="en-ID" sz="1100" dirty="0" err="1"/>
              <a:t>Patern</a:t>
            </a:r>
            <a:r>
              <a:rPr lang="en-ID" sz="1100" dirty="0"/>
              <a:t> </a:t>
            </a:r>
            <a:r>
              <a:rPr lang="en-ID" sz="1100" dirty="0" err="1"/>
              <a:t>PLane</a:t>
            </a:r>
            <a:endParaRPr lang="en-ID" sz="1100" dirty="0"/>
          </a:p>
        </p:txBody>
      </p:sp>
      <p:sp>
        <p:nvSpPr>
          <p:cNvPr id="45" name="Shape 14">
            <a:extLst>
              <a:ext uri="{FF2B5EF4-FFF2-40B4-BE49-F238E27FC236}">
                <a16:creationId xmlns:a16="http://schemas.microsoft.com/office/drawing/2014/main" id="{5955F8D1-99DC-AA5D-FBC5-99B26440F548}"/>
              </a:ext>
            </a:extLst>
          </p:cNvPr>
          <p:cNvSpPr/>
          <p:nvPr/>
        </p:nvSpPr>
        <p:spPr>
          <a:xfrm>
            <a:off x="8632136" y="2997957"/>
            <a:ext cx="3143455" cy="1543335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12700">
            <a:solidFill>
              <a:srgbClr val="FFFF00"/>
            </a:solidFill>
            <a:prstDash val="solid"/>
          </a:ln>
          <a:effectLst>
            <a:outerShdw blurRad="63500" dist="1905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6" name="Shape 6">
            <a:extLst>
              <a:ext uri="{FF2B5EF4-FFF2-40B4-BE49-F238E27FC236}">
                <a16:creationId xmlns:a16="http://schemas.microsoft.com/office/drawing/2014/main" id="{B2830DEF-8485-9EC2-B773-4B5DAC76C016}"/>
              </a:ext>
            </a:extLst>
          </p:cNvPr>
          <p:cNvSpPr/>
          <p:nvPr/>
        </p:nvSpPr>
        <p:spPr>
          <a:xfrm>
            <a:off x="8793135" y="3080891"/>
            <a:ext cx="1787748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9050">
            <a:solidFill>
              <a:srgbClr val="1B3A6B"/>
            </a:solidFill>
            <a:prstDash val="solid"/>
          </a:ln>
          <a:effectLst>
            <a:outerShdw blurRad="63500" dist="19050" dir="5400000" algn="bl" rotWithShape="0">
              <a:srgbClr val="000000">
                <a:alpha val="10000"/>
              </a:srgbClr>
            </a:outerShdw>
          </a:effectLst>
        </p:spPr>
        <p:txBody>
          <a:bodyPr anchor="ctr"/>
          <a:lstStyle/>
          <a:p>
            <a:pPr algn="ctr"/>
            <a:r>
              <a:rPr lang="en-US" sz="1100" b="1" dirty="0"/>
              <a:t>Andon</a:t>
            </a:r>
            <a:endParaRPr lang="en-ID" sz="1100" b="1" dirty="0"/>
          </a:p>
        </p:txBody>
      </p:sp>
      <p:sp>
        <p:nvSpPr>
          <p:cNvPr id="48" name="Shape 6">
            <a:extLst>
              <a:ext uri="{FF2B5EF4-FFF2-40B4-BE49-F238E27FC236}">
                <a16:creationId xmlns:a16="http://schemas.microsoft.com/office/drawing/2014/main" id="{03C09B8E-9C6A-4A1B-E235-20F7B1C2623E}"/>
              </a:ext>
            </a:extLst>
          </p:cNvPr>
          <p:cNvSpPr/>
          <p:nvPr/>
        </p:nvSpPr>
        <p:spPr>
          <a:xfrm>
            <a:off x="10984552" y="3100610"/>
            <a:ext cx="950593" cy="396531"/>
          </a:xfrm>
          <a:prstGeom prst="roundRect">
            <a:avLst>
              <a:gd name="adj" fmla="val 14286"/>
            </a:avLst>
          </a:prstGeom>
          <a:noFill/>
          <a:ln w="19050">
            <a:noFill/>
            <a:prstDash val="solid"/>
          </a:ln>
          <a:effectLst>
            <a:outerShdw blurRad="63500" dist="19050" dir="5400000" algn="bl" rotWithShape="0">
              <a:srgbClr val="000000">
                <a:alpha val="10000"/>
              </a:srgbClr>
            </a:outerShdw>
          </a:effectLst>
        </p:spPr>
        <p:txBody>
          <a:bodyPr anchor="ctr"/>
          <a:lstStyle/>
          <a:p>
            <a:r>
              <a:rPr lang="en-US" sz="1100" dirty="0"/>
              <a:t>Manual </a:t>
            </a:r>
            <a:r>
              <a:rPr lang="en-US" sz="1100" dirty="0" err="1"/>
              <a:t>SImulation</a:t>
            </a:r>
            <a:endParaRPr lang="en-ID" sz="1100" dirty="0"/>
          </a:p>
        </p:txBody>
      </p:sp>
      <p:sp>
        <p:nvSpPr>
          <p:cNvPr id="49" name="Shape 6">
            <a:extLst>
              <a:ext uri="{FF2B5EF4-FFF2-40B4-BE49-F238E27FC236}">
                <a16:creationId xmlns:a16="http://schemas.microsoft.com/office/drawing/2014/main" id="{101A0290-6DF5-3968-EA76-5BD502A5FCA3}"/>
              </a:ext>
            </a:extLst>
          </p:cNvPr>
          <p:cNvSpPr/>
          <p:nvPr/>
        </p:nvSpPr>
        <p:spPr>
          <a:xfrm>
            <a:off x="9121080" y="3652021"/>
            <a:ext cx="2036725" cy="658251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1B3A6B"/>
            </a:solidFill>
            <a:prstDash val="solid"/>
          </a:ln>
          <a:effectLst>
            <a:outerShdw blurRad="63500" dist="19050" dir="5400000" algn="bl" rotWithShape="0">
              <a:srgbClr val="000000">
                <a:alpha val="10000"/>
              </a:srgbClr>
            </a:outerShdw>
          </a:effectLst>
        </p:spPr>
        <p:txBody>
          <a:bodyPr anchor="ctr"/>
          <a:lstStyle/>
          <a:p>
            <a:r>
              <a:rPr lang="en-ID" sz="1100" dirty="0"/>
              <a:t>Data </a:t>
            </a:r>
            <a:r>
              <a:rPr lang="en-ID" sz="1100" dirty="0" err="1"/>
              <a:t>Hitungan</a:t>
            </a:r>
            <a:r>
              <a:rPr lang="en-ID" sz="1100" dirty="0"/>
              <a:t> Andon</a:t>
            </a:r>
          </a:p>
        </p:txBody>
      </p:sp>
      <p:sp>
        <p:nvSpPr>
          <p:cNvPr id="50" name="Shape 6">
            <a:extLst>
              <a:ext uri="{FF2B5EF4-FFF2-40B4-BE49-F238E27FC236}">
                <a16:creationId xmlns:a16="http://schemas.microsoft.com/office/drawing/2014/main" id="{49A0173A-CFF8-F56E-EBC4-8E7AB07330E3}"/>
              </a:ext>
            </a:extLst>
          </p:cNvPr>
          <p:cNvSpPr/>
          <p:nvPr/>
        </p:nvSpPr>
        <p:spPr>
          <a:xfrm>
            <a:off x="7135771" y="5037447"/>
            <a:ext cx="1657304" cy="384048"/>
          </a:xfrm>
          <a:prstGeom prst="roundRect">
            <a:avLst>
              <a:gd name="adj" fmla="val 14286"/>
            </a:avLst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rgbClr val="1B3A6B"/>
            </a:solidFill>
            <a:prstDash val="solid"/>
          </a:ln>
          <a:effectLst>
            <a:outerShdw blurRad="63500" dist="19050" dir="5400000" algn="bl" rotWithShape="0">
              <a:srgbClr val="000000">
                <a:alpha val="10000"/>
              </a:srgbClr>
            </a:outerShdw>
          </a:effectLst>
        </p:spPr>
        <p:txBody>
          <a:bodyPr anchor="ctr"/>
          <a:lstStyle/>
          <a:p>
            <a:pPr algn="ctr"/>
            <a:r>
              <a:rPr lang="en-US" sz="1100" dirty="0" err="1"/>
              <a:t>Simulasi</a:t>
            </a:r>
            <a:r>
              <a:rPr lang="en-US" sz="1100" dirty="0"/>
              <a:t> </a:t>
            </a:r>
            <a:r>
              <a:rPr lang="en-US" sz="1100" dirty="0" err="1"/>
              <a:t>Pergerakan</a:t>
            </a:r>
            <a:r>
              <a:rPr lang="en-US" sz="1100" dirty="0"/>
              <a:t> Plane</a:t>
            </a:r>
            <a:endParaRPr lang="en-ID" sz="1100" dirty="0"/>
          </a:p>
        </p:txBody>
      </p: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4DC2A82A-3E0A-2B2E-A3E7-988A7AB27E37}"/>
              </a:ext>
            </a:extLst>
          </p:cNvPr>
          <p:cNvCxnSpPr>
            <a:stCxn id="100" idx="3"/>
            <a:endCxn id="50" idx="1"/>
          </p:cNvCxnSpPr>
          <p:nvPr/>
        </p:nvCxnSpPr>
        <p:spPr>
          <a:xfrm flipV="1">
            <a:off x="6755995" y="5229471"/>
            <a:ext cx="379776" cy="116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: Elbow 57">
            <a:extLst>
              <a:ext uri="{FF2B5EF4-FFF2-40B4-BE49-F238E27FC236}">
                <a16:creationId xmlns:a16="http://schemas.microsoft.com/office/drawing/2014/main" id="{08F83FF8-360D-5AB8-2A0E-D0F50526BCD1}"/>
              </a:ext>
            </a:extLst>
          </p:cNvPr>
          <p:cNvCxnSpPr>
            <a:cxnSpLocks/>
            <a:stCxn id="40" idx="1"/>
            <a:endCxn id="50" idx="0"/>
          </p:cNvCxnSpPr>
          <p:nvPr/>
        </p:nvCxnSpPr>
        <p:spPr>
          <a:xfrm rot="10800000" flipV="1">
            <a:off x="7964424" y="2288933"/>
            <a:ext cx="1156657" cy="2748514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: Elbow 59">
            <a:extLst>
              <a:ext uri="{FF2B5EF4-FFF2-40B4-BE49-F238E27FC236}">
                <a16:creationId xmlns:a16="http://schemas.microsoft.com/office/drawing/2014/main" id="{D1D1D242-6049-06C4-548F-B18BC8C68F8D}"/>
              </a:ext>
            </a:extLst>
          </p:cNvPr>
          <p:cNvCxnSpPr>
            <a:cxnSpLocks/>
            <a:stCxn id="49" idx="1"/>
            <a:endCxn id="50" idx="0"/>
          </p:cNvCxnSpPr>
          <p:nvPr/>
        </p:nvCxnSpPr>
        <p:spPr>
          <a:xfrm rot="10800000" flipV="1">
            <a:off x="7964424" y="3981147"/>
            <a:ext cx="1156657" cy="1056300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Shape 6">
            <a:extLst>
              <a:ext uri="{FF2B5EF4-FFF2-40B4-BE49-F238E27FC236}">
                <a16:creationId xmlns:a16="http://schemas.microsoft.com/office/drawing/2014/main" id="{20E050D4-526B-05CD-55F4-510AD7FB07D3}"/>
              </a:ext>
            </a:extLst>
          </p:cNvPr>
          <p:cNvSpPr/>
          <p:nvPr/>
        </p:nvSpPr>
        <p:spPr>
          <a:xfrm>
            <a:off x="7932410" y="1909827"/>
            <a:ext cx="1303564" cy="384048"/>
          </a:xfrm>
          <a:prstGeom prst="roundRect">
            <a:avLst>
              <a:gd name="adj" fmla="val 14286"/>
            </a:avLst>
          </a:prstGeom>
          <a:noFill/>
          <a:ln w="19050">
            <a:noFill/>
            <a:prstDash val="solid"/>
          </a:ln>
          <a:effectLst>
            <a:outerShdw blurRad="63500" dist="19050" dir="5400000" algn="bl" rotWithShape="0">
              <a:srgbClr val="000000">
                <a:alpha val="10000"/>
              </a:srgbClr>
            </a:outerShdw>
          </a:effectLst>
        </p:spPr>
        <p:txBody>
          <a:bodyPr anchor="ctr"/>
          <a:lstStyle/>
          <a:p>
            <a:r>
              <a:rPr lang="en-US" sz="1100" dirty="0" err="1"/>
              <a:t>Tampilan</a:t>
            </a:r>
            <a:r>
              <a:rPr lang="en-US" sz="1100" dirty="0"/>
              <a:t> </a:t>
            </a:r>
            <a:r>
              <a:rPr lang="en-US" sz="1100" dirty="0" err="1"/>
              <a:t>Fisik</a:t>
            </a:r>
            <a:r>
              <a:rPr lang="en-US" sz="1100" dirty="0"/>
              <a:t> Plane</a:t>
            </a:r>
            <a:endParaRPr lang="en-ID" sz="1100" dirty="0"/>
          </a:p>
        </p:txBody>
      </p:sp>
      <p:sp>
        <p:nvSpPr>
          <p:cNvPr id="68" name="Shape 6">
            <a:extLst>
              <a:ext uri="{FF2B5EF4-FFF2-40B4-BE49-F238E27FC236}">
                <a16:creationId xmlns:a16="http://schemas.microsoft.com/office/drawing/2014/main" id="{9277F3AA-D35B-9608-B608-ADDAB4A5D77C}"/>
              </a:ext>
            </a:extLst>
          </p:cNvPr>
          <p:cNvSpPr/>
          <p:nvPr/>
        </p:nvSpPr>
        <p:spPr>
          <a:xfrm>
            <a:off x="7931325" y="3581828"/>
            <a:ext cx="1303564" cy="384048"/>
          </a:xfrm>
          <a:prstGeom prst="roundRect">
            <a:avLst>
              <a:gd name="adj" fmla="val 14286"/>
            </a:avLst>
          </a:prstGeom>
          <a:noFill/>
          <a:ln w="19050">
            <a:noFill/>
            <a:prstDash val="solid"/>
          </a:ln>
          <a:effectLst>
            <a:outerShdw blurRad="63500" dist="19050" dir="5400000" algn="bl" rotWithShape="0">
              <a:srgbClr val="000000">
                <a:alpha val="10000"/>
              </a:srgbClr>
            </a:outerShdw>
          </a:effectLst>
        </p:spPr>
        <p:txBody>
          <a:bodyPr anchor="ctr"/>
          <a:lstStyle/>
          <a:p>
            <a:r>
              <a:rPr lang="en-US" sz="1100" dirty="0" err="1"/>
              <a:t>Pergerakan</a:t>
            </a:r>
            <a:r>
              <a:rPr lang="en-US" sz="1100" dirty="0"/>
              <a:t> Plane</a:t>
            </a:r>
            <a:endParaRPr lang="en-ID" sz="1100" dirty="0"/>
          </a:p>
        </p:txBody>
      </p:sp>
      <p:sp>
        <p:nvSpPr>
          <p:cNvPr id="77" name="Shape 6">
            <a:extLst>
              <a:ext uri="{FF2B5EF4-FFF2-40B4-BE49-F238E27FC236}">
                <a16:creationId xmlns:a16="http://schemas.microsoft.com/office/drawing/2014/main" id="{7E8EE8A1-8329-8DBC-7719-218732F00A94}"/>
              </a:ext>
            </a:extLst>
          </p:cNvPr>
          <p:cNvSpPr/>
          <p:nvPr/>
        </p:nvSpPr>
        <p:spPr>
          <a:xfrm>
            <a:off x="-2691375" y="3860789"/>
            <a:ext cx="3071268" cy="686734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1B3A6B"/>
            </a:solidFill>
            <a:prstDash val="solid"/>
          </a:ln>
          <a:effectLst>
            <a:outerShdw blurRad="63500" dist="19050" dir="5400000" algn="bl" rotWithShape="0">
              <a:srgbClr val="000000">
                <a:alpha val="10000"/>
              </a:srgbClr>
            </a:outerShdw>
          </a:effectLst>
        </p:spPr>
        <p:txBody>
          <a:bodyPr anchor="ctr"/>
          <a:lstStyle/>
          <a:p>
            <a:pPr lvl="1"/>
            <a:r>
              <a:rPr lang="en-US" sz="1100" dirty="0"/>
              <a:t>5. 1st Cross Dock Arrival Date &amp; Time</a:t>
            </a:r>
          </a:p>
          <a:p>
            <a:pPr lvl="1"/>
            <a:r>
              <a:rPr lang="en-US" sz="1100" dirty="0"/>
              <a:t>6. 1ts Cross Dock </a:t>
            </a:r>
            <a:r>
              <a:rPr lang="en-US" sz="1100" dirty="0" err="1"/>
              <a:t>Departcher</a:t>
            </a:r>
            <a:r>
              <a:rPr lang="en-US" sz="1100" dirty="0"/>
              <a:t> Date &amp; Time</a:t>
            </a:r>
          </a:p>
        </p:txBody>
      </p:sp>
      <p:cxnSp>
        <p:nvCxnSpPr>
          <p:cNvPr id="78" name="Connector: Elbow 77">
            <a:extLst>
              <a:ext uri="{FF2B5EF4-FFF2-40B4-BE49-F238E27FC236}">
                <a16:creationId xmlns:a16="http://schemas.microsoft.com/office/drawing/2014/main" id="{5D766E8B-2C2B-CBFC-7C98-340B8B573C96}"/>
              </a:ext>
            </a:extLst>
          </p:cNvPr>
          <p:cNvCxnSpPr>
            <a:cxnSpLocks/>
            <a:stCxn id="72" idx="1"/>
            <a:endCxn id="77" idx="0"/>
          </p:cNvCxnSpPr>
          <p:nvPr/>
        </p:nvCxnSpPr>
        <p:spPr>
          <a:xfrm rot="10800000" flipV="1">
            <a:off x="-1155740" y="3453041"/>
            <a:ext cx="1830753" cy="407748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: Elbow 81">
            <a:extLst>
              <a:ext uri="{FF2B5EF4-FFF2-40B4-BE49-F238E27FC236}">
                <a16:creationId xmlns:a16="http://schemas.microsoft.com/office/drawing/2014/main" id="{B18C7F84-3AE0-8ADA-27F4-55FC98B1C8CF}"/>
              </a:ext>
            </a:extLst>
          </p:cNvPr>
          <p:cNvCxnSpPr>
            <a:cxnSpLocks/>
            <a:stCxn id="77" idx="2"/>
            <a:endCxn id="50" idx="2"/>
          </p:cNvCxnSpPr>
          <p:nvPr/>
        </p:nvCxnSpPr>
        <p:spPr>
          <a:xfrm rot="16200000" flipH="1">
            <a:off x="2967355" y="424427"/>
            <a:ext cx="873972" cy="9120164"/>
          </a:xfrm>
          <a:prstGeom prst="bentConnector3">
            <a:avLst>
              <a:gd name="adj1" fmla="val 208755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6" name="Shape 6">
            <a:extLst>
              <a:ext uri="{FF2B5EF4-FFF2-40B4-BE49-F238E27FC236}">
                <a16:creationId xmlns:a16="http://schemas.microsoft.com/office/drawing/2014/main" id="{14A95FF6-7742-1850-9CE6-3302F875E2C4}"/>
              </a:ext>
            </a:extLst>
          </p:cNvPr>
          <p:cNvSpPr/>
          <p:nvPr/>
        </p:nvSpPr>
        <p:spPr>
          <a:xfrm>
            <a:off x="3621815" y="6357747"/>
            <a:ext cx="1303564" cy="384048"/>
          </a:xfrm>
          <a:prstGeom prst="roundRect">
            <a:avLst>
              <a:gd name="adj" fmla="val 14286"/>
            </a:avLst>
          </a:prstGeom>
          <a:noFill/>
          <a:ln w="19050">
            <a:noFill/>
            <a:prstDash val="solid"/>
          </a:ln>
          <a:effectLst>
            <a:outerShdw blurRad="63500" dist="19050" dir="5400000" algn="bl" rotWithShape="0">
              <a:srgbClr val="000000">
                <a:alpha val="10000"/>
              </a:srgbClr>
            </a:outerShdw>
          </a:effectLst>
        </p:spPr>
        <p:txBody>
          <a:bodyPr anchor="ctr"/>
          <a:lstStyle/>
          <a:p>
            <a:r>
              <a:rPr lang="en-US" sz="1100" dirty="0" err="1"/>
              <a:t>Animasi</a:t>
            </a:r>
            <a:r>
              <a:rPr lang="en-US" sz="1100" dirty="0"/>
              <a:t> </a:t>
            </a:r>
            <a:r>
              <a:rPr lang="en-US" sz="1100" dirty="0" err="1"/>
              <a:t>urutan</a:t>
            </a:r>
            <a:r>
              <a:rPr lang="en-US" sz="1100" dirty="0"/>
              <a:t> Skid</a:t>
            </a:r>
            <a:endParaRPr lang="en-ID" sz="1100" dirty="0"/>
          </a:p>
        </p:txBody>
      </p:sp>
    </p:spTree>
    <p:extLst>
      <p:ext uri="{BB962C8B-B14F-4D97-AF65-F5344CB8AC3E}">
        <p14:creationId xmlns:p14="http://schemas.microsoft.com/office/powerpoint/2010/main" val="202375807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DC44D453-FA7F-3E96-E3F3-ED1CFE0414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Shape 8">
            <a:extLst>
              <a:ext uri="{FF2B5EF4-FFF2-40B4-BE49-F238E27FC236}">
                <a16:creationId xmlns:a16="http://schemas.microsoft.com/office/drawing/2014/main" id="{50AFDA0A-8B23-FF7D-2729-835AE719B1FE}"/>
              </a:ext>
            </a:extLst>
          </p:cNvPr>
          <p:cNvSpPr/>
          <p:nvPr/>
        </p:nvSpPr>
        <p:spPr>
          <a:xfrm>
            <a:off x="3383280" y="189863"/>
            <a:ext cx="5486400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D5DBE3"/>
            </a:solidFill>
            <a:prstDash val="solid"/>
          </a:ln>
        </p:spPr>
        <p:txBody>
          <a:bodyPr/>
          <a:lstStyle/>
          <a:p>
            <a:pPr algn="ctr"/>
            <a:r>
              <a:rPr lang="en-US" dirty="0" err="1"/>
              <a:t>Konsep</a:t>
            </a:r>
            <a:r>
              <a:rPr lang="en-US" dirty="0"/>
              <a:t> Flow Data Plane</a:t>
            </a:r>
            <a:endParaRPr lang="en-ID" dirty="0"/>
          </a:p>
        </p:txBody>
      </p:sp>
      <p:sp>
        <p:nvSpPr>
          <p:cNvPr id="57" name="Shape 5">
            <a:extLst>
              <a:ext uri="{FF2B5EF4-FFF2-40B4-BE49-F238E27FC236}">
                <a16:creationId xmlns:a16="http://schemas.microsoft.com/office/drawing/2014/main" id="{ED3D0A93-E752-C56B-7CF7-A7CB8EF80E60}"/>
              </a:ext>
            </a:extLst>
          </p:cNvPr>
          <p:cNvSpPr/>
          <p:nvPr/>
        </p:nvSpPr>
        <p:spPr>
          <a:xfrm>
            <a:off x="163808" y="687846"/>
            <a:ext cx="11846484" cy="5980289"/>
          </a:xfrm>
          <a:prstGeom prst="roundRect">
            <a:avLst>
              <a:gd name="adj" fmla="val 1094"/>
            </a:avLst>
          </a:prstGeom>
          <a:solidFill>
            <a:srgbClr val="EAF1FA"/>
          </a:solidFill>
          <a:ln w="12700">
            <a:solidFill>
              <a:srgbClr val="C5D5EA"/>
            </a:solidFill>
            <a:prstDash val="solid"/>
          </a:ln>
          <a:effectLst>
            <a:outerShdw blurRad="63500" dist="1905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0B631645-BD7D-F097-632C-BB8DD9C5CB4B}"/>
              </a:ext>
            </a:extLst>
          </p:cNvPr>
          <p:cNvSpPr/>
          <p:nvPr/>
        </p:nvSpPr>
        <p:spPr>
          <a:xfrm>
            <a:off x="163808" y="687847"/>
            <a:ext cx="477415" cy="5980290"/>
          </a:xfrm>
          <a:prstGeom prst="roundRect">
            <a:avLst>
              <a:gd name="adj" fmla="val 1094"/>
            </a:avLst>
          </a:prstGeom>
          <a:solidFill>
            <a:schemeClr val="bg1"/>
          </a:solidFill>
          <a:ln w="12700">
            <a:solidFill>
              <a:srgbClr val="C5D5EA"/>
            </a:solidFill>
            <a:prstDash val="solid"/>
          </a:ln>
          <a:effectLst>
            <a:outerShdw blurRad="63500" dist="1905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5" name="Shape 5">
            <a:extLst>
              <a:ext uri="{FF2B5EF4-FFF2-40B4-BE49-F238E27FC236}">
                <a16:creationId xmlns:a16="http://schemas.microsoft.com/office/drawing/2014/main" id="{255513BF-B66F-8B80-203B-4FEE097EA70F}"/>
              </a:ext>
            </a:extLst>
          </p:cNvPr>
          <p:cNvSpPr/>
          <p:nvPr/>
        </p:nvSpPr>
        <p:spPr>
          <a:xfrm>
            <a:off x="172758" y="687847"/>
            <a:ext cx="11837534" cy="1061660"/>
          </a:xfrm>
          <a:prstGeom prst="roundRect">
            <a:avLst>
              <a:gd name="adj" fmla="val 1094"/>
            </a:avLst>
          </a:prstGeom>
          <a:noFill/>
          <a:ln w="12700">
            <a:solidFill>
              <a:srgbClr val="C5D5EA"/>
            </a:solidFill>
            <a:prstDash val="solid"/>
          </a:ln>
          <a:effectLst>
            <a:outerShdw blurRad="63500" dist="1905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0" name="Shape 6">
            <a:extLst>
              <a:ext uri="{FF2B5EF4-FFF2-40B4-BE49-F238E27FC236}">
                <a16:creationId xmlns:a16="http://schemas.microsoft.com/office/drawing/2014/main" id="{18107B3E-9A1D-2EF5-D821-01EF8EE156D1}"/>
              </a:ext>
            </a:extLst>
          </p:cNvPr>
          <p:cNvSpPr/>
          <p:nvPr/>
        </p:nvSpPr>
        <p:spPr>
          <a:xfrm>
            <a:off x="896367" y="1044179"/>
            <a:ext cx="1787748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9050">
            <a:solidFill>
              <a:srgbClr val="1B3A6B"/>
            </a:solidFill>
            <a:prstDash val="solid"/>
          </a:ln>
          <a:effectLst>
            <a:outerShdw blurRad="63500" dist="19050" dir="5400000" algn="bl" rotWithShape="0">
              <a:srgbClr val="000000">
                <a:alpha val="10000"/>
              </a:srgbClr>
            </a:outerShdw>
          </a:effectLst>
        </p:spPr>
        <p:txBody>
          <a:bodyPr anchor="ctr"/>
          <a:lstStyle/>
          <a:p>
            <a:pPr algn="ctr"/>
            <a:r>
              <a:rPr lang="en-US" sz="1100" b="1" dirty="0"/>
              <a:t>Progress Lane </a:t>
            </a:r>
            <a:r>
              <a:rPr lang="en-US" sz="1100" b="1" dirty="0" err="1"/>
              <a:t>Containe</a:t>
            </a:r>
            <a:endParaRPr lang="en-ID" sz="1100" b="1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A488991B-D095-1A6E-D191-B0593AF1FA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367" y="779861"/>
            <a:ext cx="344607" cy="344607"/>
          </a:xfrm>
          <a:prstGeom prst="rect">
            <a:avLst/>
          </a:prstGeom>
        </p:spPr>
      </p:pic>
      <p:sp>
        <p:nvSpPr>
          <p:cNvPr id="14" name="Shape 6">
            <a:extLst>
              <a:ext uri="{FF2B5EF4-FFF2-40B4-BE49-F238E27FC236}">
                <a16:creationId xmlns:a16="http://schemas.microsoft.com/office/drawing/2014/main" id="{17653C7A-BAF2-8935-3C05-86577FE40C1E}"/>
              </a:ext>
            </a:extLst>
          </p:cNvPr>
          <p:cNvSpPr/>
          <p:nvPr/>
        </p:nvSpPr>
        <p:spPr>
          <a:xfrm rot="16200000">
            <a:off x="-469977" y="1056305"/>
            <a:ext cx="1787748" cy="384048"/>
          </a:xfrm>
          <a:prstGeom prst="roundRect">
            <a:avLst>
              <a:gd name="adj" fmla="val 14286"/>
            </a:avLst>
          </a:prstGeom>
          <a:noFill/>
          <a:ln w="19050">
            <a:noFill/>
            <a:prstDash val="solid"/>
          </a:ln>
          <a:effectLst>
            <a:outerShdw blurRad="63500" dist="19050" dir="5400000" algn="bl" rotWithShape="0">
              <a:srgbClr val="000000">
                <a:alpha val="10000"/>
              </a:srgbClr>
            </a:outerShdw>
          </a:effectLst>
        </p:spPr>
        <p:txBody>
          <a:bodyPr anchor="ctr"/>
          <a:lstStyle/>
          <a:p>
            <a:pPr algn="ctr"/>
            <a:r>
              <a:rPr lang="en-US" sz="1100" b="1" dirty="0"/>
              <a:t>User</a:t>
            </a:r>
            <a:endParaRPr lang="en-ID" sz="1100" b="1" dirty="0"/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336C05BF-8153-D512-C2DB-B7F56F148E9B}"/>
              </a:ext>
            </a:extLst>
          </p:cNvPr>
          <p:cNvCxnSpPr>
            <a:cxnSpLocks/>
          </p:cNvCxnSpPr>
          <p:nvPr/>
        </p:nvCxnSpPr>
        <p:spPr>
          <a:xfrm>
            <a:off x="1798913" y="1428227"/>
            <a:ext cx="4691" cy="39418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Shape 6">
            <a:extLst>
              <a:ext uri="{FF2B5EF4-FFF2-40B4-BE49-F238E27FC236}">
                <a16:creationId xmlns:a16="http://schemas.microsoft.com/office/drawing/2014/main" id="{EF7F2D46-AA52-A448-C4C0-5D94234A9CDB}"/>
              </a:ext>
            </a:extLst>
          </p:cNvPr>
          <p:cNvSpPr/>
          <p:nvPr/>
        </p:nvSpPr>
        <p:spPr>
          <a:xfrm>
            <a:off x="2611671" y="6099883"/>
            <a:ext cx="1787748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9050">
            <a:solidFill>
              <a:srgbClr val="1B3A6B"/>
            </a:solidFill>
            <a:prstDash val="solid"/>
          </a:ln>
          <a:effectLst>
            <a:outerShdw blurRad="63500" dist="19050" dir="5400000" algn="bl" rotWithShape="0">
              <a:srgbClr val="000000">
                <a:alpha val="10000"/>
              </a:srgbClr>
            </a:outerShdw>
          </a:effectLst>
        </p:spPr>
        <p:txBody>
          <a:bodyPr anchor="ctr"/>
          <a:lstStyle/>
          <a:p>
            <a:pPr algn="ctr"/>
            <a:r>
              <a:rPr lang="en-US" sz="1100" b="1" dirty="0"/>
              <a:t>Data Skid Level</a:t>
            </a:r>
            <a:endParaRPr lang="en-ID" sz="1100" b="1" dirty="0"/>
          </a:p>
        </p:txBody>
      </p:sp>
      <p:sp>
        <p:nvSpPr>
          <p:cNvPr id="33" name="Flowchart: Magnetic Disk 32">
            <a:extLst>
              <a:ext uri="{FF2B5EF4-FFF2-40B4-BE49-F238E27FC236}">
                <a16:creationId xmlns:a16="http://schemas.microsoft.com/office/drawing/2014/main" id="{B2656E1C-8498-1B5B-B917-632B0B11B64D}"/>
              </a:ext>
            </a:extLst>
          </p:cNvPr>
          <p:cNvSpPr/>
          <p:nvPr/>
        </p:nvSpPr>
        <p:spPr>
          <a:xfrm>
            <a:off x="1353596" y="2229687"/>
            <a:ext cx="895324" cy="250961"/>
          </a:xfrm>
          <a:prstGeom prst="flowChartMagneticDisk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54" name="Shape 6">
            <a:extLst>
              <a:ext uri="{FF2B5EF4-FFF2-40B4-BE49-F238E27FC236}">
                <a16:creationId xmlns:a16="http://schemas.microsoft.com/office/drawing/2014/main" id="{D348A832-B4D2-1F29-FFD0-D62C01A79CD8}"/>
              </a:ext>
            </a:extLst>
          </p:cNvPr>
          <p:cNvSpPr/>
          <p:nvPr/>
        </p:nvSpPr>
        <p:spPr>
          <a:xfrm>
            <a:off x="1128769" y="2873304"/>
            <a:ext cx="1344978" cy="716946"/>
          </a:xfrm>
          <a:prstGeom prst="diamond">
            <a:avLst/>
          </a:prstGeom>
          <a:solidFill>
            <a:srgbClr val="FFFFFF"/>
          </a:solidFill>
          <a:ln w="19050">
            <a:solidFill>
              <a:srgbClr val="1B3A6B"/>
            </a:solidFill>
            <a:prstDash val="solid"/>
          </a:ln>
          <a:effectLst>
            <a:outerShdw blurRad="63500" dist="19050" dir="5400000" algn="bl" rotWithShape="0">
              <a:srgbClr val="000000">
                <a:alpha val="10000"/>
              </a:srgbClr>
            </a:outerShdw>
          </a:effectLst>
        </p:spPr>
        <p:txBody>
          <a:bodyPr anchor="ctr"/>
          <a:lstStyle/>
          <a:p>
            <a:pPr algn="ctr"/>
            <a:r>
              <a:rPr lang="en-US" sz="800" dirty="0"/>
              <a:t>1.Supplier</a:t>
            </a:r>
          </a:p>
          <a:p>
            <a:pPr algn="ctr"/>
            <a:r>
              <a:rPr lang="en-US" sz="800" dirty="0"/>
              <a:t>2. </a:t>
            </a:r>
            <a:r>
              <a:rPr lang="en-US" sz="800" dirty="0" err="1"/>
              <a:t>S.Plant</a:t>
            </a:r>
            <a:endParaRPr lang="en-US" sz="800" dirty="0"/>
          </a:p>
          <a:p>
            <a:pPr algn="ctr"/>
            <a:r>
              <a:rPr lang="en-US" sz="800" dirty="0"/>
              <a:t>3. </a:t>
            </a:r>
            <a:r>
              <a:rPr lang="en-US" sz="800" dirty="0" err="1"/>
              <a:t>S.Dock</a:t>
            </a:r>
            <a:endParaRPr lang="en-US" sz="800" dirty="0"/>
          </a:p>
          <a:p>
            <a:pPr algn="ctr"/>
            <a:r>
              <a:rPr lang="en-US" sz="800" dirty="0"/>
              <a:t>4. MROS</a:t>
            </a:r>
          </a:p>
        </p:txBody>
      </p:sp>
      <p:sp>
        <p:nvSpPr>
          <p:cNvPr id="73" name="Shape 6">
            <a:extLst>
              <a:ext uri="{FF2B5EF4-FFF2-40B4-BE49-F238E27FC236}">
                <a16:creationId xmlns:a16="http://schemas.microsoft.com/office/drawing/2014/main" id="{B98A77A2-4772-A6D5-8637-D33FF7756C26}"/>
              </a:ext>
            </a:extLst>
          </p:cNvPr>
          <p:cNvSpPr/>
          <p:nvPr/>
        </p:nvSpPr>
        <p:spPr>
          <a:xfrm rot="16200000">
            <a:off x="-491359" y="3874787"/>
            <a:ext cx="1787748" cy="384048"/>
          </a:xfrm>
          <a:prstGeom prst="roundRect">
            <a:avLst>
              <a:gd name="adj" fmla="val 14286"/>
            </a:avLst>
          </a:prstGeom>
          <a:noFill/>
          <a:ln w="19050">
            <a:noFill/>
            <a:prstDash val="solid"/>
          </a:ln>
          <a:effectLst>
            <a:outerShdw blurRad="63500" dist="19050" dir="5400000" algn="bl" rotWithShape="0">
              <a:srgbClr val="000000">
                <a:alpha val="10000"/>
              </a:srgbClr>
            </a:outerShdw>
          </a:effectLst>
        </p:spPr>
        <p:txBody>
          <a:bodyPr anchor="ctr"/>
          <a:lstStyle/>
          <a:p>
            <a:pPr algn="ctr"/>
            <a:r>
              <a:rPr lang="en-US" sz="1100" b="1" dirty="0"/>
              <a:t>System</a:t>
            </a:r>
            <a:endParaRPr lang="en-ID" sz="1100" b="1" dirty="0"/>
          </a:p>
        </p:txBody>
      </p:sp>
      <p:sp>
        <p:nvSpPr>
          <p:cNvPr id="75" name="Shape 5">
            <a:extLst>
              <a:ext uri="{FF2B5EF4-FFF2-40B4-BE49-F238E27FC236}">
                <a16:creationId xmlns:a16="http://schemas.microsoft.com/office/drawing/2014/main" id="{A5D2EFE4-9E73-C18B-7F19-CE62039BA667}"/>
              </a:ext>
            </a:extLst>
          </p:cNvPr>
          <p:cNvSpPr/>
          <p:nvPr/>
        </p:nvSpPr>
        <p:spPr>
          <a:xfrm>
            <a:off x="163808" y="1749508"/>
            <a:ext cx="11837534" cy="4918628"/>
          </a:xfrm>
          <a:prstGeom prst="roundRect">
            <a:avLst>
              <a:gd name="adj" fmla="val 1094"/>
            </a:avLst>
          </a:prstGeom>
          <a:noFill/>
          <a:ln w="12700">
            <a:solidFill>
              <a:srgbClr val="C5D5EA"/>
            </a:solidFill>
            <a:prstDash val="solid"/>
          </a:ln>
          <a:effectLst>
            <a:outerShdw blurRad="63500" dist="1905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80" name="Shape 6">
            <a:extLst>
              <a:ext uri="{FF2B5EF4-FFF2-40B4-BE49-F238E27FC236}">
                <a16:creationId xmlns:a16="http://schemas.microsoft.com/office/drawing/2014/main" id="{A6939429-B8EE-E68D-C8B0-A6C3432B63F8}"/>
              </a:ext>
            </a:extLst>
          </p:cNvPr>
          <p:cNvSpPr/>
          <p:nvPr/>
        </p:nvSpPr>
        <p:spPr>
          <a:xfrm>
            <a:off x="652240" y="3824388"/>
            <a:ext cx="1063847" cy="243895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1B3A6B"/>
            </a:solidFill>
            <a:prstDash val="solid"/>
          </a:ln>
          <a:effectLst>
            <a:outerShdw blurRad="63500" dist="19050" dir="5400000" algn="bl" rotWithShape="0">
              <a:srgbClr val="000000">
                <a:alpha val="10000"/>
              </a:srgbClr>
            </a:outerShdw>
          </a:effectLst>
        </p:spPr>
        <p:txBody>
          <a:bodyPr anchor="ctr"/>
          <a:lstStyle/>
          <a:p>
            <a:pPr algn="ctr"/>
            <a:r>
              <a:rPr lang="en-US" sz="800" dirty="0"/>
              <a:t>Grouping </a:t>
            </a:r>
            <a:r>
              <a:rPr lang="en-US" sz="800" dirty="0" err="1"/>
              <a:t>ke</a:t>
            </a:r>
            <a:r>
              <a:rPr lang="en-US" sz="800" dirty="0"/>
              <a:t> 1 skid ID</a:t>
            </a:r>
            <a:endParaRPr lang="en-ID" sz="800" dirty="0"/>
          </a:p>
        </p:txBody>
      </p:sp>
      <p:sp>
        <p:nvSpPr>
          <p:cNvPr id="81" name="Shape 6">
            <a:extLst>
              <a:ext uri="{FF2B5EF4-FFF2-40B4-BE49-F238E27FC236}">
                <a16:creationId xmlns:a16="http://schemas.microsoft.com/office/drawing/2014/main" id="{BAF019DD-9FE9-23A7-10D4-A531D2D7FB6B}"/>
              </a:ext>
            </a:extLst>
          </p:cNvPr>
          <p:cNvSpPr/>
          <p:nvPr/>
        </p:nvSpPr>
        <p:spPr>
          <a:xfrm>
            <a:off x="1936773" y="3825610"/>
            <a:ext cx="1063847" cy="243895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1B3A6B"/>
            </a:solidFill>
            <a:prstDash val="solid"/>
          </a:ln>
          <a:effectLst>
            <a:outerShdw blurRad="63500" dist="19050" dir="5400000" algn="bl" rotWithShape="0">
              <a:srgbClr val="000000">
                <a:alpha val="10000"/>
              </a:srgbClr>
            </a:outerShdw>
          </a:effectLst>
        </p:spPr>
        <p:txBody>
          <a:bodyPr anchor="ctr"/>
          <a:lstStyle/>
          <a:p>
            <a:pPr algn="ctr"/>
            <a:r>
              <a:rPr lang="en-US" sz="800" dirty="0" err="1"/>
              <a:t>Buat</a:t>
            </a:r>
            <a:r>
              <a:rPr lang="en-US" sz="800" dirty="0"/>
              <a:t> ID skid </a:t>
            </a:r>
            <a:r>
              <a:rPr lang="en-US" sz="800" dirty="0" err="1"/>
              <a:t>baru</a:t>
            </a:r>
            <a:endParaRPr lang="en-ID" sz="800" dirty="0"/>
          </a:p>
        </p:txBody>
      </p:sp>
      <p:cxnSp>
        <p:nvCxnSpPr>
          <p:cNvPr id="84" name="Connector: Elbow 83">
            <a:extLst>
              <a:ext uri="{FF2B5EF4-FFF2-40B4-BE49-F238E27FC236}">
                <a16:creationId xmlns:a16="http://schemas.microsoft.com/office/drawing/2014/main" id="{9A4B61BE-57FB-B1A8-8E17-91CCE4562364}"/>
              </a:ext>
            </a:extLst>
          </p:cNvPr>
          <p:cNvCxnSpPr>
            <a:cxnSpLocks/>
            <a:stCxn id="54" idx="2"/>
            <a:endCxn id="80" idx="0"/>
          </p:cNvCxnSpPr>
          <p:nvPr/>
        </p:nvCxnSpPr>
        <p:spPr>
          <a:xfrm rot="5400000">
            <a:off x="1375642" y="3398772"/>
            <a:ext cx="234138" cy="617094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: Elbow 84">
            <a:extLst>
              <a:ext uri="{FF2B5EF4-FFF2-40B4-BE49-F238E27FC236}">
                <a16:creationId xmlns:a16="http://schemas.microsoft.com/office/drawing/2014/main" id="{4970D326-DC6D-DBB1-A733-02F9E1835A03}"/>
              </a:ext>
            </a:extLst>
          </p:cNvPr>
          <p:cNvCxnSpPr>
            <a:cxnSpLocks/>
            <a:stCxn id="54" idx="2"/>
            <a:endCxn id="81" idx="0"/>
          </p:cNvCxnSpPr>
          <p:nvPr/>
        </p:nvCxnSpPr>
        <p:spPr>
          <a:xfrm rot="16200000" flipH="1">
            <a:off x="2017297" y="3374210"/>
            <a:ext cx="235360" cy="667439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9" name="Shape 6">
            <a:extLst>
              <a:ext uri="{FF2B5EF4-FFF2-40B4-BE49-F238E27FC236}">
                <a16:creationId xmlns:a16="http://schemas.microsoft.com/office/drawing/2014/main" id="{CA1F7446-CBCE-211C-B9C2-BD6B67064B53}"/>
              </a:ext>
            </a:extLst>
          </p:cNvPr>
          <p:cNvSpPr/>
          <p:nvPr/>
        </p:nvSpPr>
        <p:spPr>
          <a:xfrm>
            <a:off x="2973622" y="4299871"/>
            <a:ext cx="1063847" cy="243895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1B3A6B"/>
            </a:solidFill>
            <a:prstDash val="solid"/>
          </a:ln>
          <a:effectLst>
            <a:outerShdw blurRad="63500" dist="19050" dir="5400000" algn="bl" rotWithShape="0">
              <a:srgbClr val="000000">
                <a:alpha val="10000"/>
              </a:srgbClr>
            </a:outerShdw>
          </a:effectLst>
        </p:spPr>
        <p:txBody>
          <a:bodyPr anchor="ctr"/>
          <a:lstStyle/>
          <a:p>
            <a:pPr algn="ctr"/>
            <a:r>
              <a:rPr lang="en-ID" sz="800" dirty="0" err="1"/>
              <a:t>Kalkulasi</a:t>
            </a:r>
            <a:r>
              <a:rPr lang="en-ID" sz="800" dirty="0"/>
              <a:t> Volume Skid</a:t>
            </a:r>
          </a:p>
        </p:txBody>
      </p:sp>
      <p:sp>
        <p:nvSpPr>
          <p:cNvPr id="98" name="Shape 6">
            <a:extLst>
              <a:ext uri="{FF2B5EF4-FFF2-40B4-BE49-F238E27FC236}">
                <a16:creationId xmlns:a16="http://schemas.microsoft.com/office/drawing/2014/main" id="{69EB5799-4169-6D49-364E-EC4471F72608}"/>
              </a:ext>
            </a:extLst>
          </p:cNvPr>
          <p:cNvSpPr/>
          <p:nvPr/>
        </p:nvSpPr>
        <p:spPr>
          <a:xfrm>
            <a:off x="3516563" y="1041277"/>
            <a:ext cx="1787748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9050">
            <a:solidFill>
              <a:srgbClr val="1B3A6B"/>
            </a:solidFill>
            <a:prstDash val="solid"/>
          </a:ln>
          <a:effectLst>
            <a:outerShdw blurRad="63500" dist="19050" dir="5400000" algn="bl" rotWithShape="0">
              <a:srgbClr val="000000">
                <a:alpha val="10000"/>
              </a:srgbClr>
            </a:outerShdw>
          </a:effectLst>
        </p:spPr>
        <p:txBody>
          <a:bodyPr anchor="ctr"/>
          <a:lstStyle/>
          <a:p>
            <a:pPr algn="ctr"/>
            <a:r>
              <a:rPr lang="en-US" sz="1100" b="1" dirty="0"/>
              <a:t>Part Master</a:t>
            </a:r>
            <a:endParaRPr lang="en-ID" sz="1100" b="1" dirty="0"/>
          </a:p>
        </p:txBody>
      </p:sp>
      <p:pic>
        <p:nvPicPr>
          <p:cNvPr id="99" name="Picture 98">
            <a:extLst>
              <a:ext uri="{FF2B5EF4-FFF2-40B4-BE49-F238E27FC236}">
                <a16:creationId xmlns:a16="http://schemas.microsoft.com/office/drawing/2014/main" id="{6AB47031-C462-B7D1-C2E1-E522B6F0F2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16563" y="776959"/>
            <a:ext cx="344607" cy="344607"/>
          </a:xfrm>
          <a:prstGeom prst="rect">
            <a:avLst/>
          </a:prstGeom>
        </p:spPr>
      </p:pic>
      <p:sp>
        <p:nvSpPr>
          <p:cNvPr id="102" name="Shape 6">
            <a:extLst>
              <a:ext uri="{FF2B5EF4-FFF2-40B4-BE49-F238E27FC236}">
                <a16:creationId xmlns:a16="http://schemas.microsoft.com/office/drawing/2014/main" id="{913F3412-CE99-51F6-D413-5C3A3F6F15EF}"/>
              </a:ext>
            </a:extLst>
          </p:cNvPr>
          <p:cNvSpPr/>
          <p:nvPr/>
        </p:nvSpPr>
        <p:spPr>
          <a:xfrm>
            <a:off x="683172" y="3492865"/>
            <a:ext cx="685780" cy="175255"/>
          </a:xfrm>
          <a:prstGeom prst="roundRect">
            <a:avLst>
              <a:gd name="adj" fmla="val 14286"/>
            </a:avLst>
          </a:prstGeom>
          <a:noFill/>
          <a:ln w="19050">
            <a:noFill/>
            <a:prstDash val="solid"/>
          </a:ln>
          <a:effectLst>
            <a:outerShdw blurRad="63500" dist="19050" dir="5400000" algn="bl" rotWithShape="0">
              <a:srgbClr val="000000">
                <a:alpha val="10000"/>
              </a:srgbClr>
            </a:outerShdw>
          </a:effectLst>
        </p:spPr>
        <p:txBody>
          <a:bodyPr anchor="ctr"/>
          <a:lstStyle/>
          <a:p>
            <a:pPr algn="ctr"/>
            <a:r>
              <a:rPr lang="en-US" sz="1100" dirty="0">
                <a:solidFill>
                  <a:srgbClr val="00B050"/>
                </a:solidFill>
              </a:rPr>
              <a:t>Match</a:t>
            </a:r>
            <a:endParaRPr lang="en-ID" sz="1100" dirty="0">
              <a:solidFill>
                <a:srgbClr val="00B050"/>
              </a:solidFill>
            </a:endParaRPr>
          </a:p>
        </p:txBody>
      </p:sp>
      <p:sp>
        <p:nvSpPr>
          <p:cNvPr id="103" name="Shape 6">
            <a:extLst>
              <a:ext uri="{FF2B5EF4-FFF2-40B4-BE49-F238E27FC236}">
                <a16:creationId xmlns:a16="http://schemas.microsoft.com/office/drawing/2014/main" id="{6F3D86E5-5936-C760-8665-7B3910DC138C}"/>
              </a:ext>
            </a:extLst>
          </p:cNvPr>
          <p:cNvSpPr/>
          <p:nvPr/>
        </p:nvSpPr>
        <p:spPr>
          <a:xfrm>
            <a:off x="2222238" y="3414993"/>
            <a:ext cx="685780" cy="175255"/>
          </a:xfrm>
          <a:prstGeom prst="roundRect">
            <a:avLst>
              <a:gd name="adj" fmla="val 14286"/>
            </a:avLst>
          </a:prstGeom>
          <a:noFill/>
          <a:ln w="19050">
            <a:noFill/>
            <a:prstDash val="solid"/>
          </a:ln>
          <a:effectLst>
            <a:outerShdw blurRad="63500" dist="19050" dir="5400000" algn="bl" rotWithShape="0">
              <a:srgbClr val="000000">
                <a:alpha val="10000"/>
              </a:srgbClr>
            </a:outerShdw>
          </a:effectLst>
        </p:spPr>
        <p:txBody>
          <a:bodyPr anchor="ctr"/>
          <a:lstStyle/>
          <a:p>
            <a:pPr algn="ctr"/>
            <a:r>
              <a:rPr lang="en-US" sz="1100" dirty="0">
                <a:solidFill>
                  <a:srgbClr val="C00000"/>
                </a:solidFill>
              </a:rPr>
              <a:t>No Match</a:t>
            </a:r>
            <a:endParaRPr lang="en-ID" sz="1100" dirty="0">
              <a:solidFill>
                <a:srgbClr val="C00000"/>
              </a:solidFill>
            </a:endParaRPr>
          </a:p>
        </p:txBody>
      </p:sp>
      <p:sp>
        <p:nvSpPr>
          <p:cNvPr id="105" name="Shape 6">
            <a:extLst>
              <a:ext uri="{FF2B5EF4-FFF2-40B4-BE49-F238E27FC236}">
                <a16:creationId xmlns:a16="http://schemas.microsoft.com/office/drawing/2014/main" id="{80CB0E22-871B-C629-AD9A-0C69F786C019}"/>
              </a:ext>
            </a:extLst>
          </p:cNvPr>
          <p:cNvSpPr/>
          <p:nvPr/>
        </p:nvSpPr>
        <p:spPr>
          <a:xfrm>
            <a:off x="1269335" y="1822415"/>
            <a:ext cx="1063847" cy="243895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1B3A6B"/>
            </a:solidFill>
            <a:prstDash val="solid"/>
          </a:ln>
          <a:effectLst>
            <a:outerShdw blurRad="63500" dist="19050" dir="5400000" algn="bl" rotWithShape="0">
              <a:srgbClr val="000000">
                <a:alpha val="10000"/>
              </a:srgbClr>
            </a:outerShdw>
          </a:effectLst>
        </p:spPr>
        <p:txBody>
          <a:bodyPr anchor="ctr"/>
          <a:lstStyle/>
          <a:p>
            <a:pPr algn="ctr"/>
            <a:r>
              <a:rPr lang="en-US" sz="800" dirty="0"/>
              <a:t>Filter Dock 43</a:t>
            </a:r>
            <a:endParaRPr lang="en-ID" sz="800" dirty="0"/>
          </a:p>
        </p:txBody>
      </p:sp>
      <p:cxnSp>
        <p:nvCxnSpPr>
          <p:cNvPr id="107" name="Straight Arrow Connector 106">
            <a:extLst>
              <a:ext uri="{FF2B5EF4-FFF2-40B4-BE49-F238E27FC236}">
                <a16:creationId xmlns:a16="http://schemas.microsoft.com/office/drawing/2014/main" id="{393F9FD0-2851-9B09-E629-E5D38B941F35}"/>
              </a:ext>
            </a:extLst>
          </p:cNvPr>
          <p:cNvCxnSpPr>
            <a:cxnSpLocks/>
          </p:cNvCxnSpPr>
          <p:nvPr/>
        </p:nvCxnSpPr>
        <p:spPr>
          <a:xfrm>
            <a:off x="1798095" y="2672238"/>
            <a:ext cx="6326" cy="20106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2" name="Shape 6">
            <a:extLst>
              <a:ext uri="{FF2B5EF4-FFF2-40B4-BE49-F238E27FC236}">
                <a16:creationId xmlns:a16="http://schemas.microsoft.com/office/drawing/2014/main" id="{A6666ECC-7788-927D-626B-2E8877CB8CE5}"/>
              </a:ext>
            </a:extLst>
          </p:cNvPr>
          <p:cNvSpPr/>
          <p:nvPr/>
        </p:nvSpPr>
        <p:spPr>
          <a:xfrm>
            <a:off x="1143064" y="2510209"/>
            <a:ext cx="1316389" cy="182818"/>
          </a:xfrm>
          <a:prstGeom prst="roundRect">
            <a:avLst>
              <a:gd name="adj" fmla="val 14286"/>
            </a:avLst>
          </a:prstGeom>
          <a:noFill/>
          <a:ln w="19050">
            <a:noFill/>
            <a:prstDash val="solid"/>
          </a:ln>
          <a:effectLst>
            <a:outerShdw blurRad="63500" dist="19050" dir="5400000" algn="bl" rotWithShape="0">
              <a:srgbClr val="000000">
                <a:alpha val="10000"/>
              </a:srgbClr>
            </a:outerShdw>
          </a:effectLst>
        </p:spPr>
        <p:txBody>
          <a:bodyPr anchor="ctr"/>
          <a:lstStyle/>
          <a:p>
            <a:pPr algn="ctr"/>
            <a:r>
              <a:rPr lang="en-US" sz="11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DB Progress Lane</a:t>
            </a:r>
            <a:endParaRPr lang="en-ID" sz="1100" dirty="0">
              <a:solidFill>
                <a:schemeClr val="tx2">
                  <a:lumMod val="90000"/>
                  <a:lumOff val="10000"/>
                </a:schemeClr>
              </a:solidFill>
            </a:endParaRPr>
          </a:p>
        </p:txBody>
      </p:sp>
      <p:cxnSp>
        <p:nvCxnSpPr>
          <p:cNvPr id="113" name="Straight Arrow Connector 112">
            <a:extLst>
              <a:ext uri="{FF2B5EF4-FFF2-40B4-BE49-F238E27FC236}">
                <a16:creationId xmlns:a16="http://schemas.microsoft.com/office/drawing/2014/main" id="{1A52EDC0-2475-CD35-097F-E3FEA951EB16}"/>
              </a:ext>
            </a:extLst>
          </p:cNvPr>
          <p:cNvCxnSpPr>
            <a:cxnSpLocks/>
          </p:cNvCxnSpPr>
          <p:nvPr/>
        </p:nvCxnSpPr>
        <p:spPr>
          <a:xfrm flipH="1">
            <a:off x="1790055" y="2066310"/>
            <a:ext cx="1" cy="16337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7" name="Flowchart: Magnetic Disk 116">
            <a:extLst>
              <a:ext uri="{FF2B5EF4-FFF2-40B4-BE49-F238E27FC236}">
                <a16:creationId xmlns:a16="http://schemas.microsoft.com/office/drawing/2014/main" id="{9C1769BF-1761-24C9-0987-4FC012E6F3C7}"/>
              </a:ext>
            </a:extLst>
          </p:cNvPr>
          <p:cNvSpPr/>
          <p:nvPr/>
        </p:nvSpPr>
        <p:spPr>
          <a:xfrm>
            <a:off x="3969502" y="1888344"/>
            <a:ext cx="895324" cy="250961"/>
          </a:xfrm>
          <a:prstGeom prst="flowChartMagneticDisk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18" name="Shape 6">
            <a:extLst>
              <a:ext uri="{FF2B5EF4-FFF2-40B4-BE49-F238E27FC236}">
                <a16:creationId xmlns:a16="http://schemas.microsoft.com/office/drawing/2014/main" id="{A2444E81-3310-6D0E-484F-3627D1578D95}"/>
              </a:ext>
            </a:extLst>
          </p:cNvPr>
          <p:cNvSpPr/>
          <p:nvPr/>
        </p:nvSpPr>
        <p:spPr>
          <a:xfrm>
            <a:off x="3758970" y="2168866"/>
            <a:ext cx="1316389" cy="182818"/>
          </a:xfrm>
          <a:prstGeom prst="roundRect">
            <a:avLst>
              <a:gd name="adj" fmla="val 14286"/>
            </a:avLst>
          </a:prstGeom>
          <a:noFill/>
          <a:ln w="19050">
            <a:noFill/>
            <a:prstDash val="solid"/>
          </a:ln>
          <a:effectLst>
            <a:outerShdw blurRad="63500" dist="19050" dir="5400000" algn="bl" rotWithShape="0">
              <a:srgbClr val="000000">
                <a:alpha val="10000"/>
              </a:srgbClr>
            </a:outerShdw>
          </a:effectLst>
        </p:spPr>
        <p:txBody>
          <a:bodyPr anchor="ctr"/>
          <a:lstStyle/>
          <a:p>
            <a:pPr algn="ctr"/>
            <a:r>
              <a:rPr lang="en-US" sz="11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DB Master Part</a:t>
            </a:r>
            <a:endParaRPr lang="en-ID" sz="1100" dirty="0">
              <a:solidFill>
                <a:schemeClr val="tx2">
                  <a:lumMod val="90000"/>
                  <a:lumOff val="10000"/>
                </a:schemeClr>
              </a:solidFill>
            </a:endParaRPr>
          </a:p>
        </p:txBody>
      </p:sp>
      <p:cxnSp>
        <p:nvCxnSpPr>
          <p:cNvPr id="119" name="Straight Arrow Connector 118">
            <a:extLst>
              <a:ext uri="{FF2B5EF4-FFF2-40B4-BE49-F238E27FC236}">
                <a16:creationId xmlns:a16="http://schemas.microsoft.com/office/drawing/2014/main" id="{0E3A159E-02B4-5E04-B7C4-30DEA389F423}"/>
              </a:ext>
            </a:extLst>
          </p:cNvPr>
          <p:cNvCxnSpPr>
            <a:cxnSpLocks/>
            <a:stCxn id="98" idx="2"/>
          </p:cNvCxnSpPr>
          <p:nvPr/>
        </p:nvCxnSpPr>
        <p:spPr>
          <a:xfrm>
            <a:off x="4410437" y="1425325"/>
            <a:ext cx="6727" cy="39709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5" name="Shape 6">
            <a:extLst>
              <a:ext uri="{FF2B5EF4-FFF2-40B4-BE49-F238E27FC236}">
                <a16:creationId xmlns:a16="http://schemas.microsoft.com/office/drawing/2014/main" id="{D7346EF4-01F5-ECD4-E628-485D6F551986}"/>
              </a:ext>
            </a:extLst>
          </p:cNvPr>
          <p:cNvSpPr/>
          <p:nvPr/>
        </p:nvSpPr>
        <p:spPr>
          <a:xfrm>
            <a:off x="3885240" y="2510209"/>
            <a:ext cx="1063847" cy="243895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1B3A6B"/>
            </a:solidFill>
            <a:prstDash val="solid"/>
          </a:ln>
          <a:effectLst>
            <a:outerShdw blurRad="63500" dist="19050" dir="5400000" algn="bl" rotWithShape="0">
              <a:srgbClr val="000000">
                <a:alpha val="10000"/>
              </a:srgbClr>
            </a:outerShdw>
          </a:effectLst>
        </p:spPr>
        <p:txBody>
          <a:bodyPr anchor="ctr"/>
          <a:lstStyle/>
          <a:p>
            <a:pPr algn="ctr"/>
            <a:r>
              <a:rPr lang="en-US" sz="800" dirty="0" err="1"/>
              <a:t>Vlookup</a:t>
            </a:r>
            <a:r>
              <a:rPr lang="en-US" sz="800" dirty="0"/>
              <a:t> Volume Box</a:t>
            </a:r>
            <a:endParaRPr lang="en-ID" sz="800" dirty="0"/>
          </a:p>
        </p:txBody>
      </p:sp>
      <p:cxnSp>
        <p:nvCxnSpPr>
          <p:cNvPr id="126" name="Straight Arrow Connector 125">
            <a:extLst>
              <a:ext uri="{FF2B5EF4-FFF2-40B4-BE49-F238E27FC236}">
                <a16:creationId xmlns:a16="http://schemas.microsoft.com/office/drawing/2014/main" id="{2137F249-8E2F-A5F8-712A-6E3AD9F52CAA}"/>
              </a:ext>
            </a:extLst>
          </p:cNvPr>
          <p:cNvCxnSpPr>
            <a:cxnSpLocks/>
            <a:stCxn id="118" idx="2"/>
            <a:endCxn id="125" idx="0"/>
          </p:cNvCxnSpPr>
          <p:nvPr/>
        </p:nvCxnSpPr>
        <p:spPr>
          <a:xfrm flipH="1">
            <a:off x="4417164" y="2351684"/>
            <a:ext cx="1" cy="15852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" name="Connector: Elbow 128">
            <a:extLst>
              <a:ext uri="{FF2B5EF4-FFF2-40B4-BE49-F238E27FC236}">
                <a16:creationId xmlns:a16="http://schemas.microsoft.com/office/drawing/2014/main" id="{D19A405E-B74F-0CFF-B83F-912D689B5FD3}"/>
              </a:ext>
            </a:extLst>
          </p:cNvPr>
          <p:cNvCxnSpPr>
            <a:cxnSpLocks/>
            <a:stCxn id="80" idx="2"/>
            <a:endCxn id="89" idx="1"/>
          </p:cNvCxnSpPr>
          <p:nvPr/>
        </p:nvCxnSpPr>
        <p:spPr>
          <a:xfrm rot="16200000" flipH="1">
            <a:off x="1902125" y="3350322"/>
            <a:ext cx="353536" cy="1789458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Connector: Elbow 131">
            <a:extLst>
              <a:ext uri="{FF2B5EF4-FFF2-40B4-BE49-F238E27FC236}">
                <a16:creationId xmlns:a16="http://schemas.microsoft.com/office/drawing/2014/main" id="{5D7A725C-7A4C-33EC-9829-AC587EFAD599}"/>
              </a:ext>
            </a:extLst>
          </p:cNvPr>
          <p:cNvCxnSpPr>
            <a:cxnSpLocks/>
            <a:stCxn id="81" idx="2"/>
            <a:endCxn id="89" idx="1"/>
          </p:cNvCxnSpPr>
          <p:nvPr/>
        </p:nvCxnSpPr>
        <p:spPr>
          <a:xfrm rot="16200000" flipH="1">
            <a:off x="2545002" y="3993199"/>
            <a:ext cx="352314" cy="504925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" name="Connector: Elbow 134">
            <a:extLst>
              <a:ext uri="{FF2B5EF4-FFF2-40B4-BE49-F238E27FC236}">
                <a16:creationId xmlns:a16="http://schemas.microsoft.com/office/drawing/2014/main" id="{5C67D675-7B65-12D0-EB1D-4325E8E63E66}"/>
              </a:ext>
            </a:extLst>
          </p:cNvPr>
          <p:cNvCxnSpPr>
            <a:cxnSpLocks/>
            <a:stCxn id="125" idx="2"/>
            <a:endCxn id="89" idx="0"/>
          </p:cNvCxnSpPr>
          <p:nvPr/>
        </p:nvCxnSpPr>
        <p:spPr>
          <a:xfrm rot="5400000">
            <a:off x="3188472" y="3071178"/>
            <a:ext cx="1545767" cy="911618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9" name="Shape 6">
            <a:extLst>
              <a:ext uri="{FF2B5EF4-FFF2-40B4-BE49-F238E27FC236}">
                <a16:creationId xmlns:a16="http://schemas.microsoft.com/office/drawing/2014/main" id="{9800D61E-A874-02B7-443B-AC09F7FFD487}"/>
              </a:ext>
            </a:extLst>
          </p:cNvPr>
          <p:cNvSpPr/>
          <p:nvPr/>
        </p:nvSpPr>
        <p:spPr>
          <a:xfrm>
            <a:off x="2833056" y="4888481"/>
            <a:ext cx="1344978" cy="716946"/>
          </a:xfrm>
          <a:prstGeom prst="diamond">
            <a:avLst/>
          </a:prstGeom>
          <a:solidFill>
            <a:srgbClr val="FFFFFF"/>
          </a:solidFill>
          <a:ln w="19050">
            <a:solidFill>
              <a:srgbClr val="1B3A6B"/>
            </a:solidFill>
            <a:prstDash val="solid"/>
          </a:ln>
          <a:effectLst>
            <a:outerShdw blurRad="63500" dist="19050" dir="5400000" algn="bl" rotWithShape="0">
              <a:srgbClr val="000000">
                <a:alpha val="10000"/>
              </a:srgbClr>
            </a:outerShdw>
          </a:effectLst>
        </p:spPr>
        <p:txBody>
          <a:bodyPr anchor="ctr"/>
          <a:lstStyle/>
          <a:p>
            <a:pPr algn="ctr"/>
            <a:r>
              <a:rPr lang="en-US" sz="800" dirty="0" err="1"/>
              <a:t>Sisa</a:t>
            </a:r>
            <a:r>
              <a:rPr lang="en-US" sz="800" dirty="0"/>
              <a:t> </a:t>
            </a:r>
            <a:r>
              <a:rPr lang="en-US" sz="800" dirty="0" err="1"/>
              <a:t>Desimal</a:t>
            </a:r>
            <a:r>
              <a:rPr lang="en-US" sz="800" dirty="0"/>
              <a:t> &gt;0,5m</a:t>
            </a:r>
          </a:p>
        </p:txBody>
      </p:sp>
      <p:sp>
        <p:nvSpPr>
          <p:cNvPr id="140" name="Shape 6">
            <a:extLst>
              <a:ext uri="{FF2B5EF4-FFF2-40B4-BE49-F238E27FC236}">
                <a16:creationId xmlns:a16="http://schemas.microsoft.com/office/drawing/2014/main" id="{E8F8AC4E-5CCF-7822-69A8-D59D3CECD752}"/>
              </a:ext>
            </a:extLst>
          </p:cNvPr>
          <p:cNvSpPr/>
          <p:nvPr/>
        </p:nvSpPr>
        <p:spPr>
          <a:xfrm>
            <a:off x="2326197" y="5687188"/>
            <a:ext cx="1063847" cy="243895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1B3A6B"/>
            </a:solidFill>
            <a:prstDash val="solid"/>
          </a:ln>
          <a:effectLst>
            <a:outerShdw blurRad="63500" dist="19050" dir="5400000" algn="bl" rotWithShape="0">
              <a:srgbClr val="000000">
                <a:alpha val="10000"/>
              </a:srgbClr>
            </a:outerShdw>
          </a:effectLst>
        </p:spPr>
        <p:txBody>
          <a:bodyPr anchor="ctr"/>
          <a:lstStyle/>
          <a:p>
            <a:pPr algn="ctr"/>
            <a:r>
              <a:rPr lang="en-US" sz="800" dirty="0" err="1"/>
              <a:t>Tetap</a:t>
            </a:r>
            <a:r>
              <a:rPr lang="en-US" sz="800" dirty="0"/>
              <a:t> N Skid</a:t>
            </a:r>
            <a:endParaRPr lang="en-ID" sz="800" dirty="0"/>
          </a:p>
        </p:txBody>
      </p:sp>
      <p:sp>
        <p:nvSpPr>
          <p:cNvPr id="141" name="Shape 6">
            <a:extLst>
              <a:ext uri="{FF2B5EF4-FFF2-40B4-BE49-F238E27FC236}">
                <a16:creationId xmlns:a16="http://schemas.microsoft.com/office/drawing/2014/main" id="{9032F55B-0214-D33A-4111-21E009F403BB}"/>
              </a:ext>
            </a:extLst>
          </p:cNvPr>
          <p:cNvSpPr/>
          <p:nvPr/>
        </p:nvSpPr>
        <p:spPr>
          <a:xfrm>
            <a:off x="3610730" y="5688410"/>
            <a:ext cx="1063847" cy="243895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1B3A6B"/>
            </a:solidFill>
            <a:prstDash val="solid"/>
          </a:ln>
          <a:effectLst>
            <a:outerShdw blurRad="63500" dist="19050" dir="5400000" algn="bl" rotWithShape="0">
              <a:srgbClr val="000000">
                <a:alpha val="10000"/>
              </a:srgbClr>
            </a:outerShdw>
          </a:effectLst>
        </p:spPr>
        <p:txBody>
          <a:bodyPr anchor="ctr"/>
          <a:lstStyle/>
          <a:p>
            <a:pPr algn="ctr"/>
            <a:r>
              <a:rPr lang="en-US" sz="800" dirty="0"/>
              <a:t>Split Skid N+1</a:t>
            </a:r>
            <a:endParaRPr lang="en-ID" sz="800" dirty="0"/>
          </a:p>
        </p:txBody>
      </p:sp>
      <p:cxnSp>
        <p:nvCxnSpPr>
          <p:cNvPr id="142" name="Connector: Elbow 141">
            <a:extLst>
              <a:ext uri="{FF2B5EF4-FFF2-40B4-BE49-F238E27FC236}">
                <a16:creationId xmlns:a16="http://schemas.microsoft.com/office/drawing/2014/main" id="{56C9C36A-FE05-86DF-769B-D9E0A540EF24}"/>
              </a:ext>
            </a:extLst>
          </p:cNvPr>
          <p:cNvCxnSpPr>
            <a:cxnSpLocks/>
            <a:stCxn id="139" idx="2"/>
            <a:endCxn id="140" idx="0"/>
          </p:cNvCxnSpPr>
          <p:nvPr/>
        </p:nvCxnSpPr>
        <p:spPr>
          <a:xfrm rot="5400000">
            <a:off x="3140953" y="5322595"/>
            <a:ext cx="81761" cy="647424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5" name="Connector: Elbow 144">
            <a:extLst>
              <a:ext uri="{FF2B5EF4-FFF2-40B4-BE49-F238E27FC236}">
                <a16:creationId xmlns:a16="http://schemas.microsoft.com/office/drawing/2014/main" id="{431F8884-B8C0-DB44-374B-CCA0B6CF9A00}"/>
              </a:ext>
            </a:extLst>
          </p:cNvPr>
          <p:cNvCxnSpPr>
            <a:cxnSpLocks/>
            <a:stCxn id="139" idx="2"/>
            <a:endCxn id="141" idx="0"/>
          </p:cNvCxnSpPr>
          <p:nvPr/>
        </p:nvCxnSpPr>
        <p:spPr>
          <a:xfrm rot="16200000" flipH="1">
            <a:off x="3782608" y="5328363"/>
            <a:ext cx="82983" cy="637109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8" name="Shape 6">
            <a:extLst>
              <a:ext uri="{FF2B5EF4-FFF2-40B4-BE49-F238E27FC236}">
                <a16:creationId xmlns:a16="http://schemas.microsoft.com/office/drawing/2014/main" id="{DEA8A5B5-7FAF-2BB2-E264-36500D1D188F}"/>
              </a:ext>
            </a:extLst>
          </p:cNvPr>
          <p:cNvSpPr/>
          <p:nvPr/>
        </p:nvSpPr>
        <p:spPr>
          <a:xfrm>
            <a:off x="3972760" y="5361609"/>
            <a:ext cx="685780" cy="175255"/>
          </a:xfrm>
          <a:prstGeom prst="roundRect">
            <a:avLst>
              <a:gd name="adj" fmla="val 14286"/>
            </a:avLst>
          </a:prstGeom>
          <a:noFill/>
          <a:ln w="19050">
            <a:noFill/>
            <a:prstDash val="solid"/>
          </a:ln>
          <a:effectLst>
            <a:outerShdw blurRad="63500" dist="19050" dir="5400000" algn="bl" rotWithShape="0">
              <a:srgbClr val="000000">
                <a:alpha val="10000"/>
              </a:srgbClr>
            </a:outerShdw>
          </a:effectLst>
        </p:spPr>
        <p:txBody>
          <a:bodyPr anchor="ctr"/>
          <a:lstStyle/>
          <a:p>
            <a:pPr algn="ctr"/>
            <a:r>
              <a:rPr lang="en-US" sz="1100" dirty="0">
                <a:solidFill>
                  <a:srgbClr val="C00000"/>
                </a:solidFill>
              </a:rPr>
              <a:t>No</a:t>
            </a:r>
            <a:endParaRPr lang="en-ID" sz="1100" dirty="0">
              <a:solidFill>
                <a:srgbClr val="C00000"/>
              </a:solidFill>
            </a:endParaRPr>
          </a:p>
        </p:txBody>
      </p:sp>
      <p:sp>
        <p:nvSpPr>
          <p:cNvPr id="149" name="Shape 6">
            <a:extLst>
              <a:ext uri="{FF2B5EF4-FFF2-40B4-BE49-F238E27FC236}">
                <a16:creationId xmlns:a16="http://schemas.microsoft.com/office/drawing/2014/main" id="{E9CC35C4-A9B2-6013-4481-1BE58DFB7B99}"/>
              </a:ext>
            </a:extLst>
          </p:cNvPr>
          <p:cNvSpPr/>
          <p:nvPr/>
        </p:nvSpPr>
        <p:spPr>
          <a:xfrm>
            <a:off x="2459453" y="5361531"/>
            <a:ext cx="685780" cy="175255"/>
          </a:xfrm>
          <a:prstGeom prst="roundRect">
            <a:avLst>
              <a:gd name="adj" fmla="val 14286"/>
            </a:avLst>
          </a:prstGeom>
          <a:noFill/>
          <a:ln w="19050">
            <a:noFill/>
            <a:prstDash val="solid"/>
          </a:ln>
          <a:effectLst>
            <a:outerShdw blurRad="63500" dist="19050" dir="5400000" algn="bl" rotWithShape="0">
              <a:srgbClr val="000000">
                <a:alpha val="10000"/>
              </a:srgbClr>
            </a:outerShdw>
          </a:effectLst>
        </p:spPr>
        <p:txBody>
          <a:bodyPr anchor="ctr"/>
          <a:lstStyle/>
          <a:p>
            <a:pPr algn="ctr"/>
            <a:r>
              <a:rPr lang="en-US" sz="1100" dirty="0">
                <a:solidFill>
                  <a:srgbClr val="00B050"/>
                </a:solidFill>
              </a:rPr>
              <a:t>Yes</a:t>
            </a:r>
            <a:endParaRPr lang="en-ID" sz="1100" dirty="0">
              <a:solidFill>
                <a:srgbClr val="00B050"/>
              </a:solidFill>
            </a:endParaRPr>
          </a:p>
        </p:txBody>
      </p:sp>
      <p:cxnSp>
        <p:nvCxnSpPr>
          <p:cNvPr id="150" name="Straight Arrow Connector 149">
            <a:extLst>
              <a:ext uri="{FF2B5EF4-FFF2-40B4-BE49-F238E27FC236}">
                <a16:creationId xmlns:a16="http://schemas.microsoft.com/office/drawing/2014/main" id="{4DE9268E-4097-713A-652D-AEBAD5FC1880}"/>
              </a:ext>
            </a:extLst>
          </p:cNvPr>
          <p:cNvCxnSpPr>
            <a:cxnSpLocks/>
            <a:stCxn id="89" idx="2"/>
            <a:endCxn id="139" idx="0"/>
          </p:cNvCxnSpPr>
          <p:nvPr/>
        </p:nvCxnSpPr>
        <p:spPr>
          <a:xfrm flipH="1">
            <a:off x="3505545" y="4543766"/>
            <a:ext cx="1" cy="34471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" name="Connector: Elbow 152">
            <a:extLst>
              <a:ext uri="{FF2B5EF4-FFF2-40B4-BE49-F238E27FC236}">
                <a16:creationId xmlns:a16="http://schemas.microsoft.com/office/drawing/2014/main" id="{E24925DD-D1FA-8044-E7B6-8F750A62F1C6}"/>
              </a:ext>
            </a:extLst>
          </p:cNvPr>
          <p:cNvCxnSpPr>
            <a:cxnSpLocks/>
            <a:stCxn id="140" idx="2"/>
            <a:endCxn id="32" idx="0"/>
          </p:cNvCxnSpPr>
          <p:nvPr/>
        </p:nvCxnSpPr>
        <p:spPr>
          <a:xfrm rot="16200000" flipH="1">
            <a:off x="3097433" y="5691771"/>
            <a:ext cx="168800" cy="647424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6" name="Connector: Elbow 155">
            <a:extLst>
              <a:ext uri="{FF2B5EF4-FFF2-40B4-BE49-F238E27FC236}">
                <a16:creationId xmlns:a16="http://schemas.microsoft.com/office/drawing/2014/main" id="{AC272EA6-B981-0867-865B-6530F96FAB5B}"/>
              </a:ext>
            </a:extLst>
          </p:cNvPr>
          <p:cNvCxnSpPr>
            <a:cxnSpLocks/>
            <a:stCxn id="141" idx="2"/>
            <a:endCxn id="32" idx="0"/>
          </p:cNvCxnSpPr>
          <p:nvPr/>
        </p:nvCxnSpPr>
        <p:spPr>
          <a:xfrm rot="5400000">
            <a:off x="3740311" y="5697540"/>
            <a:ext cx="167578" cy="637109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9" name="Shape 6">
            <a:extLst>
              <a:ext uri="{FF2B5EF4-FFF2-40B4-BE49-F238E27FC236}">
                <a16:creationId xmlns:a16="http://schemas.microsoft.com/office/drawing/2014/main" id="{96F946BB-8B5A-1788-2529-8E791345905D}"/>
              </a:ext>
            </a:extLst>
          </p:cNvPr>
          <p:cNvSpPr/>
          <p:nvPr/>
        </p:nvSpPr>
        <p:spPr>
          <a:xfrm>
            <a:off x="5864802" y="1041277"/>
            <a:ext cx="1787748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9050">
            <a:solidFill>
              <a:srgbClr val="1B3A6B"/>
            </a:solidFill>
            <a:prstDash val="solid"/>
          </a:ln>
          <a:effectLst>
            <a:outerShdw blurRad="63500" dist="19050" dir="5400000" algn="bl" rotWithShape="0">
              <a:srgbClr val="000000">
                <a:alpha val="10000"/>
              </a:srgbClr>
            </a:outerShdw>
          </a:effectLst>
        </p:spPr>
        <p:txBody>
          <a:bodyPr anchor="ctr"/>
          <a:lstStyle/>
          <a:p>
            <a:pPr algn="ctr"/>
            <a:r>
              <a:rPr lang="en-US" sz="1100" b="1" dirty="0" err="1"/>
              <a:t>Patern</a:t>
            </a:r>
            <a:r>
              <a:rPr lang="en-US" sz="1100" b="1" dirty="0"/>
              <a:t> Plane</a:t>
            </a:r>
            <a:endParaRPr lang="en-ID" sz="1100" b="1" dirty="0"/>
          </a:p>
        </p:txBody>
      </p:sp>
      <p:sp>
        <p:nvSpPr>
          <p:cNvPr id="160" name="Shape 6">
            <a:extLst>
              <a:ext uri="{FF2B5EF4-FFF2-40B4-BE49-F238E27FC236}">
                <a16:creationId xmlns:a16="http://schemas.microsoft.com/office/drawing/2014/main" id="{C521EAFC-3A5E-F9FB-22EF-CBB57CDD7C2C}"/>
              </a:ext>
            </a:extLst>
          </p:cNvPr>
          <p:cNvSpPr/>
          <p:nvPr/>
        </p:nvSpPr>
        <p:spPr>
          <a:xfrm>
            <a:off x="6226752" y="1842598"/>
            <a:ext cx="1063847" cy="243895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1B3A6B"/>
            </a:solidFill>
            <a:prstDash val="solid"/>
          </a:ln>
          <a:effectLst>
            <a:outerShdw blurRad="63500" dist="19050" dir="5400000" algn="bl" rotWithShape="0">
              <a:srgbClr val="000000">
                <a:alpha val="10000"/>
              </a:srgbClr>
            </a:outerShdw>
          </a:effectLst>
        </p:spPr>
        <p:txBody>
          <a:bodyPr anchor="ctr"/>
          <a:lstStyle/>
          <a:p>
            <a:pPr algn="ctr"/>
            <a:r>
              <a:rPr lang="en-US" sz="800" dirty="0"/>
              <a:t>Setting </a:t>
            </a:r>
            <a:r>
              <a:rPr lang="en-US" sz="800" dirty="0" err="1"/>
              <a:t>Fisik</a:t>
            </a:r>
            <a:r>
              <a:rPr lang="en-US" sz="800" dirty="0"/>
              <a:t> Plane</a:t>
            </a:r>
            <a:endParaRPr lang="en-ID" sz="800" dirty="0"/>
          </a:p>
        </p:txBody>
      </p:sp>
      <p:cxnSp>
        <p:nvCxnSpPr>
          <p:cNvPr id="162" name="Straight Arrow Connector 161">
            <a:extLst>
              <a:ext uri="{FF2B5EF4-FFF2-40B4-BE49-F238E27FC236}">
                <a16:creationId xmlns:a16="http://schemas.microsoft.com/office/drawing/2014/main" id="{6CB9863A-EE05-82DB-274B-F8B630DDFBE8}"/>
              </a:ext>
            </a:extLst>
          </p:cNvPr>
          <p:cNvCxnSpPr>
            <a:cxnSpLocks/>
            <a:stCxn id="159" idx="2"/>
            <a:endCxn id="160" idx="0"/>
          </p:cNvCxnSpPr>
          <p:nvPr/>
        </p:nvCxnSpPr>
        <p:spPr>
          <a:xfrm>
            <a:off x="6758676" y="1425325"/>
            <a:ext cx="0" cy="41727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5" name="Shape 6">
            <a:extLst>
              <a:ext uri="{FF2B5EF4-FFF2-40B4-BE49-F238E27FC236}">
                <a16:creationId xmlns:a16="http://schemas.microsoft.com/office/drawing/2014/main" id="{44FDB75F-F1BD-B03A-C840-9C740867CC27}"/>
              </a:ext>
            </a:extLst>
          </p:cNvPr>
          <p:cNvSpPr/>
          <p:nvPr/>
        </p:nvSpPr>
        <p:spPr>
          <a:xfrm>
            <a:off x="8494517" y="1041277"/>
            <a:ext cx="1787748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9050">
            <a:solidFill>
              <a:srgbClr val="1B3A6B"/>
            </a:solidFill>
            <a:prstDash val="solid"/>
          </a:ln>
          <a:effectLst>
            <a:outerShdw blurRad="63500" dist="19050" dir="5400000" algn="bl" rotWithShape="0">
              <a:srgbClr val="000000">
                <a:alpha val="10000"/>
              </a:srgbClr>
            </a:outerShdw>
          </a:effectLst>
        </p:spPr>
        <p:txBody>
          <a:bodyPr anchor="ctr"/>
          <a:lstStyle/>
          <a:p>
            <a:pPr algn="ctr"/>
            <a:r>
              <a:rPr lang="en-US" sz="1100" b="1" dirty="0"/>
              <a:t>Andon</a:t>
            </a:r>
            <a:endParaRPr lang="en-ID" sz="1100" b="1" dirty="0"/>
          </a:p>
        </p:txBody>
      </p:sp>
      <p:cxnSp>
        <p:nvCxnSpPr>
          <p:cNvPr id="166" name="Straight Arrow Connector 165">
            <a:extLst>
              <a:ext uri="{FF2B5EF4-FFF2-40B4-BE49-F238E27FC236}">
                <a16:creationId xmlns:a16="http://schemas.microsoft.com/office/drawing/2014/main" id="{E479C6AC-D0A5-6AD4-2908-F9F23180F4A5}"/>
              </a:ext>
            </a:extLst>
          </p:cNvPr>
          <p:cNvCxnSpPr>
            <a:cxnSpLocks/>
            <a:stCxn id="165" idx="2"/>
          </p:cNvCxnSpPr>
          <p:nvPr/>
        </p:nvCxnSpPr>
        <p:spPr>
          <a:xfrm>
            <a:off x="9388391" y="1425325"/>
            <a:ext cx="0" cy="41727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7" name="Shape 6">
            <a:extLst>
              <a:ext uri="{FF2B5EF4-FFF2-40B4-BE49-F238E27FC236}">
                <a16:creationId xmlns:a16="http://schemas.microsoft.com/office/drawing/2014/main" id="{8DD34F18-D7F9-D861-A513-D9531643C816}"/>
              </a:ext>
            </a:extLst>
          </p:cNvPr>
          <p:cNvSpPr/>
          <p:nvPr/>
        </p:nvSpPr>
        <p:spPr>
          <a:xfrm>
            <a:off x="5113854" y="6165723"/>
            <a:ext cx="1063847" cy="243895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1B3A6B"/>
            </a:solidFill>
            <a:prstDash val="solid"/>
          </a:ln>
          <a:effectLst>
            <a:outerShdw blurRad="63500" dist="19050" dir="5400000" algn="bl" rotWithShape="0">
              <a:srgbClr val="000000">
                <a:alpha val="10000"/>
              </a:srgbClr>
            </a:outerShdw>
          </a:effectLst>
        </p:spPr>
        <p:txBody>
          <a:bodyPr anchor="ctr"/>
          <a:lstStyle/>
          <a:p>
            <a:pPr algn="ctr"/>
            <a:r>
              <a:rPr lang="en-US" sz="800" dirty="0"/>
              <a:t>Sorting </a:t>
            </a:r>
            <a:r>
              <a:rPr lang="en-US" sz="800" dirty="0" err="1"/>
              <a:t>Setiap</a:t>
            </a:r>
            <a:r>
              <a:rPr lang="en-US" sz="800" dirty="0"/>
              <a:t> Plane</a:t>
            </a:r>
            <a:endParaRPr lang="en-ID" sz="800" dirty="0"/>
          </a:p>
        </p:txBody>
      </p:sp>
      <p:sp>
        <p:nvSpPr>
          <p:cNvPr id="170" name="Shape 6">
            <a:extLst>
              <a:ext uri="{FF2B5EF4-FFF2-40B4-BE49-F238E27FC236}">
                <a16:creationId xmlns:a16="http://schemas.microsoft.com/office/drawing/2014/main" id="{80AC31C6-5742-7C1E-F8DF-221331BAFD58}"/>
              </a:ext>
            </a:extLst>
          </p:cNvPr>
          <p:cNvSpPr/>
          <p:nvPr/>
        </p:nvSpPr>
        <p:spPr>
          <a:xfrm>
            <a:off x="8725028" y="1868173"/>
            <a:ext cx="1344978" cy="716946"/>
          </a:xfrm>
          <a:prstGeom prst="diamond">
            <a:avLst/>
          </a:prstGeom>
          <a:solidFill>
            <a:srgbClr val="FFFFFF"/>
          </a:solidFill>
          <a:ln w="19050">
            <a:solidFill>
              <a:srgbClr val="1B3A6B"/>
            </a:solidFill>
            <a:prstDash val="solid"/>
          </a:ln>
          <a:effectLst>
            <a:outerShdw blurRad="63500" dist="19050" dir="5400000" algn="bl" rotWithShape="0">
              <a:srgbClr val="000000">
                <a:alpha val="10000"/>
              </a:srgbClr>
            </a:outerShdw>
          </a:effectLst>
        </p:spPr>
        <p:txBody>
          <a:bodyPr anchor="ctr"/>
          <a:lstStyle/>
          <a:p>
            <a:pPr algn="ctr"/>
            <a:r>
              <a:rPr lang="en-US" sz="800" dirty="0"/>
              <a:t>Select Mode</a:t>
            </a:r>
          </a:p>
        </p:txBody>
      </p:sp>
      <p:sp>
        <p:nvSpPr>
          <p:cNvPr id="171" name="Shape 6">
            <a:extLst>
              <a:ext uri="{FF2B5EF4-FFF2-40B4-BE49-F238E27FC236}">
                <a16:creationId xmlns:a16="http://schemas.microsoft.com/office/drawing/2014/main" id="{F0B6D1EB-6062-9891-5FA0-EA6060140E5C}"/>
              </a:ext>
            </a:extLst>
          </p:cNvPr>
          <p:cNvSpPr/>
          <p:nvPr/>
        </p:nvSpPr>
        <p:spPr>
          <a:xfrm>
            <a:off x="8232283" y="2661583"/>
            <a:ext cx="1063847" cy="243895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1B3A6B"/>
            </a:solidFill>
            <a:prstDash val="solid"/>
          </a:ln>
          <a:effectLst>
            <a:outerShdw blurRad="63500" dist="19050" dir="5400000" algn="bl" rotWithShape="0">
              <a:srgbClr val="000000">
                <a:alpha val="10000"/>
              </a:srgbClr>
            </a:outerShdw>
          </a:effectLst>
        </p:spPr>
        <p:txBody>
          <a:bodyPr anchor="ctr"/>
          <a:lstStyle/>
          <a:p>
            <a:pPr algn="ctr"/>
            <a:r>
              <a:rPr lang="en-ID" sz="800" dirty="0"/>
              <a:t>Setting </a:t>
            </a:r>
            <a:r>
              <a:rPr lang="en-ID" sz="800" dirty="0" err="1"/>
              <a:t>Condown</a:t>
            </a:r>
            <a:r>
              <a:rPr lang="en-ID" sz="800" dirty="0"/>
              <a:t> &amp; </a:t>
            </a:r>
            <a:r>
              <a:rPr lang="en-ID" sz="800" dirty="0" err="1"/>
              <a:t>Ritme</a:t>
            </a:r>
            <a:endParaRPr lang="en-ID" sz="800" dirty="0"/>
          </a:p>
        </p:txBody>
      </p:sp>
      <p:sp>
        <p:nvSpPr>
          <p:cNvPr id="172" name="Shape 6">
            <a:extLst>
              <a:ext uri="{FF2B5EF4-FFF2-40B4-BE49-F238E27FC236}">
                <a16:creationId xmlns:a16="http://schemas.microsoft.com/office/drawing/2014/main" id="{12188945-3034-C2D5-6C7B-BD7EDEF29F34}"/>
              </a:ext>
            </a:extLst>
          </p:cNvPr>
          <p:cNvSpPr/>
          <p:nvPr/>
        </p:nvSpPr>
        <p:spPr>
          <a:xfrm>
            <a:off x="9516816" y="2662805"/>
            <a:ext cx="1063847" cy="243895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1B3A6B"/>
            </a:solidFill>
            <a:prstDash val="solid"/>
          </a:ln>
          <a:effectLst>
            <a:outerShdw blurRad="63500" dist="19050" dir="5400000" algn="bl" rotWithShape="0">
              <a:srgbClr val="000000">
                <a:alpha val="10000"/>
              </a:srgbClr>
            </a:outerShdw>
          </a:effectLst>
        </p:spPr>
        <p:txBody>
          <a:bodyPr anchor="ctr"/>
          <a:lstStyle/>
          <a:p>
            <a:pPr algn="ctr"/>
            <a:r>
              <a:rPr lang="en-US" sz="800" dirty="0"/>
              <a:t>Get Data Andon</a:t>
            </a:r>
            <a:endParaRPr lang="en-ID" sz="800" dirty="0"/>
          </a:p>
        </p:txBody>
      </p:sp>
      <p:sp>
        <p:nvSpPr>
          <p:cNvPr id="173" name="Shape 6">
            <a:extLst>
              <a:ext uri="{FF2B5EF4-FFF2-40B4-BE49-F238E27FC236}">
                <a16:creationId xmlns:a16="http://schemas.microsoft.com/office/drawing/2014/main" id="{AAACE378-AE1C-7144-F2E6-DD4E4659B929}"/>
              </a:ext>
            </a:extLst>
          </p:cNvPr>
          <p:cNvSpPr/>
          <p:nvPr/>
        </p:nvSpPr>
        <p:spPr>
          <a:xfrm>
            <a:off x="8313285" y="2373890"/>
            <a:ext cx="685780" cy="175255"/>
          </a:xfrm>
          <a:prstGeom prst="roundRect">
            <a:avLst>
              <a:gd name="adj" fmla="val 14286"/>
            </a:avLst>
          </a:prstGeom>
          <a:noFill/>
          <a:ln w="19050">
            <a:noFill/>
            <a:prstDash val="solid"/>
          </a:ln>
          <a:effectLst>
            <a:outerShdw blurRad="63500" dist="19050" dir="5400000" algn="bl" rotWithShape="0">
              <a:srgbClr val="000000">
                <a:alpha val="10000"/>
              </a:srgbClr>
            </a:outerShdw>
          </a:effectLst>
        </p:spPr>
        <p:txBody>
          <a:bodyPr anchor="ctr"/>
          <a:lstStyle/>
          <a:p>
            <a:pPr algn="ctr"/>
            <a:r>
              <a:rPr lang="en-US" sz="1100" dirty="0">
                <a:solidFill>
                  <a:srgbClr val="00B050"/>
                </a:solidFill>
              </a:rPr>
              <a:t>Manual</a:t>
            </a:r>
            <a:endParaRPr lang="en-ID" sz="1100" dirty="0">
              <a:solidFill>
                <a:srgbClr val="00B050"/>
              </a:solidFill>
            </a:endParaRPr>
          </a:p>
        </p:txBody>
      </p:sp>
      <p:sp>
        <p:nvSpPr>
          <p:cNvPr id="174" name="Shape 6">
            <a:extLst>
              <a:ext uri="{FF2B5EF4-FFF2-40B4-BE49-F238E27FC236}">
                <a16:creationId xmlns:a16="http://schemas.microsoft.com/office/drawing/2014/main" id="{F414F90B-A0F1-51AF-7EF1-3A9A2947948F}"/>
              </a:ext>
            </a:extLst>
          </p:cNvPr>
          <p:cNvSpPr/>
          <p:nvPr/>
        </p:nvSpPr>
        <p:spPr>
          <a:xfrm>
            <a:off x="9777920" y="2373890"/>
            <a:ext cx="685780" cy="175255"/>
          </a:xfrm>
          <a:prstGeom prst="roundRect">
            <a:avLst>
              <a:gd name="adj" fmla="val 14286"/>
            </a:avLst>
          </a:prstGeom>
          <a:noFill/>
          <a:ln w="19050">
            <a:noFill/>
            <a:prstDash val="solid"/>
          </a:ln>
          <a:effectLst>
            <a:outerShdw blurRad="63500" dist="19050" dir="5400000" algn="bl" rotWithShape="0">
              <a:srgbClr val="000000">
                <a:alpha val="10000"/>
              </a:srgbClr>
            </a:outerShdw>
          </a:effectLst>
        </p:spPr>
        <p:txBody>
          <a:bodyPr anchor="ctr"/>
          <a:lstStyle/>
          <a:p>
            <a:pPr algn="ctr"/>
            <a:r>
              <a:rPr lang="en-US" sz="1100" dirty="0">
                <a:solidFill>
                  <a:srgbClr val="C00000"/>
                </a:solidFill>
              </a:rPr>
              <a:t>Auto</a:t>
            </a:r>
            <a:endParaRPr lang="en-ID" sz="1100" dirty="0">
              <a:solidFill>
                <a:srgbClr val="C00000"/>
              </a:solidFill>
            </a:endParaRPr>
          </a:p>
        </p:txBody>
      </p:sp>
      <p:cxnSp>
        <p:nvCxnSpPr>
          <p:cNvPr id="175" name="Connector: Elbow 174">
            <a:extLst>
              <a:ext uri="{FF2B5EF4-FFF2-40B4-BE49-F238E27FC236}">
                <a16:creationId xmlns:a16="http://schemas.microsoft.com/office/drawing/2014/main" id="{474B36B4-C8CB-231D-9D67-419B95B62A55}"/>
              </a:ext>
            </a:extLst>
          </p:cNvPr>
          <p:cNvCxnSpPr>
            <a:cxnSpLocks/>
            <a:stCxn id="170" idx="2"/>
            <a:endCxn id="171" idx="0"/>
          </p:cNvCxnSpPr>
          <p:nvPr/>
        </p:nvCxnSpPr>
        <p:spPr>
          <a:xfrm rot="5400000">
            <a:off x="9042630" y="2306696"/>
            <a:ext cx="76464" cy="633310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8" name="Connector: Elbow 177">
            <a:extLst>
              <a:ext uri="{FF2B5EF4-FFF2-40B4-BE49-F238E27FC236}">
                <a16:creationId xmlns:a16="http://schemas.microsoft.com/office/drawing/2014/main" id="{6DC1E56C-DFBB-B486-D5B1-1D7A266CC0B2}"/>
              </a:ext>
            </a:extLst>
          </p:cNvPr>
          <p:cNvCxnSpPr>
            <a:cxnSpLocks/>
            <a:stCxn id="170" idx="2"/>
            <a:endCxn id="172" idx="0"/>
          </p:cNvCxnSpPr>
          <p:nvPr/>
        </p:nvCxnSpPr>
        <p:spPr>
          <a:xfrm rot="16200000" flipH="1">
            <a:off x="9684285" y="2298350"/>
            <a:ext cx="77686" cy="651223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1" name="Flowchart: Magnetic Disk 180">
            <a:extLst>
              <a:ext uri="{FF2B5EF4-FFF2-40B4-BE49-F238E27FC236}">
                <a16:creationId xmlns:a16="http://schemas.microsoft.com/office/drawing/2014/main" id="{23885675-ACB8-6AD9-84EA-71E3CE92CF71}"/>
              </a:ext>
            </a:extLst>
          </p:cNvPr>
          <p:cNvSpPr/>
          <p:nvPr/>
        </p:nvSpPr>
        <p:spPr>
          <a:xfrm>
            <a:off x="9603162" y="3215577"/>
            <a:ext cx="895324" cy="250961"/>
          </a:xfrm>
          <a:prstGeom prst="flowChartMagneticDisk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82" name="Shape 6">
            <a:extLst>
              <a:ext uri="{FF2B5EF4-FFF2-40B4-BE49-F238E27FC236}">
                <a16:creationId xmlns:a16="http://schemas.microsoft.com/office/drawing/2014/main" id="{77F7C698-F519-546E-62F9-7A31A7DEB48F}"/>
              </a:ext>
            </a:extLst>
          </p:cNvPr>
          <p:cNvSpPr/>
          <p:nvPr/>
        </p:nvSpPr>
        <p:spPr>
          <a:xfrm>
            <a:off x="9392630" y="3496099"/>
            <a:ext cx="1316389" cy="182818"/>
          </a:xfrm>
          <a:prstGeom prst="roundRect">
            <a:avLst>
              <a:gd name="adj" fmla="val 14286"/>
            </a:avLst>
          </a:prstGeom>
          <a:noFill/>
          <a:ln w="19050">
            <a:noFill/>
            <a:prstDash val="solid"/>
          </a:ln>
          <a:effectLst>
            <a:outerShdw blurRad="63500" dist="19050" dir="5400000" algn="bl" rotWithShape="0">
              <a:srgbClr val="000000">
                <a:alpha val="10000"/>
              </a:srgbClr>
            </a:outerShdw>
          </a:effectLst>
        </p:spPr>
        <p:txBody>
          <a:bodyPr anchor="ctr"/>
          <a:lstStyle/>
          <a:p>
            <a:pPr algn="ctr"/>
            <a:r>
              <a:rPr lang="en-US" sz="11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Data </a:t>
            </a:r>
            <a:r>
              <a:rPr lang="en-US" sz="1100" dirty="0" err="1">
                <a:solidFill>
                  <a:schemeClr val="tx2">
                    <a:lumMod val="90000"/>
                    <a:lumOff val="10000"/>
                  </a:schemeClr>
                </a:solidFill>
              </a:rPr>
              <a:t>Condown</a:t>
            </a:r>
            <a:endParaRPr lang="en-ID" sz="1100" dirty="0">
              <a:solidFill>
                <a:schemeClr val="tx2">
                  <a:lumMod val="90000"/>
                  <a:lumOff val="10000"/>
                </a:schemeClr>
              </a:solidFill>
            </a:endParaRPr>
          </a:p>
        </p:txBody>
      </p:sp>
      <p:cxnSp>
        <p:nvCxnSpPr>
          <p:cNvPr id="183" name="Straight Arrow Connector 182">
            <a:extLst>
              <a:ext uri="{FF2B5EF4-FFF2-40B4-BE49-F238E27FC236}">
                <a16:creationId xmlns:a16="http://schemas.microsoft.com/office/drawing/2014/main" id="{51330530-0FA4-8445-A839-0C521E90A044}"/>
              </a:ext>
            </a:extLst>
          </p:cNvPr>
          <p:cNvCxnSpPr>
            <a:cxnSpLocks/>
            <a:stCxn id="172" idx="2"/>
          </p:cNvCxnSpPr>
          <p:nvPr/>
        </p:nvCxnSpPr>
        <p:spPr>
          <a:xfrm>
            <a:off x="10048740" y="2906700"/>
            <a:ext cx="0" cy="26623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6" name="Shape 6">
            <a:extLst>
              <a:ext uri="{FF2B5EF4-FFF2-40B4-BE49-F238E27FC236}">
                <a16:creationId xmlns:a16="http://schemas.microsoft.com/office/drawing/2014/main" id="{26139BAC-C14E-AD6B-833C-EE2BE34B419E}"/>
              </a:ext>
            </a:extLst>
          </p:cNvPr>
          <p:cNvSpPr/>
          <p:nvPr/>
        </p:nvSpPr>
        <p:spPr>
          <a:xfrm>
            <a:off x="9524698" y="4208807"/>
            <a:ext cx="1787748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9050">
            <a:solidFill>
              <a:srgbClr val="1B3A6B"/>
            </a:solidFill>
            <a:prstDash val="solid"/>
          </a:ln>
          <a:effectLst>
            <a:outerShdw blurRad="63500" dist="19050" dir="5400000" algn="bl" rotWithShape="0">
              <a:srgbClr val="000000">
                <a:alpha val="10000"/>
              </a:srgbClr>
            </a:outerShdw>
          </a:effectLst>
        </p:spPr>
        <p:txBody>
          <a:bodyPr anchor="ctr"/>
          <a:lstStyle/>
          <a:p>
            <a:pPr algn="ctr"/>
            <a:r>
              <a:rPr lang="en-US" sz="1100" b="1" dirty="0"/>
              <a:t>Visual </a:t>
            </a:r>
            <a:r>
              <a:rPr lang="en-US" sz="1100" b="1" dirty="0" err="1"/>
              <a:t>Simulasi</a:t>
            </a:r>
            <a:r>
              <a:rPr lang="en-US" sz="1100" b="1" dirty="0"/>
              <a:t> </a:t>
            </a:r>
            <a:r>
              <a:rPr lang="en-US" sz="1100" b="1" dirty="0" err="1"/>
              <a:t>PLane</a:t>
            </a:r>
            <a:endParaRPr lang="en-ID" sz="1100" b="1" dirty="0"/>
          </a:p>
        </p:txBody>
      </p:sp>
      <p:cxnSp>
        <p:nvCxnSpPr>
          <p:cNvPr id="188" name="Connector: Elbow 187">
            <a:extLst>
              <a:ext uri="{FF2B5EF4-FFF2-40B4-BE49-F238E27FC236}">
                <a16:creationId xmlns:a16="http://schemas.microsoft.com/office/drawing/2014/main" id="{A4B71F7F-DCAE-D8F1-EC00-0D2A6851F10E}"/>
              </a:ext>
            </a:extLst>
          </p:cNvPr>
          <p:cNvCxnSpPr>
            <a:cxnSpLocks/>
            <a:stCxn id="32" idx="3"/>
            <a:endCxn id="167" idx="1"/>
          </p:cNvCxnSpPr>
          <p:nvPr/>
        </p:nvCxnSpPr>
        <p:spPr>
          <a:xfrm flipV="1">
            <a:off x="4399419" y="6287671"/>
            <a:ext cx="714435" cy="4236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9" name="Connector: Elbow 198">
            <a:extLst>
              <a:ext uri="{FF2B5EF4-FFF2-40B4-BE49-F238E27FC236}">
                <a16:creationId xmlns:a16="http://schemas.microsoft.com/office/drawing/2014/main" id="{0561D5E9-2E49-D074-526F-4823F0A2EF54}"/>
              </a:ext>
            </a:extLst>
          </p:cNvPr>
          <p:cNvCxnSpPr>
            <a:cxnSpLocks/>
            <a:stCxn id="167" idx="3"/>
            <a:endCxn id="251" idx="2"/>
          </p:cNvCxnSpPr>
          <p:nvPr/>
        </p:nvCxnSpPr>
        <p:spPr>
          <a:xfrm flipH="1" flipV="1">
            <a:off x="5193847" y="4797120"/>
            <a:ext cx="983854" cy="1490551"/>
          </a:xfrm>
          <a:prstGeom prst="bentConnector4">
            <a:avLst>
              <a:gd name="adj1" fmla="val -23235"/>
              <a:gd name="adj2" fmla="val 18614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1" name="Shape 6">
            <a:extLst>
              <a:ext uri="{FF2B5EF4-FFF2-40B4-BE49-F238E27FC236}">
                <a16:creationId xmlns:a16="http://schemas.microsoft.com/office/drawing/2014/main" id="{31924BD6-E50A-2821-A37D-DCFA98AF6717}"/>
              </a:ext>
            </a:extLst>
          </p:cNvPr>
          <p:cNvSpPr/>
          <p:nvPr/>
        </p:nvSpPr>
        <p:spPr>
          <a:xfrm>
            <a:off x="7700359" y="4282232"/>
            <a:ext cx="1063847" cy="243895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1B3A6B"/>
            </a:solidFill>
            <a:prstDash val="solid"/>
          </a:ln>
          <a:effectLst>
            <a:outerShdw blurRad="63500" dist="19050" dir="5400000" algn="bl" rotWithShape="0">
              <a:srgbClr val="000000">
                <a:alpha val="10000"/>
              </a:srgbClr>
            </a:outerShdw>
          </a:effectLst>
        </p:spPr>
        <p:txBody>
          <a:bodyPr anchor="ctr"/>
          <a:lstStyle/>
          <a:p>
            <a:pPr algn="ctr"/>
            <a:r>
              <a:rPr lang="en-US" sz="800" dirty="0" err="1"/>
              <a:t>Buat</a:t>
            </a:r>
            <a:r>
              <a:rPr lang="en-US" sz="800" dirty="0"/>
              <a:t> stacking 4m</a:t>
            </a:r>
            <a:endParaRPr lang="en-ID" sz="800" dirty="0"/>
          </a:p>
        </p:txBody>
      </p:sp>
      <p:cxnSp>
        <p:nvCxnSpPr>
          <p:cNvPr id="223" name="Straight Arrow Connector 222">
            <a:extLst>
              <a:ext uri="{FF2B5EF4-FFF2-40B4-BE49-F238E27FC236}">
                <a16:creationId xmlns:a16="http://schemas.microsoft.com/office/drawing/2014/main" id="{F2667B09-04E4-5699-9B4D-EEA6028CE086}"/>
              </a:ext>
            </a:extLst>
          </p:cNvPr>
          <p:cNvCxnSpPr>
            <a:cxnSpLocks/>
            <a:stCxn id="211" idx="3"/>
            <a:endCxn id="186" idx="1"/>
          </p:cNvCxnSpPr>
          <p:nvPr/>
        </p:nvCxnSpPr>
        <p:spPr>
          <a:xfrm flipV="1">
            <a:off x="8764206" y="4400831"/>
            <a:ext cx="760492" cy="334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6" name="Connector: Elbow 225">
            <a:extLst>
              <a:ext uri="{FF2B5EF4-FFF2-40B4-BE49-F238E27FC236}">
                <a16:creationId xmlns:a16="http://schemas.microsoft.com/office/drawing/2014/main" id="{6C9E7453-B4A3-5C77-538C-3A9C241A6575}"/>
              </a:ext>
            </a:extLst>
          </p:cNvPr>
          <p:cNvCxnSpPr>
            <a:cxnSpLocks/>
            <a:stCxn id="171" idx="2"/>
            <a:endCxn id="186" idx="0"/>
          </p:cNvCxnSpPr>
          <p:nvPr/>
        </p:nvCxnSpPr>
        <p:spPr>
          <a:xfrm rot="16200000" flipH="1">
            <a:off x="8939725" y="2729959"/>
            <a:ext cx="1303329" cy="1654365"/>
          </a:xfrm>
          <a:prstGeom prst="bentConnector3">
            <a:avLst>
              <a:gd name="adj1" fmla="val 7874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0" name="Connector: Elbow 229">
            <a:extLst>
              <a:ext uri="{FF2B5EF4-FFF2-40B4-BE49-F238E27FC236}">
                <a16:creationId xmlns:a16="http://schemas.microsoft.com/office/drawing/2014/main" id="{0EFD22C3-F62D-154B-0168-D7174146A828}"/>
              </a:ext>
            </a:extLst>
          </p:cNvPr>
          <p:cNvCxnSpPr>
            <a:cxnSpLocks/>
            <a:stCxn id="182" idx="2"/>
            <a:endCxn id="186" idx="0"/>
          </p:cNvCxnSpPr>
          <p:nvPr/>
        </p:nvCxnSpPr>
        <p:spPr>
          <a:xfrm rot="16200000" flipH="1">
            <a:off x="9969753" y="3759988"/>
            <a:ext cx="529890" cy="367747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4" name="Flowchart: Magnetic Disk 233">
            <a:extLst>
              <a:ext uri="{FF2B5EF4-FFF2-40B4-BE49-F238E27FC236}">
                <a16:creationId xmlns:a16="http://schemas.microsoft.com/office/drawing/2014/main" id="{7C74B230-81C9-7CE0-38A0-F32C244EBA50}"/>
              </a:ext>
            </a:extLst>
          </p:cNvPr>
          <p:cNvSpPr/>
          <p:nvPr/>
        </p:nvSpPr>
        <p:spPr>
          <a:xfrm>
            <a:off x="6306102" y="2795203"/>
            <a:ext cx="895324" cy="250961"/>
          </a:xfrm>
          <a:prstGeom prst="flowChartMagneticDisk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35" name="Shape 6">
            <a:extLst>
              <a:ext uri="{FF2B5EF4-FFF2-40B4-BE49-F238E27FC236}">
                <a16:creationId xmlns:a16="http://schemas.microsoft.com/office/drawing/2014/main" id="{E2968C64-A0FB-C87A-2693-49F7E78C3852}"/>
              </a:ext>
            </a:extLst>
          </p:cNvPr>
          <p:cNvSpPr/>
          <p:nvPr/>
        </p:nvSpPr>
        <p:spPr>
          <a:xfrm>
            <a:off x="6095570" y="3075725"/>
            <a:ext cx="1316389" cy="182818"/>
          </a:xfrm>
          <a:prstGeom prst="roundRect">
            <a:avLst>
              <a:gd name="adj" fmla="val 14286"/>
            </a:avLst>
          </a:prstGeom>
          <a:noFill/>
          <a:ln w="19050">
            <a:noFill/>
            <a:prstDash val="solid"/>
          </a:ln>
          <a:effectLst>
            <a:outerShdw blurRad="63500" dist="19050" dir="5400000" algn="bl" rotWithShape="0">
              <a:srgbClr val="000000">
                <a:alpha val="10000"/>
              </a:srgbClr>
            </a:outerShdw>
          </a:effectLst>
        </p:spPr>
        <p:txBody>
          <a:bodyPr anchor="ctr"/>
          <a:lstStyle/>
          <a:p>
            <a:pPr algn="ctr"/>
            <a:r>
              <a:rPr lang="en-US" sz="11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DB Plane </a:t>
            </a:r>
            <a:r>
              <a:rPr lang="en-US" sz="1100" dirty="0" err="1">
                <a:solidFill>
                  <a:schemeClr val="tx2">
                    <a:lumMod val="90000"/>
                    <a:lumOff val="10000"/>
                  </a:schemeClr>
                </a:solidFill>
              </a:rPr>
              <a:t>Patern</a:t>
            </a:r>
            <a:endParaRPr lang="en-ID" sz="1100" dirty="0">
              <a:solidFill>
                <a:schemeClr val="tx2">
                  <a:lumMod val="90000"/>
                  <a:lumOff val="10000"/>
                </a:schemeClr>
              </a:solidFill>
            </a:endParaRPr>
          </a:p>
        </p:txBody>
      </p:sp>
      <p:cxnSp>
        <p:nvCxnSpPr>
          <p:cNvPr id="237" name="Straight Arrow Connector 236">
            <a:extLst>
              <a:ext uri="{FF2B5EF4-FFF2-40B4-BE49-F238E27FC236}">
                <a16:creationId xmlns:a16="http://schemas.microsoft.com/office/drawing/2014/main" id="{11D1E869-79AB-5392-C979-0893E1D93EEC}"/>
              </a:ext>
            </a:extLst>
          </p:cNvPr>
          <p:cNvCxnSpPr>
            <a:cxnSpLocks/>
            <a:stCxn id="160" idx="2"/>
            <a:endCxn id="234" idx="1"/>
          </p:cNvCxnSpPr>
          <p:nvPr/>
        </p:nvCxnSpPr>
        <p:spPr>
          <a:xfrm flipH="1">
            <a:off x="6753764" y="2086493"/>
            <a:ext cx="4912" cy="70871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0" name="Flowchart: Magnetic Disk 249">
            <a:extLst>
              <a:ext uri="{FF2B5EF4-FFF2-40B4-BE49-F238E27FC236}">
                <a16:creationId xmlns:a16="http://schemas.microsoft.com/office/drawing/2014/main" id="{9CB92091-AE72-B0C9-8F51-36ACF3419AA0}"/>
              </a:ext>
            </a:extLst>
          </p:cNvPr>
          <p:cNvSpPr/>
          <p:nvPr/>
        </p:nvSpPr>
        <p:spPr>
          <a:xfrm>
            <a:off x="4746184" y="4278699"/>
            <a:ext cx="895324" cy="250961"/>
          </a:xfrm>
          <a:prstGeom prst="flowChartMagneticDisk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51" name="Shape 6">
            <a:extLst>
              <a:ext uri="{FF2B5EF4-FFF2-40B4-BE49-F238E27FC236}">
                <a16:creationId xmlns:a16="http://schemas.microsoft.com/office/drawing/2014/main" id="{9279203C-0506-4354-9ED3-CDC48547CD26}"/>
              </a:ext>
            </a:extLst>
          </p:cNvPr>
          <p:cNvSpPr/>
          <p:nvPr/>
        </p:nvSpPr>
        <p:spPr>
          <a:xfrm>
            <a:off x="4535652" y="4614302"/>
            <a:ext cx="1316389" cy="182818"/>
          </a:xfrm>
          <a:prstGeom prst="roundRect">
            <a:avLst>
              <a:gd name="adj" fmla="val 14286"/>
            </a:avLst>
          </a:prstGeom>
          <a:noFill/>
          <a:ln w="19050">
            <a:noFill/>
            <a:prstDash val="solid"/>
          </a:ln>
          <a:effectLst>
            <a:outerShdw blurRad="63500" dist="19050" dir="5400000" algn="bl" rotWithShape="0">
              <a:srgbClr val="000000">
                <a:alpha val="10000"/>
              </a:srgbClr>
            </a:outerShdw>
          </a:effectLst>
        </p:spPr>
        <p:txBody>
          <a:bodyPr anchor="ctr"/>
          <a:lstStyle/>
          <a:p>
            <a:pPr algn="ctr"/>
            <a:r>
              <a:rPr lang="en-US" sz="11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DB Skid Level</a:t>
            </a:r>
            <a:endParaRPr lang="en-ID" sz="1100" dirty="0">
              <a:solidFill>
                <a:schemeClr val="tx2">
                  <a:lumMod val="90000"/>
                  <a:lumOff val="10000"/>
                </a:schemeClr>
              </a:solidFill>
            </a:endParaRPr>
          </a:p>
        </p:txBody>
      </p:sp>
      <p:cxnSp>
        <p:nvCxnSpPr>
          <p:cNvPr id="255" name="Straight Arrow Connector 254">
            <a:extLst>
              <a:ext uri="{FF2B5EF4-FFF2-40B4-BE49-F238E27FC236}">
                <a16:creationId xmlns:a16="http://schemas.microsoft.com/office/drawing/2014/main" id="{D4817A82-5E40-37E5-1A12-5CDA2642C97E}"/>
              </a:ext>
            </a:extLst>
          </p:cNvPr>
          <p:cNvCxnSpPr>
            <a:cxnSpLocks/>
            <a:stCxn id="250" idx="4"/>
            <a:endCxn id="211" idx="1"/>
          </p:cNvCxnSpPr>
          <p:nvPr/>
        </p:nvCxnSpPr>
        <p:spPr>
          <a:xfrm>
            <a:off x="5641508" y="4404180"/>
            <a:ext cx="205885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2" name="Connector: Elbow 291">
            <a:extLst>
              <a:ext uri="{FF2B5EF4-FFF2-40B4-BE49-F238E27FC236}">
                <a16:creationId xmlns:a16="http://schemas.microsoft.com/office/drawing/2014/main" id="{0A867585-D383-C3E9-53C1-0BBF59F34271}"/>
              </a:ext>
            </a:extLst>
          </p:cNvPr>
          <p:cNvCxnSpPr>
            <a:cxnSpLocks/>
            <a:stCxn id="235" idx="2"/>
            <a:endCxn id="211" idx="1"/>
          </p:cNvCxnSpPr>
          <p:nvPr/>
        </p:nvCxnSpPr>
        <p:spPr>
          <a:xfrm rot="16200000" flipH="1">
            <a:off x="6654244" y="3358064"/>
            <a:ext cx="1145637" cy="946594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95" name="Picture 294">
            <a:extLst>
              <a:ext uri="{FF2B5EF4-FFF2-40B4-BE49-F238E27FC236}">
                <a16:creationId xmlns:a16="http://schemas.microsoft.com/office/drawing/2014/main" id="{BB33CD8A-F048-8444-E077-14EB96E1F6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75183" y="831072"/>
            <a:ext cx="344607" cy="344607"/>
          </a:xfrm>
          <a:prstGeom prst="rect">
            <a:avLst/>
          </a:prstGeom>
        </p:spPr>
      </p:pic>
      <p:cxnSp>
        <p:nvCxnSpPr>
          <p:cNvPr id="296" name="Connector: Elbow 295">
            <a:extLst>
              <a:ext uri="{FF2B5EF4-FFF2-40B4-BE49-F238E27FC236}">
                <a16:creationId xmlns:a16="http://schemas.microsoft.com/office/drawing/2014/main" id="{C37FF14E-08E1-D235-4094-C1DEBA739951}"/>
              </a:ext>
            </a:extLst>
          </p:cNvPr>
          <p:cNvCxnSpPr>
            <a:cxnSpLocks/>
            <a:stCxn id="250" idx="1"/>
            <a:endCxn id="234" idx="2"/>
          </p:cNvCxnSpPr>
          <p:nvPr/>
        </p:nvCxnSpPr>
        <p:spPr>
          <a:xfrm rot="5400000" flipH="1" flipV="1">
            <a:off x="5070967" y="3043564"/>
            <a:ext cx="1358015" cy="1112256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8" name="Shape 6">
            <a:extLst>
              <a:ext uri="{FF2B5EF4-FFF2-40B4-BE49-F238E27FC236}">
                <a16:creationId xmlns:a16="http://schemas.microsoft.com/office/drawing/2014/main" id="{0F646230-E286-EFDA-3DE9-711F4E3CC4A9}"/>
              </a:ext>
            </a:extLst>
          </p:cNvPr>
          <p:cNvSpPr/>
          <p:nvPr/>
        </p:nvSpPr>
        <p:spPr>
          <a:xfrm>
            <a:off x="5134610" y="3583710"/>
            <a:ext cx="991870" cy="248232"/>
          </a:xfrm>
          <a:prstGeom prst="roundRect">
            <a:avLst>
              <a:gd name="adj" fmla="val 14286"/>
            </a:avLst>
          </a:prstGeom>
          <a:noFill/>
          <a:ln w="19050">
            <a:noFill/>
            <a:prstDash val="solid"/>
          </a:ln>
          <a:effectLst>
            <a:outerShdw blurRad="63500" dist="19050" dir="5400000" algn="bl" rotWithShape="0">
              <a:srgbClr val="000000">
                <a:alpha val="10000"/>
              </a:srgbClr>
            </a:outerShdw>
          </a:effectLst>
        </p:spPr>
        <p:txBody>
          <a:bodyPr anchor="ctr"/>
          <a:lstStyle/>
          <a:p>
            <a:r>
              <a:rPr lang="en-US" sz="11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Data Max </a:t>
            </a:r>
            <a:r>
              <a:rPr lang="en-US" sz="1100" dirty="0" err="1">
                <a:solidFill>
                  <a:schemeClr val="tx2">
                    <a:lumMod val="90000"/>
                    <a:lumOff val="10000"/>
                  </a:schemeClr>
                </a:solidFill>
              </a:rPr>
              <a:t>PLane</a:t>
            </a:r>
            <a:endParaRPr lang="en-ID" sz="1100" dirty="0">
              <a:solidFill>
                <a:schemeClr val="tx2">
                  <a:lumMod val="90000"/>
                  <a:lumOff val="1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7631458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44D453-FA7F-3E96-E3F3-ED1CFE0414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Shape 8">
            <a:extLst>
              <a:ext uri="{FF2B5EF4-FFF2-40B4-BE49-F238E27FC236}">
                <a16:creationId xmlns:a16="http://schemas.microsoft.com/office/drawing/2014/main" id="{50AFDA0A-8B23-FF7D-2729-835AE719B1FE}"/>
              </a:ext>
            </a:extLst>
          </p:cNvPr>
          <p:cNvSpPr/>
          <p:nvPr/>
        </p:nvSpPr>
        <p:spPr>
          <a:xfrm>
            <a:off x="3383280" y="189863"/>
            <a:ext cx="5486400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D5DBE3"/>
            </a:solidFill>
            <a:prstDash val="solid"/>
          </a:ln>
        </p:spPr>
        <p:txBody>
          <a:bodyPr/>
          <a:lstStyle/>
          <a:p>
            <a:pPr algn="ctr"/>
            <a:r>
              <a:rPr lang="en-US" dirty="0" err="1"/>
              <a:t>Konsep</a:t>
            </a:r>
            <a:r>
              <a:rPr lang="en-US" dirty="0"/>
              <a:t> Flow Data Plane</a:t>
            </a:r>
            <a:endParaRPr lang="en-ID" dirty="0"/>
          </a:p>
        </p:txBody>
      </p:sp>
      <p:sp>
        <p:nvSpPr>
          <p:cNvPr id="57" name="Shape 5">
            <a:extLst>
              <a:ext uri="{FF2B5EF4-FFF2-40B4-BE49-F238E27FC236}">
                <a16:creationId xmlns:a16="http://schemas.microsoft.com/office/drawing/2014/main" id="{ED3D0A93-E752-C56B-7CF7-A7CB8EF80E60}"/>
              </a:ext>
            </a:extLst>
          </p:cNvPr>
          <p:cNvSpPr/>
          <p:nvPr/>
        </p:nvSpPr>
        <p:spPr>
          <a:xfrm>
            <a:off x="166681" y="659814"/>
            <a:ext cx="11846484" cy="5980289"/>
          </a:xfrm>
          <a:prstGeom prst="roundRect">
            <a:avLst>
              <a:gd name="adj" fmla="val 1094"/>
            </a:avLst>
          </a:prstGeom>
          <a:solidFill>
            <a:srgbClr val="EAF1FA"/>
          </a:solidFill>
          <a:ln w="12700">
            <a:solidFill>
              <a:srgbClr val="C5D5EA"/>
            </a:solidFill>
            <a:prstDash val="solid"/>
          </a:ln>
          <a:effectLst>
            <a:outerShdw blurRad="63500" dist="1905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r>
              <a:rPr lang="en-US" dirty="0"/>
              <a:t>An </a:t>
            </a:r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0B631645-BD7D-F097-632C-BB8DD9C5CB4B}"/>
              </a:ext>
            </a:extLst>
          </p:cNvPr>
          <p:cNvSpPr/>
          <p:nvPr/>
        </p:nvSpPr>
        <p:spPr>
          <a:xfrm>
            <a:off x="172434" y="687847"/>
            <a:ext cx="477415" cy="5980290"/>
          </a:xfrm>
          <a:prstGeom prst="roundRect">
            <a:avLst>
              <a:gd name="adj" fmla="val 1094"/>
            </a:avLst>
          </a:prstGeom>
          <a:solidFill>
            <a:schemeClr val="bg1"/>
          </a:solidFill>
          <a:ln w="12700">
            <a:solidFill>
              <a:srgbClr val="C5D5EA"/>
            </a:solidFill>
            <a:prstDash val="solid"/>
          </a:ln>
          <a:effectLst>
            <a:outerShdw blurRad="63500" dist="1905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5" name="Shape 5">
            <a:extLst>
              <a:ext uri="{FF2B5EF4-FFF2-40B4-BE49-F238E27FC236}">
                <a16:creationId xmlns:a16="http://schemas.microsoft.com/office/drawing/2014/main" id="{255513BF-B66F-8B80-203B-4FEE097EA70F}"/>
              </a:ext>
            </a:extLst>
          </p:cNvPr>
          <p:cNvSpPr/>
          <p:nvPr/>
        </p:nvSpPr>
        <p:spPr>
          <a:xfrm>
            <a:off x="172758" y="687847"/>
            <a:ext cx="11837534" cy="1061660"/>
          </a:xfrm>
          <a:prstGeom prst="roundRect">
            <a:avLst>
              <a:gd name="adj" fmla="val 1094"/>
            </a:avLst>
          </a:prstGeom>
          <a:noFill/>
          <a:ln w="12700">
            <a:solidFill>
              <a:srgbClr val="C5D5EA"/>
            </a:solidFill>
            <a:prstDash val="solid"/>
          </a:ln>
          <a:effectLst>
            <a:outerShdw blurRad="63500" dist="1905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0" name="Shape 6">
            <a:extLst>
              <a:ext uri="{FF2B5EF4-FFF2-40B4-BE49-F238E27FC236}">
                <a16:creationId xmlns:a16="http://schemas.microsoft.com/office/drawing/2014/main" id="{18107B3E-9A1D-2EF5-D821-01EF8EE156D1}"/>
              </a:ext>
            </a:extLst>
          </p:cNvPr>
          <p:cNvSpPr/>
          <p:nvPr/>
        </p:nvSpPr>
        <p:spPr>
          <a:xfrm>
            <a:off x="1944225" y="1199475"/>
            <a:ext cx="794790" cy="219351"/>
          </a:xfrm>
          <a:prstGeom prst="flowChartDocument">
            <a:avLst/>
          </a:prstGeom>
          <a:solidFill>
            <a:srgbClr val="FFFFFF"/>
          </a:solidFill>
          <a:ln w="9525">
            <a:solidFill>
              <a:srgbClr val="1B3A6B"/>
            </a:solidFill>
            <a:prstDash val="solid"/>
          </a:ln>
          <a:effectLst>
            <a:outerShdw blurRad="63500" dist="19050" dir="5400000" algn="bl" rotWithShape="0">
              <a:srgbClr val="000000">
                <a:alpha val="10000"/>
              </a:srgbClr>
            </a:outerShdw>
          </a:effectLst>
        </p:spPr>
        <p:txBody>
          <a:bodyPr anchor="ctr"/>
          <a:lstStyle/>
          <a:p>
            <a:pPr algn="ctr"/>
            <a:r>
              <a:rPr lang="en-US" sz="700" dirty="0"/>
              <a:t>Progress Lane </a:t>
            </a:r>
            <a:r>
              <a:rPr lang="en-US" sz="700" dirty="0" err="1"/>
              <a:t>Containe</a:t>
            </a:r>
            <a:endParaRPr lang="en-ID" sz="70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A488991B-D095-1A6E-D191-B0593AF1FA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35029" y="1244299"/>
            <a:ext cx="344607" cy="344607"/>
          </a:xfrm>
          <a:prstGeom prst="rect">
            <a:avLst/>
          </a:prstGeom>
        </p:spPr>
      </p:pic>
      <p:sp>
        <p:nvSpPr>
          <p:cNvPr id="14" name="Shape 6">
            <a:extLst>
              <a:ext uri="{FF2B5EF4-FFF2-40B4-BE49-F238E27FC236}">
                <a16:creationId xmlns:a16="http://schemas.microsoft.com/office/drawing/2014/main" id="{17653C7A-BAF2-8935-3C05-86577FE40C1E}"/>
              </a:ext>
            </a:extLst>
          </p:cNvPr>
          <p:cNvSpPr/>
          <p:nvPr/>
        </p:nvSpPr>
        <p:spPr>
          <a:xfrm rot="16200000">
            <a:off x="-469977" y="1056305"/>
            <a:ext cx="1787748" cy="384048"/>
          </a:xfrm>
          <a:prstGeom prst="roundRect">
            <a:avLst>
              <a:gd name="adj" fmla="val 14286"/>
            </a:avLst>
          </a:prstGeom>
          <a:noFill/>
          <a:ln w="19050">
            <a:noFill/>
            <a:prstDash val="solid"/>
          </a:ln>
          <a:effectLst>
            <a:outerShdw blurRad="63500" dist="19050" dir="5400000" algn="bl" rotWithShape="0">
              <a:srgbClr val="000000">
                <a:alpha val="10000"/>
              </a:srgbClr>
            </a:outerShdw>
          </a:effectLst>
        </p:spPr>
        <p:txBody>
          <a:bodyPr anchor="ctr"/>
          <a:lstStyle/>
          <a:p>
            <a:pPr algn="ctr"/>
            <a:r>
              <a:rPr lang="en-US" sz="1100" b="1" dirty="0"/>
              <a:t>User</a:t>
            </a:r>
            <a:endParaRPr lang="en-ID" sz="1100" b="1" dirty="0"/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336C05BF-8153-D512-C2DB-B7F56F148E9B}"/>
              </a:ext>
            </a:extLst>
          </p:cNvPr>
          <p:cNvCxnSpPr>
            <a:cxnSpLocks/>
            <a:stCxn id="15" idx="2"/>
          </p:cNvCxnSpPr>
          <p:nvPr/>
        </p:nvCxnSpPr>
        <p:spPr>
          <a:xfrm>
            <a:off x="1798095" y="1173078"/>
            <a:ext cx="5509" cy="64933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Flowchart: Magnetic Disk 32">
            <a:extLst>
              <a:ext uri="{FF2B5EF4-FFF2-40B4-BE49-F238E27FC236}">
                <a16:creationId xmlns:a16="http://schemas.microsoft.com/office/drawing/2014/main" id="{B2656E1C-8498-1B5B-B917-632B0B11B64D}"/>
              </a:ext>
            </a:extLst>
          </p:cNvPr>
          <p:cNvSpPr/>
          <p:nvPr/>
        </p:nvSpPr>
        <p:spPr>
          <a:xfrm>
            <a:off x="1353596" y="2730017"/>
            <a:ext cx="895324" cy="250961"/>
          </a:xfrm>
          <a:prstGeom prst="flowChartMagneticDisk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73" name="Shape 6">
            <a:extLst>
              <a:ext uri="{FF2B5EF4-FFF2-40B4-BE49-F238E27FC236}">
                <a16:creationId xmlns:a16="http://schemas.microsoft.com/office/drawing/2014/main" id="{B98A77A2-4772-A6D5-8637-D33FF7756C26}"/>
              </a:ext>
            </a:extLst>
          </p:cNvPr>
          <p:cNvSpPr/>
          <p:nvPr/>
        </p:nvSpPr>
        <p:spPr>
          <a:xfrm rot="16200000">
            <a:off x="-491359" y="3874787"/>
            <a:ext cx="1787748" cy="384048"/>
          </a:xfrm>
          <a:prstGeom prst="roundRect">
            <a:avLst>
              <a:gd name="adj" fmla="val 14286"/>
            </a:avLst>
          </a:prstGeom>
          <a:noFill/>
          <a:ln w="19050">
            <a:noFill/>
            <a:prstDash val="solid"/>
          </a:ln>
          <a:effectLst>
            <a:outerShdw blurRad="63500" dist="19050" dir="5400000" algn="bl" rotWithShape="0">
              <a:srgbClr val="000000">
                <a:alpha val="10000"/>
              </a:srgbClr>
            </a:outerShdw>
          </a:effectLst>
        </p:spPr>
        <p:txBody>
          <a:bodyPr anchor="ctr"/>
          <a:lstStyle/>
          <a:p>
            <a:pPr algn="ctr"/>
            <a:r>
              <a:rPr lang="en-US" sz="1100" b="1" dirty="0"/>
              <a:t>System</a:t>
            </a:r>
            <a:endParaRPr lang="en-ID" sz="1100" b="1" dirty="0"/>
          </a:p>
        </p:txBody>
      </p:sp>
      <p:sp>
        <p:nvSpPr>
          <p:cNvPr id="75" name="Shape 5">
            <a:extLst>
              <a:ext uri="{FF2B5EF4-FFF2-40B4-BE49-F238E27FC236}">
                <a16:creationId xmlns:a16="http://schemas.microsoft.com/office/drawing/2014/main" id="{A5D2EFE4-9E73-C18B-7F19-CE62039BA667}"/>
              </a:ext>
            </a:extLst>
          </p:cNvPr>
          <p:cNvSpPr/>
          <p:nvPr/>
        </p:nvSpPr>
        <p:spPr>
          <a:xfrm>
            <a:off x="163808" y="1749508"/>
            <a:ext cx="11837534" cy="4918628"/>
          </a:xfrm>
          <a:prstGeom prst="roundRect">
            <a:avLst>
              <a:gd name="adj" fmla="val 1094"/>
            </a:avLst>
          </a:prstGeom>
          <a:noFill/>
          <a:ln w="12700">
            <a:solidFill>
              <a:srgbClr val="C5D5EA"/>
            </a:solidFill>
            <a:prstDash val="solid"/>
          </a:ln>
          <a:effectLst>
            <a:outerShdw blurRad="63500" dist="1905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89" name="Shape 6">
            <a:extLst>
              <a:ext uri="{FF2B5EF4-FFF2-40B4-BE49-F238E27FC236}">
                <a16:creationId xmlns:a16="http://schemas.microsoft.com/office/drawing/2014/main" id="{CA1F7446-CBCE-211C-B9C2-BD6B67064B53}"/>
              </a:ext>
            </a:extLst>
          </p:cNvPr>
          <p:cNvSpPr/>
          <p:nvPr/>
        </p:nvSpPr>
        <p:spPr>
          <a:xfrm>
            <a:off x="2973622" y="4489646"/>
            <a:ext cx="1063847" cy="243895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1B3A6B"/>
            </a:solidFill>
            <a:prstDash val="solid"/>
          </a:ln>
          <a:effectLst>
            <a:outerShdw blurRad="63500" dist="19050" dir="5400000" algn="bl" rotWithShape="0">
              <a:srgbClr val="000000">
                <a:alpha val="10000"/>
              </a:srgbClr>
            </a:outerShdw>
          </a:effectLst>
        </p:spPr>
        <p:txBody>
          <a:bodyPr anchor="ctr"/>
          <a:lstStyle/>
          <a:p>
            <a:pPr algn="ctr"/>
            <a:r>
              <a:rPr lang="en-ID" sz="800" dirty="0" err="1"/>
              <a:t>Kalkulasi</a:t>
            </a:r>
            <a:r>
              <a:rPr lang="en-ID" sz="800" dirty="0"/>
              <a:t> Volume Group</a:t>
            </a:r>
          </a:p>
        </p:txBody>
      </p:sp>
      <p:sp>
        <p:nvSpPr>
          <p:cNvPr id="98" name="Shape 6">
            <a:extLst>
              <a:ext uri="{FF2B5EF4-FFF2-40B4-BE49-F238E27FC236}">
                <a16:creationId xmlns:a16="http://schemas.microsoft.com/office/drawing/2014/main" id="{69EB5799-4169-6D49-364E-EC4471F72608}"/>
              </a:ext>
            </a:extLst>
          </p:cNvPr>
          <p:cNvSpPr/>
          <p:nvPr/>
        </p:nvSpPr>
        <p:spPr>
          <a:xfrm>
            <a:off x="4544517" y="1221940"/>
            <a:ext cx="794790" cy="219351"/>
          </a:xfrm>
          <a:prstGeom prst="flowChartDocument">
            <a:avLst/>
          </a:prstGeom>
          <a:solidFill>
            <a:srgbClr val="FFFFFF"/>
          </a:solidFill>
          <a:ln w="9525">
            <a:solidFill>
              <a:srgbClr val="1B3A6B"/>
            </a:solidFill>
            <a:prstDash val="solid"/>
          </a:ln>
          <a:effectLst>
            <a:outerShdw blurRad="63500" dist="19050" dir="5400000" algn="bl" rotWithShape="0">
              <a:srgbClr val="000000">
                <a:alpha val="10000"/>
              </a:srgbClr>
            </a:outerShdw>
          </a:effectLst>
        </p:spPr>
        <p:txBody>
          <a:bodyPr anchor="ctr"/>
          <a:lstStyle/>
          <a:p>
            <a:pPr algn="ctr"/>
            <a:r>
              <a:rPr lang="en-US" sz="700" dirty="0"/>
              <a:t>Master Packing Spek</a:t>
            </a:r>
            <a:endParaRPr lang="en-ID" sz="700" dirty="0"/>
          </a:p>
        </p:txBody>
      </p:sp>
      <p:pic>
        <p:nvPicPr>
          <p:cNvPr id="99" name="Picture 98">
            <a:extLst>
              <a:ext uri="{FF2B5EF4-FFF2-40B4-BE49-F238E27FC236}">
                <a16:creationId xmlns:a16="http://schemas.microsoft.com/office/drawing/2014/main" id="{6AB47031-C462-B7D1-C2E1-E522B6F0F2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43312" y="1272050"/>
            <a:ext cx="344607" cy="344607"/>
          </a:xfrm>
          <a:prstGeom prst="rect">
            <a:avLst/>
          </a:prstGeom>
        </p:spPr>
      </p:pic>
      <p:sp>
        <p:nvSpPr>
          <p:cNvPr id="105" name="Shape 6">
            <a:extLst>
              <a:ext uri="{FF2B5EF4-FFF2-40B4-BE49-F238E27FC236}">
                <a16:creationId xmlns:a16="http://schemas.microsoft.com/office/drawing/2014/main" id="{80CB0E22-871B-C629-AD9A-0C69F786C019}"/>
              </a:ext>
            </a:extLst>
          </p:cNvPr>
          <p:cNvSpPr/>
          <p:nvPr/>
        </p:nvSpPr>
        <p:spPr>
          <a:xfrm>
            <a:off x="1269335" y="1822415"/>
            <a:ext cx="1063847" cy="243895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1B3A6B"/>
            </a:solidFill>
            <a:prstDash val="solid"/>
          </a:ln>
          <a:effectLst>
            <a:outerShdw blurRad="63500" dist="19050" dir="5400000" algn="bl" rotWithShape="0">
              <a:srgbClr val="000000">
                <a:alpha val="10000"/>
              </a:srgbClr>
            </a:outerShdw>
          </a:effectLst>
        </p:spPr>
        <p:txBody>
          <a:bodyPr anchor="ctr"/>
          <a:lstStyle/>
          <a:p>
            <a:pPr algn="ctr"/>
            <a:r>
              <a:rPr lang="en-US" sz="800" dirty="0"/>
              <a:t>Filter Data 43</a:t>
            </a:r>
            <a:endParaRPr lang="en-ID" sz="800" dirty="0"/>
          </a:p>
        </p:txBody>
      </p:sp>
      <p:cxnSp>
        <p:nvCxnSpPr>
          <p:cNvPr id="107" name="Straight Arrow Connector 106">
            <a:extLst>
              <a:ext uri="{FF2B5EF4-FFF2-40B4-BE49-F238E27FC236}">
                <a16:creationId xmlns:a16="http://schemas.microsoft.com/office/drawing/2014/main" id="{393F9FD0-2851-9B09-E629-E5D38B941F35}"/>
              </a:ext>
            </a:extLst>
          </p:cNvPr>
          <p:cNvCxnSpPr>
            <a:cxnSpLocks/>
          </p:cNvCxnSpPr>
          <p:nvPr/>
        </p:nvCxnSpPr>
        <p:spPr>
          <a:xfrm>
            <a:off x="1798095" y="3508996"/>
            <a:ext cx="3163" cy="17974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2" name="Shape 6">
            <a:extLst>
              <a:ext uri="{FF2B5EF4-FFF2-40B4-BE49-F238E27FC236}">
                <a16:creationId xmlns:a16="http://schemas.microsoft.com/office/drawing/2014/main" id="{A6666ECC-7788-927D-626B-2E8877CB8CE5}"/>
              </a:ext>
            </a:extLst>
          </p:cNvPr>
          <p:cNvSpPr/>
          <p:nvPr/>
        </p:nvSpPr>
        <p:spPr>
          <a:xfrm>
            <a:off x="1143064" y="3010539"/>
            <a:ext cx="1316389" cy="182818"/>
          </a:xfrm>
          <a:prstGeom prst="roundRect">
            <a:avLst>
              <a:gd name="adj" fmla="val 14286"/>
            </a:avLst>
          </a:prstGeom>
          <a:noFill/>
          <a:ln w="19050">
            <a:noFill/>
            <a:prstDash val="solid"/>
          </a:ln>
          <a:effectLst>
            <a:outerShdw blurRad="63500" dist="19050" dir="5400000" algn="bl" rotWithShape="0">
              <a:srgbClr val="000000">
                <a:alpha val="10000"/>
              </a:srgbClr>
            </a:outerShdw>
          </a:effectLst>
        </p:spPr>
        <p:txBody>
          <a:bodyPr anchor="ctr"/>
          <a:lstStyle/>
          <a:p>
            <a:pPr algn="ctr"/>
            <a:r>
              <a:rPr lang="en-US" sz="11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DB Progress Lane</a:t>
            </a:r>
            <a:endParaRPr lang="en-ID" sz="1100" dirty="0">
              <a:solidFill>
                <a:schemeClr val="tx2">
                  <a:lumMod val="90000"/>
                  <a:lumOff val="10000"/>
                </a:schemeClr>
              </a:solidFill>
            </a:endParaRPr>
          </a:p>
        </p:txBody>
      </p:sp>
      <p:cxnSp>
        <p:nvCxnSpPr>
          <p:cNvPr id="113" name="Straight Arrow Connector 112">
            <a:extLst>
              <a:ext uri="{FF2B5EF4-FFF2-40B4-BE49-F238E27FC236}">
                <a16:creationId xmlns:a16="http://schemas.microsoft.com/office/drawing/2014/main" id="{1A52EDC0-2475-CD35-097F-E3FEA951EB16}"/>
              </a:ext>
            </a:extLst>
          </p:cNvPr>
          <p:cNvCxnSpPr>
            <a:cxnSpLocks/>
          </p:cNvCxnSpPr>
          <p:nvPr/>
        </p:nvCxnSpPr>
        <p:spPr>
          <a:xfrm flipH="1">
            <a:off x="1790055" y="2066310"/>
            <a:ext cx="1" cy="16337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7" name="Flowchart: Magnetic Disk 116">
            <a:extLst>
              <a:ext uri="{FF2B5EF4-FFF2-40B4-BE49-F238E27FC236}">
                <a16:creationId xmlns:a16="http://schemas.microsoft.com/office/drawing/2014/main" id="{9C1769BF-1761-24C9-0987-4FC012E6F3C7}"/>
              </a:ext>
            </a:extLst>
          </p:cNvPr>
          <p:cNvSpPr/>
          <p:nvPr/>
        </p:nvSpPr>
        <p:spPr>
          <a:xfrm>
            <a:off x="3969502" y="2251403"/>
            <a:ext cx="895324" cy="250961"/>
          </a:xfrm>
          <a:prstGeom prst="flowChartMagneticDisk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18" name="Shape 6">
            <a:extLst>
              <a:ext uri="{FF2B5EF4-FFF2-40B4-BE49-F238E27FC236}">
                <a16:creationId xmlns:a16="http://schemas.microsoft.com/office/drawing/2014/main" id="{A2444E81-3310-6D0E-484F-3627D1578D95}"/>
              </a:ext>
            </a:extLst>
          </p:cNvPr>
          <p:cNvSpPr/>
          <p:nvPr/>
        </p:nvSpPr>
        <p:spPr>
          <a:xfrm>
            <a:off x="3758970" y="2531925"/>
            <a:ext cx="1316389" cy="182818"/>
          </a:xfrm>
          <a:prstGeom prst="roundRect">
            <a:avLst>
              <a:gd name="adj" fmla="val 14286"/>
            </a:avLst>
          </a:prstGeom>
          <a:noFill/>
          <a:ln w="19050">
            <a:noFill/>
            <a:prstDash val="solid"/>
          </a:ln>
          <a:effectLst>
            <a:outerShdw blurRad="63500" dist="19050" dir="5400000" algn="bl" rotWithShape="0">
              <a:srgbClr val="000000">
                <a:alpha val="10000"/>
              </a:srgbClr>
            </a:outerShdw>
          </a:effectLst>
        </p:spPr>
        <p:txBody>
          <a:bodyPr anchor="ctr"/>
          <a:lstStyle/>
          <a:p>
            <a:pPr algn="ctr"/>
            <a:r>
              <a:rPr lang="en-US" sz="11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DB Packing Spek</a:t>
            </a:r>
            <a:endParaRPr lang="en-ID" sz="1100" dirty="0">
              <a:solidFill>
                <a:schemeClr val="tx2">
                  <a:lumMod val="90000"/>
                  <a:lumOff val="10000"/>
                </a:schemeClr>
              </a:solidFill>
            </a:endParaRPr>
          </a:p>
        </p:txBody>
      </p:sp>
      <p:cxnSp>
        <p:nvCxnSpPr>
          <p:cNvPr id="119" name="Straight Arrow Connector 118">
            <a:extLst>
              <a:ext uri="{FF2B5EF4-FFF2-40B4-BE49-F238E27FC236}">
                <a16:creationId xmlns:a16="http://schemas.microsoft.com/office/drawing/2014/main" id="{0E3A159E-02B4-5E04-B7C4-30DEA389F423}"/>
              </a:ext>
            </a:extLst>
          </p:cNvPr>
          <p:cNvCxnSpPr>
            <a:cxnSpLocks/>
            <a:stCxn id="17" idx="2"/>
          </p:cNvCxnSpPr>
          <p:nvPr/>
        </p:nvCxnSpPr>
        <p:spPr>
          <a:xfrm>
            <a:off x="4410437" y="1173078"/>
            <a:ext cx="6727" cy="64933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5" name="Shape 6">
            <a:extLst>
              <a:ext uri="{FF2B5EF4-FFF2-40B4-BE49-F238E27FC236}">
                <a16:creationId xmlns:a16="http://schemas.microsoft.com/office/drawing/2014/main" id="{D7346EF4-01F5-ECD4-E628-485D6F551986}"/>
              </a:ext>
            </a:extLst>
          </p:cNvPr>
          <p:cNvSpPr/>
          <p:nvPr/>
        </p:nvSpPr>
        <p:spPr>
          <a:xfrm>
            <a:off x="3885240" y="2855266"/>
            <a:ext cx="1063847" cy="243895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1B3A6B"/>
            </a:solidFill>
            <a:prstDash val="solid"/>
          </a:ln>
          <a:effectLst>
            <a:outerShdw blurRad="63500" dist="19050" dir="5400000" algn="bl" rotWithShape="0">
              <a:srgbClr val="000000">
                <a:alpha val="10000"/>
              </a:srgbClr>
            </a:outerShdw>
          </a:effectLst>
        </p:spPr>
        <p:txBody>
          <a:bodyPr anchor="ctr"/>
          <a:lstStyle/>
          <a:p>
            <a:pPr algn="ctr"/>
            <a:r>
              <a:rPr lang="en-US" sz="800" dirty="0"/>
              <a:t>Read</a:t>
            </a:r>
            <a:endParaRPr lang="en-ID" sz="800" dirty="0"/>
          </a:p>
        </p:txBody>
      </p:sp>
      <p:cxnSp>
        <p:nvCxnSpPr>
          <p:cNvPr id="129" name="Connector: Elbow 128">
            <a:extLst>
              <a:ext uri="{FF2B5EF4-FFF2-40B4-BE49-F238E27FC236}">
                <a16:creationId xmlns:a16="http://schemas.microsoft.com/office/drawing/2014/main" id="{D19A405E-B74F-0CFF-B83F-912D689B5FD3}"/>
              </a:ext>
            </a:extLst>
          </p:cNvPr>
          <p:cNvCxnSpPr>
            <a:cxnSpLocks/>
            <a:stCxn id="44" idx="2"/>
            <a:endCxn id="89" idx="1"/>
          </p:cNvCxnSpPr>
          <p:nvPr/>
        </p:nvCxnSpPr>
        <p:spPr>
          <a:xfrm rot="16200000" flipH="1">
            <a:off x="2246140" y="3884112"/>
            <a:ext cx="271396" cy="1183567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" name="Connector: Elbow 134">
            <a:extLst>
              <a:ext uri="{FF2B5EF4-FFF2-40B4-BE49-F238E27FC236}">
                <a16:creationId xmlns:a16="http://schemas.microsoft.com/office/drawing/2014/main" id="{5C67D675-7B65-12D0-EB1D-4325E8E63E66}"/>
              </a:ext>
            </a:extLst>
          </p:cNvPr>
          <p:cNvCxnSpPr>
            <a:cxnSpLocks/>
            <a:stCxn id="125" idx="2"/>
            <a:endCxn id="44" idx="3"/>
          </p:cNvCxnSpPr>
          <p:nvPr/>
        </p:nvCxnSpPr>
        <p:spPr>
          <a:xfrm rot="5400000">
            <a:off x="2810026" y="2611113"/>
            <a:ext cx="1119090" cy="2095186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0" name="Straight Arrow Connector 149">
            <a:extLst>
              <a:ext uri="{FF2B5EF4-FFF2-40B4-BE49-F238E27FC236}">
                <a16:creationId xmlns:a16="http://schemas.microsoft.com/office/drawing/2014/main" id="{4DE9268E-4097-713A-652D-AEBAD5FC1880}"/>
              </a:ext>
            </a:extLst>
          </p:cNvPr>
          <p:cNvCxnSpPr>
            <a:cxnSpLocks/>
            <a:stCxn id="89" idx="2"/>
            <a:endCxn id="63" idx="0"/>
          </p:cNvCxnSpPr>
          <p:nvPr/>
        </p:nvCxnSpPr>
        <p:spPr>
          <a:xfrm>
            <a:off x="3505546" y="4733541"/>
            <a:ext cx="0" cy="63582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9" name="Shape 6">
            <a:extLst>
              <a:ext uri="{FF2B5EF4-FFF2-40B4-BE49-F238E27FC236}">
                <a16:creationId xmlns:a16="http://schemas.microsoft.com/office/drawing/2014/main" id="{96F946BB-8B5A-1788-2529-8E791345905D}"/>
              </a:ext>
            </a:extLst>
          </p:cNvPr>
          <p:cNvSpPr/>
          <p:nvPr/>
        </p:nvSpPr>
        <p:spPr>
          <a:xfrm>
            <a:off x="6925593" y="1215641"/>
            <a:ext cx="794790" cy="219351"/>
          </a:xfrm>
          <a:prstGeom prst="flowChartDocument">
            <a:avLst/>
          </a:prstGeom>
          <a:solidFill>
            <a:srgbClr val="FFFFFF"/>
          </a:solidFill>
          <a:ln w="9525">
            <a:solidFill>
              <a:srgbClr val="1B3A6B"/>
            </a:solidFill>
            <a:prstDash val="solid"/>
          </a:ln>
          <a:effectLst>
            <a:outerShdw blurRad="63500" dist="19050" dir="5400000" algn="bl" rotWithShape="0">
              <a:srgbClr val="000000">
                <a:alpha val="10000"/>
              </a:srgbClr>
            </a:outerShdw>
          </a:effectLst>
        </p:spPr>
        <p:txBody>
          <a:bodyPr anchor="ctr"/>
          <a:lstStyle/>
          <a:p>
            <a:pPr algn="ctr"/>
            <a:r>
              <a:rPr lang="en-US" sz="700" dirty="0"/>
              <a:t>Pattern Plane</a:t>
            </a:r>
            <a:endParaRPr lang="en-ID" sz="700" dirty="0"/>
          </a:p>
        </p:txBody>
      </p:sp>
      <p:sp>
        <p:nvSpPr>
          <p:cNvPr id="160" name="Shape 6">
            <a:extLst>
              <a:ext uri="{FF2B5EF4-FFF2-40B4-BE49-F238E27FC236}">
                <a16:creationId xmlns:a16="http://schemas.microsoft.com/office/drawing/2014/main" id="{C521EAFC-3A5E-F9FB-22EF-CBB57CDD7C2C}"/>
              </a:ext>
            </a:extLst>
          </p:cNvPr>
          <p:cNvSpPr/>
          <p:nvPr/>
        </p:nvSpPr>
        <p:spPr>
          <a:xfrm>
            <a:off x="6226752" y="1842598"/>
            <a:ext cx="1063847" cy="243895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1B3A6B"/>
            </a:solidFill>
            <a:prstDash val="solid"/>
          </a:ln>
          <a:effectLst>
            <a:outerShdw blurRad="63500" dist="19050" dir="5400000" algn="bl" rotWithShape="0">
              <a:srgbClr val="000000">
                <a:alpha val="10000"/>
              </a:srgbClr>
            </a:outerShdw>
          </a:effectLst>
        </p:spPr>
        <p:txBody>
          <a:bodyPr anchor="ctr"/>
          <a:lstStyle/>
          <a:p>
            <a:pPr algn="ctr"/>
            <a:r>
              <a:rPr lang="en-US" sz="800" dirty="0"/>
              <a:t>Setting </a:t>
            </a:r>
            <a:r>
              <a:rPr lang="en-US" sz="800" dirty="0" err="1"/>
              <a:t>Fisik</a:t>
            </a:r>
            <a:r>
              <a:rPr lang="en-US" sz="800" dirty="0"/>
              <a:t> Plane</a:t>
            </a:r>
            <a:endParaRPr lang="en-ID" sz="800" dirty="0"/>
          </a:p>
        </p:txBody>
      </p:sp>
      <p:cxnSp>
        <p:nvCxnSpPr>
          <p:cNvPr id="162" name="Straight Arrow Connector 161">
            <a:extLst>
              <a:ext uri="{FF2B5EF4-FFF2-40B4-BE49-F238E27FC236}">
                <a16:creationId xmlns:a16="http://schemas.microsoft.com/office/drawing/2014/main" id="{6CB9863A-EE05-82DB-274B-F8B630DDFBE8}"/>
              </a:ext>
            </a:extLst>
          </p:cNvPr>
          <p:cNvCxnSpPr>
            <a:cxnSpLocks/>
            <a:stCxn id="18" idx="2"/>
            <a:endCxn id="160" idx="0"/>
          </p:cNvCxnSpPr>
          <p:nvPr/>
        </p:nvCxnSpPr>
        <p:spPr>
          <a:xfrm flipH="1">
            <a:off x="6758676" y="1173078"/>
            <a:ext cx="12542" cy="66952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6" name="Straight Arrow Connector 165">
            <a:extLst>
              <a:ext uri="{FF2B5EF4-FFF2-40B4-BE49-F238E27FC236}">
                <a16:creationId xmlns:a16="http://schemas.microsoft.com/office/drawing/2014/main" id="{E479C6AC-D0A5-6AD4-2908-F9F23180F4A5}"/>
              </a:ext>
            </a:extLst>
          </p:cNvPr>
          <p:cNvCxnSpPr>
            <a:cxnSpLocks/>
            <a:stCxn id="58" idx="2"/>
          </p:cNvCxnSpPr>
          <p:nvPr/>
        </p:nvCxnSpPr>
        <p:spPr>
          <a:xfrm>
            <a:off x="9386313" y="1170495"/>
            <a:ext cx="2078" cy="67210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7" name="Shape 6">
            <a:extLst>
              <a:ext uri="{FF2B5EF4-FFF2-40B4-BE49-F238E27FC236}">
                <a16:creationId xmlns:a16="http://schemas.microsoft.com/office/drawing/2014/main" id="{8DD34F18-D7F9-D861-A513-D9531643C816}"/>
              </a:ext>
            </a:extLst>
          </p:cNvPr>
          <p:cNvSpPr/>
          <p:nvPr/>
        </p:nvSpPr>
        <p:spPr>
          <a:xfrm>
            <a:off x="4663367" y="5954291"/>
            <a:ext cx="1063847" cy="243895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1B3A6B"/>
            </a:solidFill>
            <a:prstDash val="solid"/>
          </a:ln>
          <a:effectLst>
            <a:outerShdw blurRad="63500" dist="19050" dir="5400000" algn="bl" rotWithShape="0">
              <a:srgbClr val="000000">
                <a:alpha val="10000"/>
              </a:srgbClr>
            </a:outerShdw>
          </a:effectLst>
        </p:spPr>
        <p:txBody>
          <a:bodyPr anchor="ctr"/>
          <a:lstStyle/>
          <a:p>
            <a:pPr algn="ctr"/>
            <a:r>
              <a:rPr lang="en-US" sz="800" dirty="0"/>
              <a:t>Write</a:t>
            </a:r>
            <a:endParaRPr lang="en-ID" sz="800" dirty="0"/>
          </a:p>
        </p:txBody>
      </p:sp>
      <p:sp>
        <p:nvSpPr>
          <p:cNvPr id="170" name="Shape 6">
            <a:extLst>
              <a:ext uri="{FF2B5EF4-FFF2-40B4-BE49-F238E27FC236}">
                <a16:creationId xmlns:a16="http://schemas.microsoft.com/office/drawing/2014/main" id="{80AC31C6-5742-7C1E-F8DF-221331BAFD58}"/>
              </a:ext>
            </a:extLst>
          </p:cNvPr>
          <p:cNvSpPr/>
          <p:nvPr/>
        </p:nvSpPr>
        <p:spPr>
          <a:xfrm>
            <a:off x="8725028" y="1868173"/>
            <a:ext cx="1344978" cy="716946"/>
          </a:xfrm>
          <a:prstGeom prst="diamond">
            <a:avLst/>
          </a:prstGeom>
          <a:solidFill>
            <a:srgbClr val="FFFFFF"/>
          </a:solidFill>
          <a:ln w="19050">
            <a:solidFill>
              <a:srgbClr val="1B3A6B"/>
            </a:solidFill>
            <a:prstDash val="solid"/>
          </a:ln>
          <a:effectLst>
            <a:outerShdw blurRad="63500" dist="19050" dir="5400000" algn="bl" rotWithShape="0">
              <a:srgbClr val="000000">
                <a:alpha val="10000"/>
              </a:srgbClr>
            </a:outerShdw>
          </a:effectLst>
        </p:spPr>
        <p:txBody>
          <a:bodyPr anchor="ctr"/>
          <a:lstStyle/>
          <a:p>
            <a:pPr algn="ctr"/>
            <a:r>
              <a:rPr lang="en-US" sz="800" dirty="0"/>
              <a:t>Select Mode</a:t>
            </a:r>
          </a:p>
        </p:txBody>
      </p:sp>
      <p:sp>
        <p:nvSpPr>
          <p:cNvPr id="171" name="Shape 6">
            <a:extLst>
              <a:ext uri="{FF2B5EF4-FFF2-40B4-BE49-F238E27FC236}">
                <a16:creationId xmlns:a16="http://schemas.microsoft.com/office/drawing/2014/main" id="{F0B6D1EB-6062-9891-5FA0-EA6060140E5C}"/>
              </a:ext>
            </a:extLst>
          </p:cNvPr>
          <p:cNvSpPr/>
          <p:nvPr/>
        </p:nvSpPr>
        <p:spPr>
          <a:xfrm>
            <a:off x="8232283" y="2661583"/>
            <a:ext cx="1063847" cy="243895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1B3A6B"/>
            </a:solidFill>
            <a:prstDash val="solid"/>
          </a:ln>
          <a:effectLst>
            <a:outerShdw blurRad="63500" dist="19050" dir="5400000" algn="bl" rotWithShape="0">
              <a:srgbClr val="000000">
                <a:alpha val="10000"/>
              </a:srgbClr>
            </a:outerShdw>
          </a:effectLst>
        </p:spPr>
        <p:txBody>
          <a:bodyPr anchor="ctr"/>
          <a:lstStyle/>
          <a:p>
            <a:pPr algn="ctr"/>
            <a:r>
              <a:rPr lang="en-ID" sz="800" dirty="0"/>
              <a:t>Setting </a:t>
            </a:r>
            <a:r>
              <a:rPr lang="en-ID" sz="800" dirty="0" err="1"/>
              <a:t>Countown</a:t>
            </a:r>
            <a:r>
              <a:rPr lang="en-ID" sz="800" dirty="0"/>
              <a:t> &amp; </a:t>
            </a:r>
            <a:r>
              <a:rPr lang="en-ID" sz="800" dirty="0" err="1"/>
              <a:t>Ritme</a:t>
            </a:r>
            <a:endParaRPr lang="en-ID" sz="800" dirty="0"/>
          </a:p>
        </p:txBody>
      </p:sp>
      <p:sp>
        <p:nvSpPr>
          <p:cNvPr id="172" name="Shape 6">
            <a:extLst>
              <a:ext uri="{FF2B5EF4-FFF2-40B4-BE49-F238E27FC236}">
                <a16:creationId xmlns:a16="http://schemas.microsoft.com/office/drawing/2014/main" id="{12188945-3034-C2D5-6C7B-BD7EDEF29F34}"/>
              </a:ext>
            </a:extLst>
          </p:cNvPr>
          <p:cNvSpPr/>
          <p:nvPr/>
        </p:nvSpPr>
        <p:spPr>
          <a:xfrm>
            <a:off x="9516816" y="2662805"/>
            <a:ext cx="1063847" cy="243895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1B3A6B"/>
            </a:solidFill>
            <a:prstDash val="solid"/>
          </a:ln>
          <a:effectLst>
            <a:outerShdw blurRad="63500" dist="19050" dir="5400000" algn="bl" rotWithShape="0">
              <a:srgbClr val="000000">
                <a:alpha val="10000"/>
              </a:srgbClr>
            </a:outerShdw>
          </a:effectLst>
        </p:spPr>
        <p:txBody>
          <a:bodyPr anchor="ctr"/>
          <a:lstStyle/>
          <a:p>
            <a:pPr algn="ctr"/>
            <a:r>
              <a:rPr lang="en-US" sz="800" dirty="0"/>
              <a:t>Get Data Andon</a:t>
            </a:r>
            <a:endParaRPr lang="en-ID" sz="800" dirty="0"/>
          </a:p>
        </p:txBody>
      </p:sp>
      <p:sp>
        <p:nvSpPr>
          <p:cNvPr id="173" name="Shape 6">
            <a:extLst>
              <a:ext uri="{FF2B5EF4-FFF2-40B4-BE49-F238E27FC236}">
                <a16:creationId xmlns:a16="http://schemas.microsoft.com/office/drawing/2014/main" id="{AAACE378-AE1C-7144-F2E6-DD4E4659B929}"/>
              </a:ext>
            </a:extLst>
          </p:cNvPr>
          <p:cNvSpPr/>
          <p:nvPr/>
        </p:nvSpPr>
        <p:spPr>
          <a:xfrm>
            <a:off x="8313285" y="2373890"/>
            <a:ext cx="685780" cy="175255"/>
          </a:xfrm>
          <a:prstGeom prst="roundRect">
            <a:avLst>
              <a:gd name="adj" fmla="val 14286"/>
            </a:avLst>
          </a:prstGeom>
          <a:noFill/>
          <a:ln w="19050">
            <a:noFill/>
            <a:prstDash val="solid"/>
          </a:ln>
          <a:effectLst>
            <a:outerShdw blurRad="63500" dist="19050" dir="5400000" algn="bl" rotWithShape="0">
              <a:srgbClr val="000000">
                <a:alpha val="10000"/>
              </a:srgbClr>
            </a:outerShdw>
          </a:effectLst>
        </p:spPr>
        <p:txBody>
          <a:bodyPr anchor="ctr"/>
          <a:lstStyle/>
          <a:p>
            <a:pPr algn="ctr"/>
            <a:r>
              <a:rPr lang="en-US" sz="1100" dirty="0">
                <a:solidFill>
                  <a:srgbClr val="00B050"/>
                </a:solidFill>
              </a:rPr>
              <a:t>Manual</a:t>
            </a:r>
            <a:endParaRPr lang="en-ID" sz="1100" dirty="0">
              <a:solidFill>
                <a:srgbClr val="00B050"/>
              </a:solidFill>
            </a:endParaRPr>
          </a:p>
        </p:txBody>
      </p:sp>
      <p:sp>
        <p:nvSpPr>
          <p:cNvPr id="174" name="Shape 6">
            <a:extLst>
              <a:ext uri="{FF2B5EF4-FFF2-40B4-BE49-F238E27FC236}">
                <a16:creationId xmlns:a16="http://schemas.microsoft.com/office/drawing/2014/main" id="{F414F90B-A0F1-51AF-7EF1-3A9A2947948F}"/>
              </a:ext>
            </a:extLst>
          </p:cNvPr>
          <p:cNvSpPr/>
          <p:nvPr/>
        </p:nvSpPr>
        <p:spPr>
          <a:xfrm>
            <a:off x="9777920" y="2373890"/>
            <a:ext cx="685780" cy="175255"/>
          </a:xfrm>
          <a:prstGeom prst="roundRect">
            <a:avLst>
              <a:gd name="adj" fmla="val 14286"/>
            </a:avLst>
          </a:prstGeom>
          <a:noFill/>
          <a:ln w="19050">
            <a:noFill/>
            <a:prstDash val="solid"/>
          </a:ln>
          <a:effectLst>
            <a:outerShdw blurRad="63500" dist="19050" dir="5400000" algn="bl" rotWithShape="0">
              <a:srgbClr val="000000">
                <a:alpha val="10000"/>
              </a:srgbClr>
            </a:outerShdw>
          </a:effectLst>
        </p:spPr>
        <p:txBody>
          <a:bodyPr anchor="ctr"/>
          <a:lstStyle/>
          <a:p>
            <a:pPr algn="ctr"/>
            <a:r>
              <a:rPr lang="en-US" sz="1100" dirty="0">
                <a:solidFill>
                  <a:srgbClr val="C00000"/>
                </a:solidFill>
              </a:rPr>
              <a:t>Auto</a:t>
            </a:r>
            <a:endParaRPr lang="en-ID" sz="1100" dirty="0">
              <a:solidFill>
                <a:srgbClr val="C00000"/>
              </a:solidFill>
            </a:endParaRPr>
          </a:p>
        </p:txBody>
      </p:sp>
      <p:cxnSp>
        <p:nvCxnSpPr>
          <p:cNvPr id="175" name="Connector: Elbow 174">
            <a:extLst>
              <a:ext uri="{FF2B5EF4-FFF2-40B4-BE49-F238E27FC236}">
                <a16:creationId xmlns:a16="http://schemas.microsoft.com/office/drawing/2014/main" id="{474B36B4-C8CB-231D-9D67-419B95B62A55}"/>
              </a:ext>
            </a:extLst>
          </p:cNvPr>
          <p:cNvCxnSpPr>
            <a:cxnSpLocks/>
            <a:stCxn id="170" idx="2"/>
            <a:endCxn id="171" idx="0"/>
          </p:cNvCxnSpPr>
          <p:nvPr/>
        </p:nvCxnSpPr>
        <p:spPr>
          <a:xfrm rot="5400000">
            <a:off x="9042630" y="2306696"/>
            <a:ext cx="76464" cy="633310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8" name="Connector: Elbow 177">
            <a:extLst>
              <a:ext uri="{FF2B5EF4-FFF2-40B4-BE49-F238E27FC236}">
                <a16:creationId xmlns:a16="http://schemas.microsoft.com/office/drawing/2014/main" id="{6DC1E56C-DFBB-B486-D5B1-1D7A266CC0B2}"/>
              </a:ext>
            </a:extLst>
          </p:cNvPr>
          <p:cNvCxnSpPr>
            <a:cxnSpLocks/>
            <a:stCxn id="170" idx="2"/>
            <a:endCxn id="172" idx="0"/>
          </p:cNvCxnSpPr>
          <p:nvPr/>
        </p:nvCxnSpPr>
        <p:spPr>
          <a:xfrm rot="16200000" flipH="1">
            <a:off x="9684285" y="2298350"/>
            <a:ext cx="77686" cy="651223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1" name="Flowchart: Magnetic Disk 180">
            <a:extLst>
              <a:ext uri="{FF2B5EF4-FFF2-40B4-BE49-F238E27FC236}">
                <a16:creationId xmlns:a16="http://schemas.microsoft.com/office/drawing/2014/main" id="{23885675-ACB8-6AD9-84EA-71E3CE92CF71}"/>
              </a:ext>
            </a:extLst>
          </p:cNvPr>
          <p:cNvSpPr/>
          <p:nvPr/>
        </p:nvSpPr>
        <p:spPr>
          <a:xfrm>
            <a:off x="9603162" y="3721602"/>
            <a:ext cx="895324" cy="250961"/>
          </a:xfrm>
          <a:prstGeom prst="flowChartMagneticDisk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82" name="Shape 6">
            <a:extLst>
              <a:ext uri="{FF2B5EF4-FFF2-40B4-BE49-F238E27FC236}">
                <a16:creationId xmlns:a16="http://schemas.microsoft.com/office/drawing/2014/main" id="{77F7C698-F519-546E-62F9-7A31A7DEB48F}"/>
              </a:ext>
            </a:extLst>
          </p:cNvPr>
          <p:cNvSpPr/>
          <p:nvPr/>
        </p:nvSpPr>
        <p:spPr>
          <a:xfrm>
            <a:off x="9392630" y="4002124"/>
            <a:ext cx="1316389" cy="182818"/>
          </a:xfrm>
          <a:prstGeom prst="roundRect">
            <a:avLst>
              <a:gd name="adj" fmla="val 14286"/>
            </a:avLst>
          </a:prstGeom>
          <a:noFill/>
          <a:ln w="19050">
            <a:noFill/>
            <a:prstDash val="solid"/>
          </a:ln>
          <a:effectLst>
            <a:outerShdw blurRad="63500" dist="19050" dir="5400000" algn="bl" rotWithShape="0">
              <a:srgbClr val="000000">
                <a:alpha val="10000"/>
              </a:srgbClr>
            </a:outerShdw>
          </a:effectLst>
        </p:spPr>
        <p:txBody>
          <a:bodyPr anchor="ctr"/>
          <a:lstStyle/>
          <a:p>
            <a:pPr algn="ctr"/>
            <a:r>
              <a:rPr lang="en-US" sz="11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DB Andon</a:t>
            </a:r>
            <a:endParaRPr lang="en-ID" sz="1100" dirty="0">
              <a:solidFill>
                <a:schemeClr val="tx2">
                  <a:lumMod val="90000"/>
                  <a:lumOff val="10000"/>
                </a:schemeClr>
              </a:solidFill>
            </a:endParaRPr>
          </a:p>
        </p:txBody>
      </p:sp>
      <p:sp>
        <p:nvSpPr>
          <p:cNvPr id="186" name="Shape 6">
            <a:extLst>
              <a:ext uri="{FF2B5EF4-FFF2-40B4-BE49-F238E27FC236}">
                <a16:creationId xmlns:a16="http://schemas.microsoft.com/office/drawing/2014/main" id="{26139BAC-C14E-AD6B-833C-EE2BE34B419E}"/>
              </a:ext>
            </a:extLst>
          </p:cNvPr>
          <p:cNvSpPr/>
          <p:nvPr/>
        </p:nvSpPr>
        <p:spPr>
          <a:xfrm>
            <a:off x="6925593" y="5526452"/>
            <a:ext cx="1787748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9050">
            <a:solidFill>
              <a:srgbClr val="1B3A6B"/>
            </a:solidFill>
            <a:prstDash val="solid"/>
          </a:ln>
          <a:effectLst>
            <a:outerShdw blurRad="63500" dist="19050" dir="5400000" algn="bl" rotWithShape="0">
              <a:srgbClr val="000000">
                <a:alpha val="10000"/>
              </a:srgbClr>
            </a:outerShdw>
          </a:effectLst>
        </p:spPr>
        <p:txBody>
          <a:bodyPr anchor="ctr"/>
          <a:lstStyle/>
          <a:p>
            <a:pPr algn="ctr"/>
            <a:r>
              <a:rPr lang="en-US" sz="1100" b="1" dirty="0"/>
              <a:t>Visual </a:t>
            </a:r>
            <a:r>
              <a:rPr lang="en-US" sz="1100" b="1" dirty="0" err="1"/>
              <a:t>Simulasi</a:t>
            </a:r>
            <a:r>
              <a:rPr lang="en-US" sz="1100" b="1" dirty="0"/>
              <a:t> </a:t>
            </a:r>
            <a:r>
              <a:rPr lang="en-US" sz="1100" b="1" dirty="0" err="1"/>
              <a:t>PLane</a:t>
            </a:r>
            <a:endParaRPr lang="en-ID" sz="1100" b="1" dirty="0"/>
          </a:p>
        </p:txBody>
      </p:sp>
      <p:cxnSp>
        <p:nvCxnSpPr>
          <p:cNvPr id="188" name="Connector: Elbow 187">
            <a:extLst>
              <a:ext uri="{FF2B5EF4-FFF2-40B4-BE49-F238E27FC236}">
                <a16:creationId xmlns:a16="http://schemas.microsoft.com/office/drawing/2014/main" id="{A4B71F7F-DCAE-D8F1-EC00-0D2A6851F10E}"/>
              </a:ext>
            </a:extLst>
          </p:cNvPr>
          <p:cNvCxnSpPr>
            <a:cxnSpLocks/>
            <a:stCxn id="63" idx="2"/>
            <a:endCxn id="167" idx="2"/>
          </p:cNvCxnSpPr>
          <p:nvPr/>
        </p:nvCxnSpPr>
        <p:spPr>
          <a:xfrm rot="16200000" flipH="1">
            <a:off x="4057957" y="5060851"/>
            <a:ext cx="584923" cy="1689745"/>
          </a:xfrm>
          <a:prstGeom prst="bentConnector3">
            <a:avLst>
              <a:gd name="adj1" fmla="val 139082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1" name="Shape 6">
            <a:extLst>
              <a:ext uri="{FF2B5EF4-FFF2-40B4-BE49-F238E27FC236}">
                <a16:creationId xmlns:a16="http://schemas.microsoft.com/office/drawing/2014/main" id="{31924BD6-E50A-2821-A37D-DCFA98AF6717}"/>
              </a:ext>
            </a:extLst>
          </p:cNvPr>
          <p:cNvSpPr/>
          <p:nvPr/>
        </p:nvSpPr>
        <p:spPr>
          <a:xfrm>
            <a:off x="4663367" y="4534181"/>
            <a:ext cx="1063847" cy="243895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1B3A6B"/>
            </a:solidFill>
            <a:prstDash val="solid"/>
          </a:ln>
          <a:effectLst>
            <a:outerShdw blurRad="63500" dist="19050" dir="5400000" algn="bl" rotWithShape="0">
              <a:srgbClr val="000000">
                <a:alpha val="10000"/>
              </a:srgbClr>
            </a:outerShdw>
          </a:effectLst>
        </p:spPr>
        <p:txBody>
          <a:bodyPr anchor="ctr"/>
          <a:lstStyle/>
          <a:p>
            <a:pPr algn="ctr"/>
            <a:r>
              <a:rPr lang="en-US" sz="800" i="1" dirty="0"/>
              <a:t>Grouping Data</a:t>
            </a:r>
            <a:endParaRPr lang="en-ID" sz="800" dirty="0"/>
          </a:p>
        </p:txBody>
      </p:sp>
      <p:sp>
        <p:nvSpPr>
          <p:cNvPr id="234" name="Flowchart: Magnetic Disk 233">
            <a:extLst>
              <a:ext uri="{FF2B5EF4-FFF2-40B4-BE49-F238E27FC236}">
                <a16:creationId xmlns:a16="http://schemas.microsoft.com/office/drawing/2014/main" id="{7C74B230-81C9-7CE0-38A0-F32C244EBA50}"/>
              </a:ext>
            </a:extLst>
          </p:cNvPr>
          <p:cNvSpPr/>
          <p:nvPr/>
        </p:nvSpPr>
        <p:spPr>
          <a:xfrm>
            <a:off x="6306102" y="2644128"/>
            <a:ext cx="895324" cy="250961"/>
          </a:xfrm>
          <a:prstGeom prst="flowChartMagneticDisk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35" name="Shape 6">
            <a:extLst>
              <a:ext uri="{FF2B5EF4-FFF2-40B4-BE49-F238E27FC236}">
                <a16:creationId xmlns:a16="http://schemas.microsoft.com/office/drawing/2014/main" id="{E2968C64-A0FB-C87A-2693-49F7E78C3852}"/>
              </a:ext>
            </a:extLst>
          </p:cNvPr>
          <p:cNvSpPr/>
          <p:nvPr/>
        </p:nvSpPr>
        <p:spPr>
          <a:xfrm>
            <a:off x="6095570" y="2924650"/>
            <a:ext cx="1316389" cy="182818"/>
          </a:xfrm>
          <a:prstGeom prst="roundRect">
            <a:avLst>
              <a:gd name="adj" fmla="val 14286"/>
            </a:avLst>
          </a:prstGeom>
          <a:noFill/>
          <a:ln w="19050">
            <a:noFill/>
            <a:prstDash val="solid"/>
          </a:ln>
          <a:effectLst>
            <a:outerShdw blurRad="63500" dist="19050" dir="5400000" algn="bl" rotWithShape="0">
              <a:srgbClr val="000000">
                <a:alpha val="10000"/>
              </a:srgbClr>
            </a:outerShdw>
          </a:effectLst>
        </p:spPr>
        <p:txBody>
          <a:bodyPr anchor="ctr"/>
          <a:lstStyle/>
          <a:p>
            <a:pPr algn="ctr"/>
            <a:r>
              <a:rPr lang="en-US" sz="11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DB Plane </a:t>
            </a:r>
            <a:r>
              <a:rPr lang="en-US" sz="1100" dirty="0" err="1">
                <a:solidFill>
                  <a:schemeClr val="tx2">
                    <a:lumMod val="90000"/>
                    <a:lumOff val="10000"/>
                  </a:schemeClr>
                </a:solidFill>
              </a:rPr>
              <a:t>Patern</a:t>
            </a:r>
            <a:endParaRPr lang="en-ID" sz="1100" dirty="0">
              <a:solidFill>
                <a:schemeClr val="tx2">
                  <a:lumMod val="90000"/>
                  <a:lumOff val="10000"/>
                </a:schemeClr>
              </a:solidFill>
            </a:endParaRPr>
          </a:p>
        </p:txBody>
      </p:sp>
      <p:cxnSp>
        <p:nvCxnSpPr>
          <p:cNvPr id="237" name="Straight Arrow Connector 236">
            <a:extLst>
              <a:ext uri="{FF2B5EF4-FFF2-40B4-BE49-F238E27FC236}">
                <a16:creationId xmlns:a16="http://schemas.microsoft.com/office/drawing/2014/main" id="{11D1E869-79AB-5392-C979-0893E1D93EEC}"/>
              </a:ext>
            </a:extLst>
          </p:cNvPr>
          <p:cNvCxnSpPr>
            <a:cxnSpLocks/>
            <a:stCxn id="160" idx="2"/>
            <a:endCxn id="78" idx="0"/>
          </p:cNvCxnSpPr>
          <p:nvPr/>
        </p:nvCxnSpPr>
        <p:spPr>
          <a:xfrm flipH="1">
            <a:off x="6753763" y="2086493"/>
            <a:ext cx="4913" cy="14802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0" name="Flowchart: Magnetic Disk 249">
            <a:extLst>
              <a:ext uri="{FF2B5EF4-FFF2-40B4-BE49-F238E27FC236}">
                <a16:creationId xmlns:a16="http://schemas.microsoft.com/office/drawing/2014/main" id="{9CB92091-AE72-B0C9-8F51-36ACF3419AA0}"/>
              </a:ext>
            </a:extLst>
          </p:cNvPr>
          <p:cNvSpPr/>
          <p:nvPr/>
        </p:nvSpPr>
        <p:spPr>
          <a:xfrm>
            <a:off x="4746184" y="5299627"/>
            <a:ext cx="895324" cy="250961"/>
          </a:xfrm>
          <a:prstGeom prst="flowChartMagneticDisk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51" name="Shape 6">
            <a:extLst>
              <a:ext uri="{FF2B5EF4-FFF2-40B4-BE49-F238E27FC236}">
                <a16:creationId xmlns:a16="http://schemas.microsoft.com/office/drawing/2014/main" id="{9279203C-0506-4354-9ED3-CDC48547CD26}"/>
              </a:ext>
            </a:extLst>
          </p:cNvPr>
          <p:cNvSpPr/>
          <p:nvPr/>
        </p:nvSpPr>
        <p:spPr>
          <a:xfrm>
            <a:off x="4535652" y="5599718"/>
            <a:ext cx="1316389" cy="182818"/>
          </a:xfrm>
          <a:prstGeom prst="roundRect">
            <a:avLst>
              <a:gd name="adj" fmla="val 14286"/>
            </a:avLst>
          </a:prstGeom>
          <a:noFill/>
          <a:ln w="19050">
            <a:noFill/>
            <a:prstDash val="solid"/>
          </a:ln>
          <a:effectLst>
            <a:outerShdw blurRad="63500" dist="19050" dir="5400000" algn="bl" rotWithShape="0">
              <a:srgbClr val="000000">
                <a:alpha val="10000"/>
              </a:srgbClr>
            </a:outerShdw>
          </a:effectLst>
        </p:spPr>
        <p:txBody>
          <a:bodyPr anchor="ctr"/>
          <a:lstStyle/>
          <a:p>
            <a:pPr algn="ctr"/>
            <a:r>
              <a:rPr lang="en-US" sz="11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DB Skid Level</a:t>
            </a:r>
            <a:endParaRPr lang="en-ID" sz="1100" dirty="0">
              <a:solidFill>
                <a:schemeClr val="tx2">
                  <a:lumMod val="90000"/>
                  <a:lumOff val="10000"/>
                </a:schemeClr>
              </a:solidFill>
            </a:endParaRPr>
          </a:p>
        </p:txBody>
      </p:sp>
      <p:pic>
        <p:nvPicPr>
          <p:cNvPr id="295" name="Picture 294">
            <a:extLst>
              <a:ext uri="{FF2B5EF4-FFF2-40B4-BE49-F238E27FC236}">
                <a16:creationId xmlns:a16="http://schemas.microsoft.com/office/drawing/2014/main" id="{BB33CD8A-F048-8444-E077-14EB96E1F6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5133" y="1219137"/>
            <a:ext cx="344607" cy="344607"/>
          </a:xfrm>
          <a:prstGeom prst="rect">
            <a:avLst/>
          </a:prstGeom>
        </p:spPr>
      </p:pic>
      <p:sp>
        <p:nvSpPr>
          <p:cNvPr id="9" name="Shape 6">
            <a:extLst>
              <a:ext uri="{FF2B5EF4-FFF2-40B4-BE49-F238E27FC236}">
                <a16:creationId xmlns:a16="http://schemas.microsoft.com/office/drawing/2014/main" id="{FBFA0076-5B2E-B8DD-7D22-27744BEED610}"/>
              </a:ext>
            </a:extLst>
          </p:cNvPr>
          <p:cNvSpPr/>
          <p:nvPr/>
        </p:nvSpPr>
        <p:spPr>
          <a:xfrm>
            <a:off x="1687922" y="4632134"/>
            <a:ext cx="1230390" cy="139904"/>
          </a:xfrm>
          <a:prstGeom prst="roundRect">
            <a:avLst>
              <a:gd name="adj" fmla="val 14286"/>
            </a:avLst>
          </a:prstGeom>
          <a:noFill/>
          <a:ln w="19050">
            <a:noFill/>
            <a:prstDash val="solid"/>
          </a:ln>
          <a:effectLst>
            <a:outerShdw blurRad="63500" dist="19050" dir="5400000" algn="bl" rotWithShape="0">
              <a:srgbClr val="000000">
                <a:alpha val="10000"/>
              </a:srgbClr>
            </a:outerShdw>
          </a:effectLst>
        </p:spPr>
        <p:txBody>
          <a:bodyPr anchor="ctr"/>
          <a:lstStyle/>
          <a:p>
            <a:r>
              <a:rPr lang="en-US" sz="800" dirty="0">
                <a:solidFill>
                  <a:srgbClr val="002060"/>
                </a:solidFill>
              </a:rPr>
              <a:t>Data Part </a:t>
            </a:r>
            <a:r>
              <a:rPr lang="en-US" sz="800" dirty="0" err="1">
                <a:solidFill>
                  <a:srgbClr val="002060"/>
                </a:solidFill>
              </a:rPr>
              <a:t>setiap</a:t>
            </a:r>
            <a:r>
              <a:rPr lang="en-US" sz="800" dirty="0">
                <a:solidFill>
                  <a:srgbClr val="002060"/>
                </a:solidFill>
              </a:rPr>
              <a:t> Group</a:t>
            </a:r>
            <a:endParaRPr lang="en-ID" sz="800" dirty="0">
              <a:solidFill>
                <a:srgbClr val="002060"/>
              </a:solidFill>
            </a:endParaRPr>
          </a:p>
        </p:txBody>
      </p:sp>
      <p:sp>
        <p:nvSpPr>
          <p:cNvPr id="13" name="Shape 6">
            <a:extLst>
              <a:ext uri="{FF2B5EF4-FFF2-40B4-BE49-F238E27FC236}">
                <a16:creationId xmlns:a16="http://schemas.microsoft.com/office/drawing/2014/main" id="{2D00EBA3-DC83-1531-7638-ADF5EF802803}"/>
              </a:ext>
            </a:extLst>
          </p:cNvPr>
          <p:cNvSpPr/>
          <p:nvPr/>
        </p:nvSpPr>
        <p:spPr>
          <a:xfrm>
            <a:off x="3710769" y="3075085"/>
            <a:ext cx="991870" cy="248232"/>
          </a:xfrm>
          <a:prstGeom prst="roundRect">
            <a:avLst>
              <a:gd name="adj" fmla="val 14286"/>
            </a:avLst>
          </a:prstGeom>
          <a:noFill/>
          <a:ln w="19050">
            <a:noFill/>
            <a:prstDash val="solid"/>
          </a:ln>
          <a:effectLst>
            <a:outerShdw blurRad="63500" dist="19050" dir="5400000" algn="bl" rotWithShape="0">
              <a:srgbClr val="000000">
                <a:alpha val="10000"/>
              </a:srgbClr>
            </a:outerShdw>
          </a:effectLst>
        </p:spPr>
        <p:txBody>
          <a:bodyPr anchor="ctr"/>
          <a:lstStyle/>
          <a:p>
            <a:r>
              <a:rPr lang="en-US" sz="800" dirty="0">
                <a:solidFill>
                  <a:srgbClr val="002060"/>
                </a:solidFill>
              </a:rPr>
              <a:t>Data Box m3</a:t>
            </a:r>
            <a:endParaRPr lang="en-ID" sz="800" dirty="0">
              <a:solidFill>
                <a:srgbClr val="002060"/>
              </a:solidFill>
            </a:endParaRPr>
          </a:p>
        </p:txBody>
      </p:sp>
      <p:sp>
        <p:nvSpPr>
          <p:cNvPr id="15" name="Shape 6">
            <a:extLst>
              <a:ext uri="{FF2B5EF4-FFF2-40B4-BE49-F238E27FC236}">
                <a16:creationId xmlns:a16="http://schemas.microsoft.com/office/drawing/2014/main" id="{BFAF9D03-A8BB-E408-4B88-6D36E7DDB98E}"/>
              </a:ext>
            </a:extLst>
          </p:cNvPr>
          <p:cNvSpPr/>
          <p:nvPr/>
        </p:nvSpPr>
        <p:spPr>
          <a:xfrm>
            <a:off x="1266171" y="929183"/>
            <a:ext cx="1063847" cy="243895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1B3A6B"/>
            </a:solidFill>
            <a:prstDash val="solid"/>
          </a:ln>
          <a:effectLst>
            <a:outerShdw blurRad="63500" dist="19050" dir="5400000" algn="bl" rotWithShape="0">
              <a:srgbClr val="000000">
                <a:alpha val="10000"/>
              </a:srgbClr>
            </a:outerShdw>
          </a:effectLst>
        </p:spPr>
        <p:txBody>
          <a:bodyPr anchor="ctr"/>
          <a:lstStyle/>
          <a:p>
            <a:pPr algn="ctr"/>
            <a:r>
              <a:rPr lang="en-US" sz="800" dirty="0"/>
              <a:t>Upload Progress Lane </a:t>
            </a:r>
            <a:endParaRPr lang="en-ID" sz="800" dirty="0"/>
          </a:p>
        </p:txBody>
      </p:sp>
      <p:sp>
        <p:nvSpPr>
          <p:cNvPr id="17" name="Shape 6">
            <a:extLst>
              <a:ext uri="{FF2B5EF4-FFF2-40B4-BE49-F238E27FC236}">
                <a16:creationId xmlns:a16="http://schemas.microsoft.com/office/drawing/2014/main" id="{D25E9F01-4817-AC9D-562C-3C6311295136}"/>
              </a:ext>
            </a:extLst>
          </p:cNvPr>
          <p:cNvSpPr/>
          <p:nvPr/>
        </p:nvSpPr>
        <p:spPr>
          <a:xfrm>
            <a:off x="3878513" y="929183"/>
            <a:ext cx="1063847" cy="243895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1B3A6B"/>
            </a:solidFill>
            <a:prstDash val="solid"/>
          </a:ln>
          <a:effectLst>
            <a:outerShdw blurRad="63500" dist="19050" dir="5400000" algn="bl" rotWithShape="0">
              <a:srgbClr val="000000">
                <a:alpha val="10000"/>
              </a:srgbClr>
            </a:outerShdw>
          </a:effectLst>
        </p:spPr>
        <p:txBody>
          <a:bodyPr anchor="ctr"/>
          <a:lstStyle/>
          <a:p>
            <a:pPr algn="ctr"/>
            <a:r>
              <a:rPr lang="en-US" sz="800" dirty="0"/>
              <a:t>Upload Master </a:t>
            </a:r>
            <a:r>
              <a:rPr lang="en-US" sz="800" dirty="0" err="1"/>
              <a:t>Pakcing</a:t>
            </a:r>
            <a:r>
              <a:rPr lang="en-US" sz="800" dirty="0"/>
              <a:t> Spek</a:t>
            </a:r>
            <a:endParaRPr lang="en-ID" sz="800" dirty="0"/>
          </a:p>
        </p:txBody>
      </p:sp>
      <p:sp>
        <p:nvSpPr>
          <p:cNvPr id="18" name="Shape 6">
            <a:extLst>
              <a:ext uri="{FF2B5EF4-FFF2-40B4-BE49-F238E27FC236}">
                <a16:creationId xmlns:a16="http://schemas.microsoft.com/office/drawing/2014/main" id="{86271563-06A1-A8B9-DE55-531C24B22B0C}"/>
              </a:ext>
            </a:extLst>
          </p:cNvPr>
          <p:cNvSpPr/>
          <p:nvPr/>
        </p:nvSpPr>
        <p:spPr>
          <a:xfrm>
            <a:off x="6239294" y="929183"/>
            <a:ext cx="1063847" cy="243895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1B3A6B"/>
            </a:solidFill>
            <a:prstDash val="solid"/>
          </a:ln>
          <a:effectLst>
            <a:outerShdw blurRad="63500" dist="19050" dir="5400000" algn="bl" rotWithShape="0">
              <a:srgbClr val="000000">
                <a:alpha val="10000"/>
              </a:srgbClr>
            </a:outerShdw>
          </a:effectLst>
        </p:spPr>
        <p:txBody>
          <a:bodyPr anchor="ctr"/>
          <a:lstStyle/>
          <a:p>
            <a:pPr algn="ctr"/>
            <a:r>
              <a:rPr lang="en-US" sz="800" dirty="0"/>
              <a:t>Upload </a:t>
            </a:r>
            <a:r>
              <a:rPr lang="en-US" sz="800" dirty="0" err="1"/>
              <a:t>Patern</a:t>
            </a:r>
            <a:r>
              <a:rPr lang="en-US" sz="800" dirty="0"/>
              <a:t> </a:t>
            </a:r>
            <a:r>
              <a:rPr lang="en-US" sz="800" dirty="0" err="1"/>
              <a:t>PLane</a:t>
            </a:r>
            <a:endParaRPr lang="en-ID" sz="800" dirty="0"/>
          </a:p>
        </p:txBody>
      </p:sp>
      <p:sp>
        <p:nvSpPr>
          <p:cNvPr id="22" name="Shape 6">
            <a:extLst>
              <a:ext uri="{FF2B5EF4-FFF2-40B4-BE49-F238E27FC236}">
                <a16:creationId xmlns:a16="http://schemas.microsoft.com/office/drawing/2014/main" id="{79760BCC-6196-792B-8875-1C726F055BDC}"/>
              </a:ext>
            </a:extLst>
          </p:cNvPr>
          <p:cNvSpPr/>
          <p:nvPr/>
        </p:nvSpPr>
        <p:spPr>
          <a:xfrm>
            <a:off x="1266171" y="2242227"/>
            <a:ext cx="1063847" cy="243895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1B3A6B"/>
            </a:solidFill>
            <a:prstDash val="solid"/>
          </a:ln>
          <a:effectLst>
            <a:outerShdw blurRad="63500" dist="19050" dir="5400000" algn="bl" rotWithShape="0">
              <a:srgbClr val="000000">
                <a:alpha val="10000"/>
              </a:srgbClr>
            </a:outerShdw>
          </a:effectLst>
        </p:spPr>
        <p:txBody>
          <a:bodyPr anchor="ctr"/>
          <a:lstStyle/>
          <a:p>
            <a:pPr algn="ctr"/>
            <a:r>
              <a:rPr lang="en-ID" sz="800" dirty="0"/>
              <a:t>Write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9B86CBBE-1168-343E-ED5A-683E86524238}"/>
              </a:ext>
            </a:extLst>
          </p:cNvPr>
          <p:cNvCxnSpPr>
            <a:cxnSpLocks/>
            <a:stCxn id="22" idx="2"/>
            <a:endCxn id="33" idx="1"/>
          </p:cNvCxnSpPr>
          <p:nvPr/>
        </p:nvCxnSpPr>
        <p:spPr>
          <a:xfrm>
            <a:off x="1798095" y="2486122"/>
            <a:ext cx="3163" cy="24389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Shape 6">
            <a:extLst>
              <a:ext uri="{FF2B5EF4-FFF2-40B4-BE49-F238E27FC236}">
                <a16:creationId xmlns:a16="http://schemas.microsoft.com/office/drawing/2014/main" id="{3624636A-0D29-EB38-2A4E-C757856B75DA}"/>
              </a:ext>
            </a:extLst>
          </p:cNvPr>
          <p:cNvSpPr/>
          <p:nvPr/>
        </p:nvSpPr>
        <p:spPr>
          <a:xfrm>
            <a:off x="1272445" y="3317987"/>
            <a:ext cx="1063847" cy="243895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1B3A6B"/>
            </a:solidFill>
            <a:prstDash val="solid"/>
          </a:ln>
          <a:effectLst>
            <a:outerShdw blurRad="63500" dist="19050" dir="5400000" algn="bl" rotWithShape="0">
              <a:srgbClr val="000000">
                <a:alpha val="10000"/>
              </a:srgbClr>
            </a:outerShdw>
          </a:effectLst>
        </p:spPr>
        <p:txBody>
          <a:bodyPr anchor="ctr"/>
          <a:lstStyle/>
          <a:p>
            <a:pPr algn="ctr"/>
            <a:r>
              <a:rPr lang="en-ID" sz="800" dirty="0"/>
              <a:t>Read</a:t>
            </a: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4EA64F5D-0584-EADB-260D-694F9B4C3FC1}"/>
              </a:ext>
            </a:extLst>
          </p:cNvPr>
          <p:cNvCxnSpPr>
            <a:cxnSpLocks/>
            <a:stCxn id="112" idx="2"/>
            <a:endCxn id="26" idx="0"/>
          </p:cNvCxnSpPr>
          <p:nvPr/>
        </p:nvCxnSpPr>
        <p:spPr>
          <a:xfrm>
            <a:off x="1801259" y="3193357"/>
            <a:ext cx="3110" cy="12463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Shape 6">
            <a:extLst>
              <a:ext uri="{FF2B5EF4-FFF2-40B4-BE49-F238E27FC236}">
                <a16:creationId xmlns:a16="http://schemas.microsoft.com/office/drawing/2014/main" id="{498116F2-3D76-04C4-37F0-AC799E548536}"/>
              </a:ext>
            </a:extLst>
          </p:cNvPr>
          <p:cNvSpPr/>
          <p:nvPr/>
        </p:nvSpPr>
        <p:spPr>
          <a:xfrm>
            <a:off x="3885241" y="1817631"/>
            <a:ext cx="1063847" cy="243895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1B3A6B"/>
            </a:solidFill>
            <a:prstDash val="solid"/>
          </a:ln>
          <a:effectLst>
            <a:outerShdw blurRad="63500" dist="19050" dir="5400000" algn="bl" rotWithShape="0">
              <a:srgbClr val="000000">
                <a:alpha val="10000"/>
              </a:srgbClr>
            </a:outerShdw>
          </a:effectLst>
        </p:spPr>
        <p:txBody>
          <a:bodyPr anchor="ctr"/>
          <a:lstStyle/>
          <a:p>
            <a:pPr algn="ctr"/>
            <a:r>
              <a:rPr lang="en-ID" sz="800" dirty="0"/>
              <a:t>Write</a:t>
            </a:r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52E065AE-0D74-0EDE-B1B0-F864EB0D517C}"/>
              </a:ext>
            </a:extLst>
          </p:cNvPr>
          <p:cNvCxnSpPr>
            <a:cxnSpLocks/>
            <a:stCxn id="31" idx="2"/>
            <a:endCxn id="117" idx="1"/>
          </p:cNvCxnSpPr>
          <p:nvPr/>
        </p:nvCxnSpPr>
        <p:spPr>
          <a:xfrm flipH="1">
            <a:off x="4417164" y="2061526"/>
            <a:ext cx="1" cy="18987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1265D3FF-7888-AAF2-08A8-0507098B8B06}"/>
              </a:ext>
            </a:extLst>
          </p:cNvPr>
          <p:cNvCxnSpPr>
            <a:cxnSpLocks/>
            <a:stCxn id="118" idx="2"/>
            <a:endCxn id="125" idx="0"/>
          </p:cNvCxnSpPr>
          <p:nvPr/>
        </p:nvCxnSpPr>
        <p:spPr>
          <a:xfrm flipH="1">
            <a:off x="4417164" y="2714743"/>
            <a:ext cx="1" cy="14052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Shape 6">
            <a:extLst>
              <a:ext uri="{FF2B5EF4-FFF2-40B4-BE49-F238E27FC236}">
                <a16:creationId xmlns:a16="http://schemas.microsoft.com/office/drawing/2014/main" id="{B4E4F838-9322-79B0-56E3-CF7EF56AB3DC}"/>
              </a:ext>
            </a:extLst>
          </p:cNvPr>
          <p:cNvSpPr/>
          <p:nvPr/>
        </p:nvSpPr>
        <p:spPr>
          <a:xfrm>
            <a:off x="1261417" y="3719861"/>
            <a:ext cx="1063847" cy="243895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1B3A6B"/>
            </a:solidFill>
            <a:prstDash val="solid"/>
          </a:ln>
          <a:effectLst>
            <a:outerShdw blurRad="63500" dist="19050" dir="5400000" algn="bl" rotWithShape="0">
              <a:srgbClr val="000000">
                <a:alpha val="10000"/>
              </a:srgbClr>
            </a:outerShdw>
          </a:effectLst>
        </p:spPr>
        <p:txBody>
          <a:bodyPr anchor="ctr"/>
          <a:lstStyle/>
          <a:p>
            <a:pPr algn="ctr"/>
            <a:r>
              <a:rPr lang="en-ID" sz="800" dirty="0"/>
              <a:t>Grouping Data</a:t>
            </a:r>
          </a:p>
        </p:txBody>
      </p:sp>
      <p:sp>
        <p:nvSpPr>
          <p:cNvPr id="43" name="Shape 6">
            <a:extLst>
              <a:ext uri="{FF2B5EF4-FFF2-40B4-BE49-F238E27FC236}">
                <a16:creationId xmlns:a16="http://schemas.microsoft.com/office/drawing/2014/main" id="{86EA493D-A547-AE7C-A882-B3078267A217}"/>
              </a:ext>
            </a:extLst>
          </p:cNvPr>
          <p:cNvSpPr/>
          <p:nvPr/>
        </p:nvSpPr>
        <p:spPr>
          <a:xfrm>
            <a:off x="470107" y="3785435"/>
            <a:ext cx="991870" cy="248232"/>
          </a:xfrm>
          <a:prstGeom prst="roundRect">
            <a:avLst>
              <a:gd name="adj" fmla="val 14286"/>
            </a:avLst>
          </a:prstGeom>
          <a:noFill/>
          <a:ln w="19050">
            <a:noFill/>
            <a:prstDash val="solid"/>
          </a:ln>
          <a:effectLst>
            <a:outerShdw blurRad="63500" dist="19050" dir="5400000" algn="bl" rotWithShape="0">
              <a:srgbClr val="000000">
                <a:alpha val="10000"/>
              </a:srgbClr>
            </a:outerShdw>
          </a:effectLst>
        </p:spPr>
        <p:txBody>
          <a:bodyPr anchor="ctr"/>
          <a:lstStyle/>
          <a:p>
            <a:pPr algn="ctr"/>
            <a:r>
              <a:rPr lang="en-US" sz="800" dirty="0">
                <a:solidFill>
                  <a:srgbClr val="002060"/>
                </a:solidFill>
              </a:rPr>
              <a:t>1.Supplier</a:t>
            </a:r>
          </a:p>
          <a:p>
            <a:pPr algn="ctr"/>
            <a:r>
              <a:rPr lang="en-US" sz="800" dirty="0">
                <a:solidFill>
                  <a:srgbClr val="002060"/>
                </a:solidFill>
              </a:rPr>
              <a:t>2. </a:t>
            </a:r>
            <a:r>
              <a:rPr lang="en-US" sz="800" dirty="0" err="1">
                <a:solidFill>
                  <a:srgbClr val="002060"/>
                </a:solidFill>
              </a:rPr>
              <a:t>S.Plant</a:t>
            </a:r>
            <a:endParaRPr lang="en-US" sz="800" dirty="0">
              <a:solidFill>
                <a:srgbClr val="002060"/>
              </a:solidFill>
            </a:endParaRPr>
          </a:p>
          <a:p>
            <a:pPr algn="ctr"/>
            <a:r>
              <a:rPr lang="en-US" sz="800" dirty="0">
                <a:solidFill>
                  <a:srgbClr val="002060"/>
                </a:solidFill>
              </a:rPr>
              <a:t>3. </a:t>
            </a:r>
            <a:r>
              <a:rPr lang="en-US" sz="800" dirty="0" err="1">
                <a:solidFill>
                  <a:srgbClr val="002060"/>
                </a:solidFill>
              </a:rPr>
              <a:t>S.Dock</a:t>
            </a:r>
            <a:endParaRPr lang="en-US" sz="800" dirty="0">
              <a:solidFill>
                <a:srgbClr val="002060"/>
              </a:solidFill>
            </a:endParaRPr>
          </a:p>
          <a:p>
            <a:pPr algn="ctr"/>
            <a:r>
              <a:rPr lang="en-US" sz="800" dirty="0">
                <a:solidFill>
                  <a:srgbClr val="002060"/>
                </a:solidFill>
              </a:rPr>
              <a:t>4. MROS</a:t>
            </a:r>
            <a:endParaRPr lang="en-ID" sz="800" dirty="0">
              <a:solidFill>
                <a:srgbClr val="002060"/>
              </a:solidFill>
            </a:endParaRPr>
          </a:p>
        </p:txBody>
      </p:sp>
      <p:sp>
        <p:nvSpPr>
          <p:cNvPr id="44" name="Shape 6">
            <a:extLst>
              <a:ext uri="{FF2B5EF4-FFF2-40B4-BE49-F238E27FC236}">
                <a16:creationId xmlns:a16="http://schemas.microsoft.com/office/drawing/2014/main" id="{D47AD6D2-CEE3-455B-3CCB-D7518BA0BC01}"/>
              </a:ext>
            </a:extLst>
          </p:cNvPr>
          <p:cNvSpPr/>
          <p:nvPr/>
        </p:nvSpPr>
        <p:spPr>
          <a:xfrm>
            <a:off x="1258131" y="4096303"/>
            <a:ext cx="1063847" cy="243895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1B3A6B"/>
            </a:solidFill>
            <a:prstDash val="solid"/>
          </a:ln>
          <a:effectLst>
            <a:outerShdw blurRad="63500" dist="19050" dir="5400000" algn="bl" rotWithShape="0">
              <a:srgbClr val="000000">
                <a:alpha val="10000"/>
              </a:srgbClr>
            </a:outerShdw>
          </a:effectLst>
        </p:spPr>
        <p:txBody>
          <a:bodyPr anchor="ctr"/>
          <a:lstStyle/>
          <a:p>
            <a:pPr algn="ctr"/>
            <a:r>
              <a:rPr lang="en-ID" sz="800" dirty="0"/>
              <a:t>Join/ match Data</a:t>
            </a:r>
          </a:p>
        </p:txBody>
      </p: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6F9488FC-31A8-416F-706F-645DC95316A1}"/>
              </a:ext>
            </a:extLst>
          </p:cNvPr>
          <p:cNvCxnSpPr>
            <a:cxnSpLocks/>
            <a:stCxn id="42" idx="2"/>
            <a:endCxn id="44" idx="0"/>
          </p:cNvCxnSpPr>
          <p:nvPr/>
        </p:nvCxnSpPr>
        <p:spPr>
          <a:xfrm flipH="1">
            <a:off x="1790055" y="3963756"/>
            <a:ext cx="3286" cy="13254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CB18CEC1-DBBC-BA4E-D44F-31C3A4292B04}"/>
              </a:ext>
            </a:extLst>
          </p:cNvPr>
          <p:cNvCxnSpPr>
            <a:cxnSpLocks/>
            <a:stCxn id="167" idx="0"/>
            <a:endCxn id="251" idx="2"/>
          </p:cNvCxnSpPr>
          <p:nvPr/>
        </p:nvCxnSpPr>
        <p:spPr>
          <a:xfrm flipH="1" flipV="1">
            <a:off x="5193847" y="5782536"/>
            <a:ext cx="1444" cy="17175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Shape 6">
            <a:extLst>
              <a:ext uri="{FF2B5EF4-FFF2-40B4-BE49-F238E27FC236}">
                <a16:creationId xmlns:a16="http://schemas.microsoft.com/office/drawing/2014/main" id="{7F6701A0-CB5F-5668-A8AB-A6DD4AD6C4F3}"/>
              </a:ext>
            </a:extLst>
          </p:cNvPr>
          <p:cNvSpPr/>
          <p:nvPr/>
        </p:nvSpPr>
        <p:spPr>
          <a:xfrm>
            <a:off x="8854389" y="926600"/>
            <a:ext cx="1063847" cy="243895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1B3A6B"/>
            </a:solidFill>
            <a:prstDash val="solid"/>
          </a:ln>
          <a:effectLst>
            <a:outerShdw blurRad="63500" dist="19050" dir="5400000" algn="bl" rotWithShape="0">
              <a:srgbClr val="000000">
                <a:alpha val="10000"/>
              </a:srgbClr>
            </a:outerShdw>
          </a:effectLst>
        </p:spPr>
        <p:txBody>
          <a:bodyPr anchor="ctr"/>
          <a:lstStyle/>
          <a:p>
            <a:pPr algn="ctr"/>
            <a:r>
              <a:rPr lang="en-US" sz="800" dirty="0"/>
              <a:t>Setting Countdown</a:t>
            </a:r>
            <a:endParaRPr lang="en-ID" sz="800" dirty="0"/>
          </a:p>
        </p:txBody>
      </p:sp>
      <p:sp>
        <p:nvSpPr>
          <p:cNvPr id="60" name="Shape 6">
            <a:extLst>
              <a:ext uri="{FF2B5EF4-FFF2-40B4-BE49-F238E27FC236}">
                <a16:creationId xmlns:a16="http://schemas.microsoft.com/office/drawing/2014/main" id="{804A4D62-3A3E-60F3-A850-405B05649EEB}"/>
              </a:ext>
            </a:extLst>
          </p:cNvPr>
          <p:cNvSpPr/>
          <p:nvPr/>
        </p:nvSpPr>
        <p:spPr>
          <a:xfrm>
            <a:off x="2345383" y="4135872"/>
            <a:ext cx="1609158" cy="330723"/>
          </a:xfrm>
          <a:prstGeom prst="roundRect">
            <a:avLst>
              <a:gd name="adj" fmla="val 14286"/>
            </a:avLst>
          </a:prstGeom>
          <a:noFill/>
          <a:ln w="19050">
            <a:noFill/>
            <a:prstDash val="solid"/>
          </a:ln>
          <a:effectLst>
            <a:outerShdw blurRad="63500" dist="19050" dir="5400000" algn="bl" rotWithShape="0">
              <a:srgbClr val="000000">
                <a:alpha val="10000"/>
              </a:srgbClr>
            </a:outerShdw>
          </a:effectLst>
        </p:spPr>
        <p:txBody>
          <a:bodyPr anchor="ctr"/>
          <a:lstStyle/>
          <a:p>
            <a:r>
              <a:rPr lang="en-US" sz="800" dirty="0"/>
              <a:t>Key : Part No &amp; </a:t>
            </a:r>
            <a:r>
              <a:rPr lang="en-US" sz="800" dirty="0" err="1"/>
              <a:t>Uniq</a:t>
            </a:r>
            <a:r>
              <a:rPr lang="en-US" sz="800" dirty="0"/>
              <a:t> No</a:t>
            </a:r>
            <a:endParaRPr lang="en-ID" sz="800" dirty="0"/>
          </a:p>
        </p:txBody>
      </p:sp>
      <p:sp>
        <p:nvSpPr>
          <p:cNvPr id="63" name="Shape 6">
            <a:extLst>
              <a:ext uri="{FF2B5EF4-FFF2-40B4-BE49-F238E27FC236}">
                <a16:creationId xmlns:a16="http://schemas.microsoft.com/office/drawing/2014/main" id="{EAA5631F-DCA8-800B-3D93-6842F9B314F2}"/>
              </a:ext>
            </a:extLst>
          </p:cNvPr>
          <p:cNvSpPr/>
          <p:nvPr/>
        </p:nvSpPr>
        <p:spPr>
          <a:xfrm>
            <a:off x="2973622" y="5369368"/>
            <a:ext cx="1063847" cy="243895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1B3A6B"/>
            </a:solidFill>
            <a:prstDash val="solid"/>
          </a:ln>
          <a:effectLst>
            <a:outerShdw blurRad="63500" dist="19050" dir="5400000" algn="bl" rotWithShape="0">
              <a:srgbClr val="000000">
                <a:alpha val="10000"/>
              </a:srgbClr>
            </a:outerShdw>
          </a:effectLst>
        </p:spPr>
        <p:txBody>
          <a:bodyPr anchor="ctr"/>
          <a:lstStyle/>
          <a:p>
            <a:pPr algn="ctr"/>
            <a:r>
              <a:rPr lang="sv-SE" sz="800" dirty="0"/>
              <a:t>Hitung Rasio Skid</a:t>
            </a:r>
            <a:endParaRPr lang="en-ID" sz="800" dirty="0"/>
          </a:p>
        </p:txBody>
      </p:sp>
      <p:sp>
        <p:nvSpPr>
          <p:cNvPr id="67" name="Shape 6">
            <a:extLst>
              <a:ext uri="{FF2B5EF4-FFF2-40B4-BE49-F238E27FC236}">
                <a16:creationId xmlns:a16="http://schemas.microsoft.com/office/drawing/2014/main" id="{F3B96515-295E-8FC7-7E11-D8BB63CDE3C8}"/>
              </a:ext>
            </a:extLst>
          </p:cNvPr>
          <p:cNvSpPr/>
          <p:nvPr/>
        </p:nvSpPr>
        <p:spPr>
          <a:xfrm>
            <a:off x="3450235" y="4794978"/>
            <a:ext cx="1156376" cy="412199"/>
          </a:xfrm>
          <a:prstGeom prst="roundRect">
            <a:avLst>
              <a:gd name="adj" fmla="val 14286"/>
            </a:avLst>
          </a:prstGeom>
          <a:noFill/>
          <a:ln w="19050">
            <a:noFill/>
            <a:prstDash val="solid"/>
          </a:ln>
          <a:effectLst>
            <a:outerShdw blurRad="63500" dist="19050" dir="5400000" algn="bl" rotWithShape="0">
              <a:srgbClr val="000000">
                <a:alpha val="10000"/>
              </a:srgbClr>
            </a:outerShdw>
          </a:effectLst>
        </p:spPr>
        <p:txBody>
          <a:bodyPr anchor="ctr"/>
          <a:lstStyle/>
          <a:p>
            <a:r>
              <a:rPr lang="en-US" sz="800" dirty="0"/>
              <a:t>Order Plan Quantity(Lot)</a:t>
            </a:r>
          </a:p>
          <a:p>
            <a:r>
              <a:rPr lang="en-US" sz="800" dirty="0"/>
              <a:t> x </a:t>
            </a:r>
          </a:p>
          <a:p>
            <a:r>
              <a:rPr lang="en-US" sz="800" dirty="0"/>
              <a:t>Volume Box m3</a:t>
            </a:r>
            <a:endParaRPr lang="en-ID" sz="800" dirty="0"/>
          </a:p>
        </p:txBody>
      </p:sp>
      <p:sp>
        <p:nvSpPr>
          <p:cNvPr id="74" name="Shape 6">
            <a:extLst>
              <a:ext uri="{FF2B5EF4-FFF2-40B4-BE49-F238E27FC236}">
                <a16:creationId xmlns:a16="http://schemas.microsoft.com/office/drawing/2014/main" id="{72421AE8-B503-DD3C-65F3-0DC50D26C791}"/>
              </a:ext>
            </a:extLst>
          </p:cNvPr>
          <p:cNvSpPr/>
          <p:nvPr/>
        </p:nvSpPr>
        <p:spPr>
          <a:xfrm>
            <a:off x="2555701" y="5512377"/>
            <a:ext cx="987846" cy="412199"/>
          </a:xfrm>
          <a:prstGeom prst="roundRect">
            <a:avLst>
              <a:gd name="adj" fmla="val 14286"/>
            </a:avLst>
          </a:prstGeom>
          <a:noFill/>
          <a:ln w="19050">
            <a:noFill/>
            <a:prstDash val="solid"/>
          </a:ln>
          <a:effectLst>
            <a:outerShdw blurRad="63500" dist="19050" dir="5400000" algn="bl" rotWithShape="0">
              <a:srgbClr val="000000">
                <a:alpha val="10000"/>
              </a:srgbClr>
            </a:outerShdw>
          </a:effectLst>
        </p:spPr>
        <p:txBody>
          <a:bodyPr anchor="ctr"/>
          <a:lstStyle/>
          <a:p>
            <a:r>
              <a:rPr lang="en-US" sz="800" dirty="0" err="1"/>
              <a:t>Pembulatan</a:t>
            </a:r>
            <a:r>
              <a:rPr lang="en-US" sz="800" dirty="0"/>
              <a:t> &lt; 0,5</a:t>
            </a:r>
          </a:p>
          <a:p>
            <a:r>
              <a:rPr lang="en-US" sz="800" dirty="0" err="1">
                <a:solidFill>
                  <a:srgbClr val="002060"/>
                </a:solidFill>
              </a:rPr>
              <a:t>keatas</a:t>
            </a:r>
            <a:endParaRPr lang="en-ID" sz="800" dirty="0">
              <a:solidFill>
                <a:srgbClr val="002060"/>
              </a:solidFill>
            </a:endParaRPr>
          </a:p>
        </p:txBody>
      </p:sp>
      <p:sp>
        <p:nvSpPr>
          <p:cNvPr id="76" name="Shape 6">
            <a:extLst>
              <a:ext uri="{FF2B5EF4-FFF2-40B4-BE49-F238E27FC236}">
                <a16:creationId xmlns:a16="http://schemas.microsoft.com/office/drawing/2014/main" id="{3F3B9234-38F5-1CA9-7E65-BDB7608F5C20}"/>
              </a:ext>
            </a:extLst>
          </p:cNvPr>
          <p:cNvSpPr/>
          <p:nvPr/>
        </p:nvSpPr>
        <p:spPr>
          <a:xfrm>
            <a:off x="3496596" y="6086705"/>
            <a:ext cx="987846" cy="412199"/>
          </a:xfrm>
          <a:prstGeom prst="roundRect">
            <a:avLst>
              <a:gd name="adj" fmla="val 14286"/>
            </a:avLst>
          </a:prstGeom>
          <a:noFill/>
          <a:ln w="19050">
            <a:noFill/>
            <a:prstDash val="solid"/>
          </a:ln>
          <a:effectLst>
            <a:outerShdw blurRad="63500" dist="19050" dir="5400000" algn="bl" rotWithShape="0">
              <a:srgbClr val="000000">
                <a:alpha val="10000"/>
              </a:srgbClr>
            </a:outerShdw>
          </a:effectLst>
        </p:spPr>
        <p:txBody>
          <a:bodyPr anchor="ctr"/>
          <a:lstStyle/>
          <a:p>
            <a:r>
              <a:rPr lang="en-US" sz="800" dirty="0">
                <a:solidFill>
                  <a:srgbClr val="002060"/>
                </a:solidFill>
              </a:rPr>
              <a:t>Data Skid Level</a:t>
            </a:r>
            <a:endParaRPr lang="en-ID" sz="800" dirty="0">
              <a:solidFill>
                <a:srgbClr val="002060"/>
              </a:solidFill>
            </a:endParaRPr>
          </a:p>
        </p:txBody>
      </p:sp>
      <p:sp>
        <p:nvSpPr>
          <p:cNvPr id="78" name="Shape 6">
            <a:extLst>
              <a:ext uri="{FF2B5EF4-FFF2-40B4-BE49-F238E27FC236}">
                <a16:creationId xmlns:a16="http://schemas.microsoft.com/office/drawing/2014/main" id="{BCAA2BBA-BD23-A4AB-2E01-A9E104BCAB92}"/>
              </a:ext>
            </a:extLst>
          </p:cNvPr>
          <p:cNvSpPr/>
          <p:nvPr/>
        </p:nvSpPr>
        <p:spPr>
          <a:xfrm>
            <a:off x="6221839" y="2234516"/>
            <a:ext cx="1063847" cy="243895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1B3A6B"/>
            </a:solidFill>
            <a:prstDash val="solid"/>
          </a:ln>
          <a:effectLst>
            <a:outerShdw blurRad="63500" dist="19050" dir="5400000" algn="bl" rotWithShape="0">
              <a:srgbClr val="000000">
                <a:alpha val="10000"/>
              </a:srgbClr>
            </a:outerShdw>
          </a:effectLst>
        </p:spPr>
        <p:txBody>
          <a:bodyPr anchor="ctr"/>
          <a:lstStyle/>
          <a:p>
            <a:pPr algn="ctr"/>
            <a:r>
              <a:rPr lang="en-ID" sz="800" dirty="0"/>
              <a:t>Write</a:t>
            </a:r>
          </a:p>
        </p:txBody>
      </p:sp>
      <p:cxnSp>
        <p:nvCxnSpPr>
          <p:cNvPr id="82" name="Straight Arrow Connector 81">
            <a:extLst>
              <a:ext uri="{FF2B5EF4-FFF2-40B4-BE49-F238E27FC236}">
                <a16:creationId xmlns:a16="http://schemas.microsoft.com/office/drawing/2014/main" id="{D032F529-BBE1-F476-56C8-F3A487F85DE9}"/>
              </a:ext>
            </a:extLst>
          </p:cNvPr>
          <p:cNvCxnSpPr>
            <a:cxnSpLocks/>
            <a:stCxn id="78" idx="2"/>
            <a:endCxn id="234" idx="1"/>
          </p:cNvCxnSpPr>
          <p:nvPr/>
        </p:nvCxnSpPr>
        <p:spPr>
          <a:xfrm>
            <a:off x="6753763" y="2478411"/>
            <a:ext cx="1" cy="16571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7" name="Shape 6">
            <a:extLst>
              <a:ext uri="{FF2B5EF4-FFF2-40B4-BE49-F238E27FC236}">
                <a16:creationId xmlns:a16="http://schemas.microsoft.com/office/drawing/2014/main" id="{B144CB5B-075C-1FFC-03D4-CC756A4C95BD}"/>
              </a:ext>
            </a:extLst>
          </p:cNvPr>
          <p:cNvSpPr/>
          <p:nvPr/>
        </p:nvSpPr>
        <p:spPr>
          <a:xfrm>
            <a:off x="4663367" y="4873679"/>
            <a:ext cx="1063847" cy="243895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1B3A6B"/>
            </a:solidFill>
            <a:prstDash val="solid"/>
          </a:ln>
          <a:effectLst>
            <a:outerShdw blurRad="63500" dist="19050" dir="5400000" algn="bl" rotWithShape="0">
              <a:srgbClr val="000000">
                <a:alpha val="10000"/>
              </a:srgbClr>
            </a:outerShdw>
          </a:effectLst>
        </p:spPr>
        <p:txBody>
          <a:bodyPr anchor="ctr"/>
          <a:lstStyle/>
          <a:p>
            <a:pPr algn="ctr"/>
            <a:r>
              <a:rPr lang="en-US" sz="800" dirty="0"/>
              <a:t>Read</a:t>
            </a:r>
            <a:endParaRPr lang="en-ID" sz="800" dirty="0"/>
          </a:p>
        </p:txBody>
      </p:sp>
      <p:cxnSp>
        <p:nvCxnSpPr>
          <p:cNvPr id="88" name="Straight Arrow Connector 87">
            <a:extLst>
              <a:ext uri="{FF2B5EF4-FFF2-40B4-BE49-F238E27FC236}">
                <a16:creationId xmlns:a16="http://schemas.microsoft.com/office/drawing/2014/main" id="{CBE3719F-78B5-8A14-4B1B-A2A14A52F684}"/>
              </a:ext>
            </a:extLst>
          </p:cNvPr>
          <p:cNvCxnSpPr>
            <a:cxnSpLocks/>
            <a:stCxn id="250" idx="1"/>
            <a:endCxn id="87" idx="2"/>
          </p:cNvCxnSpPr>
          <p:nvPr/>
        </p:nvCxnSpPr>
        <p:spPr>
          <a:xfrm flipV="1">
            <a:off x="5193846" y="5117574"/>
            <a:ext cx="1445" cy="18205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2" name="Shape 6">
            <a:extLst>
              <a:ext uri="{FF2B5EF4-FFF2-40B4-BE49-F238E27FC236}">
                <a16:creationId xmlns:a16="http://schemas.microsoft.com/office/drawing/2014/main" id="{7ED1A488-C5A7-EB24-D2D3-6227756EAB7B}"/>
              </a:ext>
            </a:extLst>
          </p:cNvPr>
          <p:cNvSpPr/>
          <p:nvPr/>
        </p:nvSpPr>
        <p:spPr>
          <a:xfrm>
            <a:off x="6221838" y="3254637"/>
            <a:ext cx="1063847" cy="243895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1B3A6B"/>
            </a:solidFill>
            <a:prstDash val="solid"/>
          </a:ln>
          <a:effectLst>
            <a:outerShdw blurRad="63500" dist="19050" dir="5400000" algn="bl" rotWithShape="0">
              <a:srgbClr val="000000">
                <a:alpha val="10000"/>
              </a:srgbClr>
            </a:outerShdw>
          </a:effectLst>
        </p:spPr>
        <p:txBody>
          <a:bodyPr anchor="ctr"/>
          <a:lstStyle/>
          <a:p>
            <a:pPr algn="ctr"/>
            <a:r>
              <a:rPr lang="en-US" sz="800" dirty="0"/>
              <a:t>Read</a:t>
            </a:r>
            <a:endParaRPr lang="en-ID" sz="800" dirty="0"/>
          </a:p>
        </p:txBody>
      </p:sp>
      <p:cxnSp>
        <p:nvCxnSpPr>
          <p:cNvPr id="93" name="Straight Arrow Connector 92">
            <a:extLst>
              <a:ext uri="{FF2B5EF4-FFF2-40B4-BE49-F238E27FC236}">
                <a16:creationId xmlns:a16="http://schemas.microsoft.com/office/drawing/2014/main" id="{4205B2EB-16B5-F91E-C465-78FE9140079A}"/>
              </a:ext>
            </a:extLst>
          </p:cNvPr>
          <p:cNvCxnSpPr>
            <a:cxnSpLocks/>
            <a:stCxn id="235" idx="2"/>
            <a:endCxn id="92" idx="0"/>
          </p:cNvCxnSpPr>
          <p:nvPr/>
        </p:nvCxnSpPr>
        <p:spPr>
          <a:xfrm flipH="1">
            <a:off x="6753762" y="3107468"/>
            <a:ext cx="3" cy="14716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7" name="Shape 6">
            <a:extLst>
              <a:ext uri="{FF2B5EF4-FFF2-40B4-BE49-F238E27FC236}">
                <a16:creationId xmlns:a16="http://schemas.microsoft.com/office/drawing/2014/main" id="{208B29BE-F3D8-E7E7-C8A9-BAC1B483DCAE}"/>
              </a:ext>
            </a:extLst>
          </p:cNvPr>
          <p:cNvSpPr/>
          <p:nvPr/>
        </p:nvSpPr>
        <p:spPr>
          <a:xfrm>
            <a:off x="4665090" y="4180251"/>
            <a:ext cx="1063847" cy="243895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1B3A6B"/>
            </a:solidFill>
            <a:prstDash val="solid"/>
          </a:ln>
          <a:effectLst>
            <a:outerShdw blurRad="63500" dist="19050" dir="5400000" algn="bl" rotWithShape="0">
              <a:srgbClr val="000000">
                <a:alpha val="10000"/>
              </a:srgbClr>
            </a:outerShdw>
          </a:effectLst>
        </p:spPr>
        <p:txBody>
          <a:bodyPr anchor="ctr"/>
          <a:lstStyle/>
          <a:p>
            <a:pPr algn="ctr"/>
            <a:r>
              <a:rPr lang="en-US" sz="800" i="1" dirty="0" err="1"/>
              <a:t>Pengurutan</a:t>
            </a:r>
            <a:endParaRPr lang="en-ID" sz="800" dirty="0"/>
          </a:p>
        </p:txBody>
      </p:sp>
      <p:cxnSp>
        <p:nvCxnSpPr>
          <p:cNvPr id="100" name="Straight Arrow Connector 99">
            <a:extLst>
              <a:ext uri="{FF2B5EF4-FFF2-40B4-BE49-F238E27FC236}">
                <a16:creationId xmlns:a16="http://schemas.microsoft.com/office/drawing/2014/main" id="{08094861-D529-2C51-7F52-CC6E8819857E}"/>
              </a:ext>
            </a:extLst>
          </p:cNvPr>
          <p:cNvCxnSpPr>
            <a:cxnSpLocks/>
            <a:stCxn id="87" idx="0"/>
            <a:endCxn id="211" idx="2"/>
          </p:cNvCxnSpPr>
          <p:nvPr/>
        </p:nvCxnSpPr>
        <p:spPr>
          <a:xfrm flipV="1">
            <a:off x="5195291" y="4778076"/>
            <a:ext cx="0" cy="9560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Straight Arrow Connector 105">
            <a:extLst>
              <a:ext uri="{FF2B5EF4-FFF2-40B4-BE49-F238E27FC236}">
                <a16:creationId xmlns:a16="http://schemas.microsoft.com/office/drawing/2014/main" id="{E22D2AAF-41C2-6FBC-8341-87B8313F3BF8}"/>
              </a:ext>
            </a:extLst>
          </p:cNvPr>
          <p:cNvCxnSpPr>
            <a:cxnSpLocks/>
            <a:stCxn id="211" idx="0"/>
            <a:endCxn id="97" idx="2"/>
          </p:cNvCxnSpPr>
          <p:nvPr/>
        </p:nvCxnSpPr>
        <p:spPr>
          <a:xfrm flipV="1">
            <a:off x="5195291" y="4424146"/>
            <a:ext cx="1723" cy="11003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0" name="Shape 6">
            <a:extLst>
              <a:ext uri="{FF2B5EF4-FFF2-40B4-BE49-F238E27FC236}">
                <a16:creationId xmlns:a16="http://schemas.microsoft.com/office/drawing/2014/main" id="{241FF258-1FA6-1874-6BAF-A7800D6E6A5B}"/>
              </a:ext>
            </a:extLst>
          </p:cNvPr>
          <p:cNvSpPr/>
          <p:nvPr/>
        </p:nvSpPr>
        <p:spPr>
          <a:xfrm>
            <a:off x="5654766" y="4466745"/>
            <a:ext cx="987846" cy="412199"/>
          </a:xfrm>
          <a:prstGeom prst="roundRect">
            <a:avLst>
              <a:gd name="adj" fmla="val 14286"/>
            </a:avLst>
          </a:prstGeom>
          <a:noFill/>
          <a:ln w="19050">
            <a:noFill/>
            <a:prstDash val="solid"/>
          </a:ln>
          <a:effectLst>
            <a:outerShdw blurRad="63500" dist="19050" dir="5400000" algn="bl" rotWithShape="0">
              <a:srgbClr val="000000">
                <a:alpha val="10000"/>
              </a:srgbClr>
            </a:outerShdw>
          </a:effectLst>
        </p:spPr>
        <p:txBody>
          <a:bodyPr anchor="ctr"/>
          <a:lstStyle/>
          <a:p>
            <a:r>
              <a:rPr lang="en-US" sz="800" dirty="0"/>
              <a:t>MROS</a:t>
            </a:r>
            <a:endParaRPr lang="en-ID" sz="800" dirty="0"/>
          </a:p>
        </p:txBody>
      </p:sp>
      <p:sp>
        <p:nvSpPr>
          <p:cNvPr id="111" name="Shape 6">
            <a:extLst>
              <a:ext uri="{FF2B5EF4-FFF2-40B4-BE49-F238E27FC236}">
                <a16:creationId xmlns:a16="http://schemas.microsoft.com/office/drawing/2014/main" id="{D993C51D-849A-D6CB-5948-82CBD8EFE4D3}"/>
              </a:ext>
            </a:extLst>
          </p:cNvPr>
          <p:cNvSpPr/>
          <p:nvPr/>
        </p:nvSpPr>
        <p:spPr>
          <a:xfrm>
            <a:off x="5670773" y="4118532"/>
            <a:ext cx="987846" cy="412199"/>
          </a:xfrm>
          <a:prstGeom prst="roundRect">
            <a:avLst>
              <a:gd name="adj" fmla="val 14286"/>
            </a:avLst>
          </a:prstGeom>
          <a:noFill/>
          <a:ln w="19050">
            <a:noFill/>
            <a:prstDash val="solid"/>
          </a:ln>
          <a:effectLst>
            <a:outerShdw blurRad="63500" dist="19050" dir="5400000" algn="bl" rotWithShape="0">
              <a:srgbClr val="000000">
                <a:alpha val="10000"/>
              </a:srgbClr>
            </a:outerShdw>
          </a:effectLst>
        </p:spPr>
        <p:txBody>
          <a:bodyPr anchor="ctr"/>
          <a:lstStyle/>
          <a:p>
            <a:r>
              <a:rPr lang="en-US" sz="800" dirty="0"/>
              <a:t>1st Cross Dock Arrival Date &amp; Time</a:t>
            </a:r>
            <a:endParaRPr lang="en-ID" sz="800" dirty="0"/>
          </a:p>
        </p:txBody>
      </p:sp>
      <p:sp>
        <p:nvSpPr>
          <p:cNvPr id="114" name="Shape 6">
            <a:extLst>
              <a:ext uri="{FF2B5EF4-FFF2-40B4-BE49-F238E27FC236}">
                <a16:creationId xmlns:a16="http://schemas.microsoft.com/office/drawing/2014/main" id="{990B6063-FE0F-E5A4-57AF-B88F20DF504B}"/>
              </a:ext>
            </a:extLst>
          </p:cNvPr>
          <p:cNvSpPr/>
          <p:nvPr/>
        </p:nvSpPr>
        <p:spPr>
          <a:xfrm>
            <a:off x="4659142" y="3838709"/>
            <a:ext cx="1063847" cy="243895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1B3A6B"/>
            </a:solidFill>
            <a:prstDash val="solid"/>
          </a:ln>
          <a:effectLst>
            <a:outerShdw blurRad="63500" dist="19050" dir="5400000" algn="bl" rotWithShape="0">
              <a:srgbClr val="000000">
                <a:alpha val="10000"/>
              </a:srgbClr>
            </a:outerShdw>
          </a:effectLst>
        </p:spPr>
        <p:txBody>
          <a:bodyPr anchor="ctr"/>
          <a:lstStyle/>
          <a:p>
            <a:pPr algn="ctr"/>
            <a:r>
              <a:rPr lang="en-ID" sz="800" dirty="0"/>
              <a:t>Grouping skid (4m)</a:t>
            </a:r>
          </a:p>
        </p:txBody>
      </p:sp>
      <p:cxnSp>
        <p:nvCxnSpPr>
          <p:cNvPr id="115" name="Straight Arrow Connector 114">
            <a:extLst>
              <a:ext uri="{FF2B5EF4-FFF2-40B4-BE49-F238E27FC236}">
                <a16:creationId xmlns:a16="http://schemas.microsoft.com/office/drawing/2014/main" id="{9FE77135-BBFD-E5EB-65C3-D28F0514CDE7}"/>
              </a:ext>
            </a:extLst>
          </p:cNvPr>
          <p:cNvCxnSpPr>
            <a:cxnSpLocks/>
            <a:stCxn id="97" idx="0"/>
            <a:endCxn id="114" idx="2"/>
          </p:cNvCxnSpPr>
          <p:nvPr/>
        </p:nvCxnSpPr>
        <p:spPr>
          <a:xfrm flipH="1" flipV="1">
            <a:off x="5191066" y="4082604"/>
            <a:ext cx="5948" cy="9764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8" name="Shape 6">
            <a:extLst>
              <a:ext uri="{FF2B5EF4-FFF2-40B4-BE49-F238E27FC236}">
                <a16:creationId xmlns:a16="http://schemas.microsoft.com/office/drawing/2014/main" id="{0C040FE7-AEB8-BF68-4183-30404069632D}"/>
              </a:ext>
            </a:extLst>
          </p:cNvPr>
          <p:cNvSpPr/>
          <p:nvPr/>
        </p:nvSpPr>
        <p:spPr>
          <a:xfrm>
            <a:off x="9516816" y="3347953"/>
            <a:ext cx="1063847" cy="243895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1B3A6B"/>
            </a:solidFill>
            <a:prstDash val="solid"/>
          </a:ln>
          <a:effectLst>
            <a:outerShdw blurRad="63500" dist="19050" dir="5400000" algn="bl" rotWithShape="0">
              <a:srgbClr val="000000">
                <a:alpha val="10000"/>
              </a:srgbClr>
            </a:outerShdw>
          </a:effectLst>
        </p:spPr>
        <p:txBody>
          <a:bodyPr anchor="ctr"/>
          <a:lstStyle/>
          <a:p>
            <a:pPr algn="ctr"/>
            <a:r>
              <a:rPr lang="en-US" sz="800" dirty="0"/>
              <a:t>Read</a:t>
            </a:r>
            <a:endParaRPr lang="en-ID" sz="800" dirty="0"/>
          </a:p>
        </p:txBody>
      </p:sp>
      <p:sp>
        <p:nvSpPr>
          <p:cNvPr id="130" name="Shape 6">
            <a:extLst>
              <a:ext uri="{FF2B5EF4-FFF2-40B4-BE49-F238E27FC236}">
                <a16:creationId xmlns:a16="http://schemas.microsoft.com/office/drawing/2014/main" id="{6BBC1011-0095-20EF-E841-0F49E4C42AB6}"/>
              </a:ext>
            </a:extLst>
          </p:cNvPr>
          <p:cNvSpPr/>
          <p:nvPr/>
        </p:nvSpPr>
        <p:spPr>
          <a:xfrm>
            <a:off x="9516815" y="3003847"/>
            <a:ext cx="1063847" cy="243895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1B3A6B"/>
            </a:solidFill>
            <a:prstDash val="solid"/>
          </a:ln>
          <a:effectLst>
            <a:outerShdw blurRad="63500" dist="19050" dir="5400000" algn="bl" rotWithShape="0">
              <a:srgbClr val="000000">
                <a:alpha val="10000"/>
              </a:srgbClr>
            </a:outerShdw>
          </a:effectLst>
        </p:spPr>
        <p:txBody>
          <a:bodyPr anchor="ctr"/>
          <a:lstStyle/>
          <a:p>
            <a:pPr algn="ctr"/>
            <a:r>
              <a:rPr lang="en-US" sz="800" dirty="0"/>
              <a:t>API Get Data</a:t>
            </a:r>
            <a:endParaRPr lang="en-ID" sz="800" dirty="0"/>
          </a:p>
        </p:txBody>
      </p:sp>
      <p:cxnSp>
        <p:nvCxnSpPr>
          <p:cNvPr id="131" name="Straight Arrow Connector 130">
            <a:extLst>
              <a:ext uri="{FF2B5EF4-FFF2-40B4-BE49-F238E27FC236}">
                <a16:creationId xmlns:a16="http://schemas.microsoft.com/office/drawing/2014/main" id="{6E347BDE-9D65-7C9C-E06A-B3F93049EB45}"/>
              </a:ext>
            </a:extLst>
          </p:cNvPr>
          <p:cNvCxnSpPr>
            <a:cxnSpLocks/>
            <a:stCxn id="172" idx="2"/>
            <a:endCxn id="130" idx="0"/>
          </p:cNvCxnSpPr>
          <p:nvPr/>
        </p:nvCxnSpPr>
        <p:spPr>
          <a:xfrm flipH="1">
            <a:off x="10048739" y="2906700"/>
            <a:ext cx="1" cy="9714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" name="Straight Arrow Connector 135">
            <a:extLst>
              <a:ext uri="{FF2B5EF4-FFF2-40B4-BE49-F238E27FC236}">
                <a16:creationId xmlns:a16="http://schemas.microsoft.com/office/drawing/2014/main" id="{D534110D-B9E3-A806-BF29-FEAA22032CE9}"/>
              </a:ext>
            </a:extLst>
          </p:cNvPr>
          <p:cNvCxnSpPr>
            <a:cxnSpLocks/>
            <a:stCxn id="130" idx="2"/>
            <a:endCxn id="128" idx="0"/>
          </p:cNvCxnSpPr>
          <p:nvPr/>
        </p:nvCxnSpPr>
        <p:spPr>
          <a:xfrm>
            <a:off x="10048739" y="3247742"/>
            <a:ext cx="1" cy="10021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3" name="Straight Arrow Connector 142">
            <a:extLst>
              <a:ext uri="{FF2B5EF4-FFF2-40B4-BE49-F238E27FC236}">
                <a16:creationId xmlns:a16="http://schemas.microsoft.com/office/drawing/2014/main" id="{C8BD2672-F494-5630-C609-E2E46593753A}"/>
              </a:ext>
            </a:extLst>
          </p:cNvPr>
          <p:cNvCxnSpPr>
            <a:cxnSpLocks/>
            <a:stCxn id="128" idx="2"/>
            <a:endCxn id="181" idx="1"/>
          </p:cNvCxnSpPr>
          <p:nvPr/>
        </p:nvCxnSpPr>
        <p:spPr>
          <a:xfrm>
            <a:off x="10048740" y="3591848"/>
            <a:ext cx="2084" cy="12975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7" name="Shape 6">
            <a:extLst>
              <a:ext uri="{FF2B5EF4-FFF2-40B4-BE49-F238E27FC236}">
                <a16:creationId xmlns:a16="http://schemas.microsoft.com/office/drawing/2014/main" id="{2EF07A8C-4B5F-55F9-71FD-E825461C7E93}"/>
              </a:ext>
            </a:extLst>
          </p:cNvPr>
          <p:cNvSpPr/>
          <p:nvPr/>
        </p:nvSpPr>
        <p:spPr>
          <a:xfrm>
            <a:off x="9520326" y="4290197"/>
            <a:ext cx="1063847" cy="243895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1B3A6B"/>
            </a:solidFill>
            <a:prstDash val="solid"/>
          </a:ln>
          <a:effectLst>
            <a:outerShdw blurRad="63500" dist="19050" dir="5400000" algn="bl" rotWithShape="0">
              <a:srgbClr val="000000">
                <a:alpha val="10000"/>
              </a:srgbClr>
            </a:outerShdw>
          </a:effectLst>
        </p:spPr>
        <p:txBody>
          <a:bodyPr anchor="ctr"/>
          <a:lstStyle/>
          <a:p>
            <a:pPr algn="ctr"/>
            <a:r>
              <a:rPr lang="en-US" sz="800" dirty="0"/>
              <a:t>API Write Data</a:t>
            </a:r>
            <a:endParaRPr lang="en-ID" sz="800" dirty="0"/>
          </a:p>
        </p:txBody>
      </p:sp>
      <p:cxnSp>
        <p:nvCxnSpPr>
          <p:cNvPr id="151" name="Straight Arrow Connector 150">
            <a:extLst>
              <a:ext uri="{FF2B5EF4-FFF2-40B4-BE49-F238E27FC236}">
                <a16:creationId xmlns:a16="http://schemas.microsoft.com/office/drawing/2014/main" id="{944CFF4F-000D-BD92-5D24-82862B887201}"/>
              </a:ext>
            </a:extLst>
          </p:cNvPr>
          <p:cNvCxnSpPr>
            <a:cxnSpLocks/>
            <a:stCxn id="182" idx="2"/>
            <a:endCxn id="147" idx="0"/>
          </p:cNvCxnSpPr>
          <p:nvPr/>
        </p:nvCxnSpPr>
        <p:spPr>
          <a:xfrm>
            <a:off x="10050825" y="4184942"/>
            <a:ext cx="1425" cy="10525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5" name="Flowchart: Magnetic Disk 154">
            <a:extLst>
              <a:ext uri="{FF2B5EF4-FFF2-40B4-BE49-F238E27FC236}">
                <a16:creationId xmlns:a16="http://schemas.microsoft.com/office/drawing/2014/main" id="{BD57A1E2-5AF1-DAC6-F0AB-E34156412266}"/>
              </a:ext>
            </a:extLst>
          </p:cNvPr>
          <p:cNvSpPr/>
          <p:nvPr/>
        </p:nvSpPr>
        <p:spPr>
          <a:xfrm>
            <a:off x="8313285" y="3406934"/>
            <a:ext cx="895324" cy="250961"/>
          </a:xfrm>
          <a:prstGeom prst="flowChartMagneticDisk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57" name="Shape 6">
            <a:extLst>
              <a:ext uri="{FF2B5EF4-FFF2-40B4-BE49-F238E27FC236}">
                <a16:creationId xmlns:a16="http://schemas.microsoft.com/office/drawing/2014/main" id="{DEDEA751-74AD-4666-9067-1200F483AE25}"/>
              </a:ext>
            </a:extLst>
          </p:cNvPr>
          <p:cNvSpPr/>
          <p:nvPr/>
        </p:nvSpPr>
        <p:spPr>
          <a:xfrm>
            <a:off x="7945505" y="3675839"/>
            <a:ext cx="1644304" cy="182818"/>
          </a:xfrm>
          <a:prstGeom prst="roundRect">
            <a:avLst>
              <a:gd name="adj" fmla="val 14286"/>
            </a:avLst>
          </a:prstGeom>
          <a:noFill/>
          <a:ln w="19050">
            <a:noFill/>
            <a:prstDash val="solid"/>
          </a:ln>
          <a:effectLst>
            <a:outerShdw blurRad="63500" dist="19050" dir="5400000" algn="bl" rotWithShape="0">
              <a:srgbClr val="000000">
                <a:alpha val="10000"/>
              </a:srgbClr>
            </a:outerShdw>
          </a:effectLst>
        </p:spPr>
        <p:txBody>
          <a:bodyPr anchor="ctr"/>
          <a:lstStyle/>
          <a:p>
            <a:pPr algn="ctr"/>
            <a:r>
              <a:rPr lang="en-US" sz="11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Canche Andon Manual</a:t>
            </a:r>
            <a:endParaRPr lang="en-ID" sz="1100" dirty="0">
              <a:solidFill>
                <a:schemeClr val="tx2">
                  <a:lumMod val="90000"/>
                  <a:lumOff val="10000"/>
                </a:schemeClr>
              </a:solidFill>
            </a:endParaRPr>
          </a:p>
        </p:txBody>
      </p:sp>
      <p:sp>
        <p:nvSpPr>
          <p:cNvPr id="158" name="Shape 6">
            <a:extLst>
              <a:ext uri="{FF2B5EF4-FFF2-40B4-BE49-F238E27FC236}">
                <a16:creationId xmlns:a16="http://schemas.microsoft.com/office/drawing/2014/main" id="{AE23768D-7D00-1D6D-2013-EF45229788C8}"/>
              </a:ext>
            </a:extLst>
          </p:cNvPr>
          <p:cNvSpPr/>
          <p:nvPr/>
        </p:nvSpPr>
        <p:spPr>
          <a:xfrm>
            <a:off x="8232667" y="3033921"/>
            <a:ext cx="1063847" cy="243895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1B3A6B"/>
            </a:solidFill>
            <a:prstDash val="solid"/>
          </a:ln>
          <a:effectLst>
            <a:outerShdw blurRad="63500" dist="19050" dir="5400000" algn="bl" rotWithShape="0">
              <a:srgbClr val="000000">
                <a:alpha val="10000"/>
              </a:srgbClr>
            </a:outerShdw>
          </a:effectLst>
        </p:spPr>
        <p:txBody>
          <a:bodyPr anchor="ctr"/>
          <a:lstStyle/>
          <a:p>
            <a:pPr algn="ctr"/>
            <a:r>
              <a:rPr lang="en-ID" sz="800" dirty="0"/>
              <a:t>Write</a:t>
            </a:r>
          </a:p>
        </p:txBody>
      </p:sp>
      <p:cxnSp>
        <p:nvCxnSpPr>
          <p:cNvPr id="161" name="Straight Arrow Connector 160">
            <a:extLst>
              <a:ext uri="{FF2B5EF4-FFF2-40B4-BE49-F238E27FC236}">
                <a16:creationId xmlns:a16="http://schemas.microsoft.com/office/drawing/2014/main" id="{B3426B4F-6A52-E2F1-7741-8151BD0B29DA}"/>
              </a:ext>
            </a:extLst>
          </p:cNvPr>
          <p:cNvCxnSpPr>
            <a:cxnSpLocks/>
            <a:stCxn id="171" idx="2"/>
            <a:endCxn id="158" idx="0"/>
          </p:cNvCxnSpPr>
          <p:nvPr/>
        </p:nvCxnSpPr>
        <p:spPr>
          <a:xfrm>
            <a:off x="8764207" y="2905478"/>
            <a:ext cx="384" cy="12844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6" name="Straight Arrow Connector 175">
            <a:extLst>
              <a:ext uri="{FF2B5EF4-FFF2-40B4-BE49-F238E27FC236}">
                <a16:creationId xmlns:a16="http://schemas.microsoft.com/office/drawing/2014/main" id="{83DDC4F6-027D-665A-8BA4-7C18D0A2D37E}"/>
              </a:ext>
            </a:extLst>
          </p:cNvPr>
          <p:cNvCxnSpPr>
            <a:cxnSpLocks/>
            <a:stCxn id="158" idx="2"/>
            <a:endCxn id="155" idx="1"/>
          </p:cNvCxnSpPr>
          <p:nvPr/>
        </p:nvCxnSpPr>
        <p:spPr>
          <a:xfrm flipH="1">
            <a:off x="8760947" y="3277816"/>
            <a:ext cx="3644" cy="12911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4" name="Shape 6">
            <a:extLst>
              <a:ext uri="{FF2B5EF4-FFF2-40B4-BE49-F238E27FC236}">
                <a16:creationId xmlns:a16="http://schemas.microsoft.com/office/drawing/2014/main" id="{7B8A0782-CB04-0D06-DCC0-B392F34704E1}"/>
              </a:ext>
            </a:extLst>
          </p:cNvPr>
          <p:cNvSpPr/>
          <p:nvPr/>
        </p:nvSpPr>
        <p:spPr>
          <a:xfrm>
            <a:off x="8232282" y="4002904"/>
            <a:ext cx="1063847" cy="243895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1B3A6B"/>
            </a:solidFill>
            <a:prstDash val="solid"/>
          </a:ln>
          <a:effectLst>
            <a:outerShdw blurRad="63500" dist="19050" dir="5400000" algn="bl" rotWithShape="0">
              <a:srgbClr val="000000">
                <a:alpha val="10000"/>
              </a:srgbClr>
            </a:outerShdw>
          </a:effectLst>
        </p:spPr>
        <p:txBody>
          <a:bodyPr anchor="ctr"/>
          <a:lstStyle/>
          <a:p>
            <a:pPr algn="ctr"/>
            <a:r>
              <a:rPr lang="en-ID" sz="800" dirty="0"/>
              <a:t>Read</a:t>
            </a:r>
          </a:p>
        </p:txBody>
      </p:sp>
      <p:cxnSp>
        <p:nvCxnSpPr>
          <p:cNvPr id="185" name="Straight Arrow Connector 184">
            <a:extLst>
              <a:ext uri="{FF2B5EF4-FFF2-40B4-BE49-F238E27FC236}">
                <a16:creationId xmlns:a16="http://schemas.microsoft.com/office/drawing/2014/main" id="{851D4BFC-E3CE-81C9-CE09-09B116C0B509}"/>
              </a:ext>
            </a:extLst>
          </p:cNvPr>
          <p:cNvCxnSpPr>
            <a:cxnSpLocks/>
            <a:stCxn id="157" idx="2"/>
            <a:endCxn id="184" idx="0"/>
          </p:cNvCxnSpPr>
          <p:nvPr/>
        </p:nvCxnSpPr>
        <p:spPr>
          <a:xfrm flipH="1">
            <a:off x="8764206" y="3858657"/>
            <a:ext cx="3451" cy="14424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0" name="Shape 6">
            <a:extLst>
              <a:ext uri="{FF2B5EF4-FFF2-40B4-BE49-F238E27FC236}">
                <a16:creationId xmlns:a16="http://schemas.microsoft.com/office/drawing/2014/main" id="{D2362535-392F-EEC7-CCDA-9C1DA2CD1647}"/>
              </a:ext>
            </a:extLst>
          </p:cNvPr>
          <p:cNvSpPr/>
          <p:nvPr/>
        </p:nvSpPr>
        <p:spPr>
          <a:xfrm>
            <a:off x="10290844" y="3748923"/>
            <a:ext cx="1316389" cy="182818"/>
          </a:xfrm>
          <a:prstGeom prst="roundRect">
            <a:avLst>
              <a:gd name="adj" fmla="val 14286"/>
            </a:avLst>
          </a:prstGeom>
          <a:noFill/>
          <a:ln w="19050">
            <a:noFill/>
            <a:prstDash val="solid"/>
          </a:ln>
          <a:effectLst>
            <a:outerShdw blurRad="63500" dist="19050" dir="5400000" algn="bl" rotWithShape="0">
              <a:srgbClr val="000000">
                <a:alpha val="10000"/>
              </a:srgbClr>
            </a:outerShdw>
          </a:effectLst>
        </p:spPr>
        <p:txBody>
          <a:bodyPr anchor="ctr"/>
          <a:lstStyle/>
          <a:p>
            <a:pPr algn="ctr"/>
            <a:r>
              <a:rPr lang="en-US" sz="11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IIS System</a:t>
            </a:r>
            <a:endParaRPr lang="en-ID" sz="1100" dirty="0">
              <a:solidFill>
                <a:schemeClr val="tx2">
                  <a:lumMod val="90000"/>
                  <a:lumOff val="10000"/>
                </a:schemeClr>
              </a:solidFill>
            </a:endParaRPr>
          </a:p>
        </p:txBody>
      </p:sp>
      <p:cxnSp>
        <p:nvCxnSpPr>
          <p:cNvPr id="193" name="Connector: Elbow 192">
            <a:extLst>
              <a:ext uri="{FF2B5EF4-FFF2-40B4-BE49-F238E27FC236}">
                <a16:creationId xmlns:a16="http://schemas.microsoft.com/office/drawing/2014/main" id="{9A260FF8-4CFC-4DC5-1B5F-7B16153C523B}"/>
              </a:ext>
            </a:extLst>
          </p:cNvPr>
          <p:cNvCxnSpPr>
            <a:cxnSpLocks/>
            <a:stCxn id="114" idx="0"/>
            <a:endCxn id="186" idx="0"/>
          </p:cNvCxnSpPr>
          <p:nvPr/>
        </p:nvCxnSpPr>
        <p:spPr>
          <a:xfrm rot="16200000" flipH="1">
            <a:off x="5661394" y="3368380"/>
            <a:ext cx="1687743" cy="2628401"/>
          </a:xfrm>
          <a:prstGeom prst="bentConnector3">
            <a:avLst>
              <a:gd name="adj1" fmla="val -5129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0" name="Connector: Elbow 199">
            <a:extLst>
              <a:ext uri="{FF2B5EF4-FFF2-40B4-BE49-F238E27FC236}">
                <a16:creationId xmlns:a16="http://schemas.microsoft.com/office/drawing/2014/main" id="{77DA47A2-7121-2B3C-13E5-F63D23722123}"/>
              </a:ext>
            </a:extLst>
          </p:cNvPr>
          <p:cNvCxnSpPr>
            <a:cxnSpLocks/>
            <a:stCxn id="92" idx="2"/>
            <a:endCxn id="186" idx="0"/>
          </p:cNvCxnSpPr>
          <p:nvPr/>
        </p:nvCxnSpPr>
        <p:spPr>
          <a:xfrm rot="16200000" flipH="1">
            <a:off x="6272654" y="3979639"/>
            <a:ext cx="2027920" cy="1065705"/>
          </a:xfrm>
          <a:prstGeom prst="bentConnector3">
            <a:avLst>
              <a:gd name="adj1" fmla="val 12789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4" name="Connector: Elbow 203">
            <a:extLst>
              <a:ext uri="{FF2B5EF4-FFF2-40B4-BE49-F238E27FC236}">
                <a16:creationId xmlns:a16="http://schemas.microsoft.com/office/drawing/2014/main" id="{046B4172-A425-71EF-BF81-BD779328E40F}"/>
              </a:ext>
            </a:extLst>
          </p:cNvPr>
          <p:cNvCxnSpPr>
            <a:cxnSpLocks/>
            <a:stCxn id="184" idx="2"/>
            <a:endCxn id="186" idx="0"/>
          </p:cNvCxnSpPr>
          <p:nvPr/>
        </p:nvCxnSpPr>
        <p:spPr>
          <a:xfrm rot="5400000">
            <a:off x="7652011" y="4414256"/>
            <a:ext cx="1279653" cy="944739"/>
          </a:xfrm>
          <a:prstGeom prst="bentConnector3">
            <a:avLst>
              <a:gd name="adj1" fmla="val 84688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7" name="Connector: Elbow 206">
            <a:extLst>
              <a:ext uri="{FF2B5EF4-FFF2-40B4-BE49-F238E27FC236}">
                <a16:creationId xmlns:a16="http://schemas.microsoft.com/office/drawing/2014/main" id="{AFB51000-6A9B-0A85-2C97-2DF438AF48E2}"/>
              </a:ext>
            </a:extLst>
          </p:cNvPr>
          <p:cNvCxnSpPr>
            <a:cxnSpLocks/>
            <a:stCxn id="214" idx="2"/>
            <a:endCxn id="186" idx="0"/>
          </p:cNvCxnSpPr>
          <p:nvPr/>
        </p:nvCxnSpPr>
        <p:spPr>
          <a:xfrm rot="5400000">
            <a:off x="8760174" y="4218608"/>
            <a:ext cx="367137" cy="2248550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3" name="Flowchart: Magnetic Disk 212">
            <a:extLst>
              <a:ext uri="{FF2B5EF4-FFF2-40B4-BE49-F238E27FC236}">
                <a16:creationId xmlns:a16="http://schemas.microsoft.com/office/drawing/2014/main" id="{D637878B-7F22-C4FD-CAE7-891A9C62D41B}"/>
              </a:ext>
            </a:extLst>
          </p:cNvPr>
          <p:cNvSpPr/>
          <p:nvPr/>
        </p:nvSpPr>
        <p:spPr>
          <a:xfrm>
            <a:off x="9604588" y="4675405"/>
            <a:ext cx="895324" cy="250961"/>
          </a:xfrm>
          <a:prstGeom prst="flowChartMagneticDisk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14" name="Shape 6">
            <a:extLst>
              <a:ext uri="{FF2B5EF4-FFF2-40B4-BE49-F238E27FC236}">
                <a16:creationId xmlns:a16="http://schemas.microsoft.com/office/drawing/2014/main" id="{2E3688B7-1687-9D6E-3931-5C97A2F7E004}"/>
              </a:ext>
            </a:extLst>
          </p:cNvPr>
          <p:cNvSpPr/>
          <p:nvPr/>
        </p:nvSpPr>
        <p:spPr>
          <a:xfrm>
            <a:off x="9358544" y="4955926"/>
            <a:ext cx="1418946" cy="203389"/>
          </a:xfrm>
          <a:prstGeom prst="roundRect">
            <a:avLst>
              <a:gd name="adj" fmla="val 14286"/>
            </a:avLst>
          </a:prstGeom>
          <a:noFill/>
          <a:ln w="19050">
            <a:noFill/>
            <a:prstDash val="solid"/>
          </a:ln>
          <a:effectLst>
            <a:outerShdw blurRad="63500" dist="19050" dir="5400000" algn="bl" rotWithShape="0">
              <a:srgbClr val="000000">
                <a:alpha val="10000"/>
              </a:srgbClr>
            </a:outerShdw>
          </a:effectLst>
        </p:spPr>
        <p:txBody>
          <a:bodyPr anchor="ctr"/>
          <a:lstStyle/>
          <a:p>
            <a:pPr algn="ctr"/>
            <a:r>
              <a:rPr lang="en-US" sz="11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Canche Andon Auto</a:t>
            </a:r>
            <a:endParaRPr lang="en-ID" sz="1100" dirty="0">
              <a:solidFill>
                <a:schemeClr val="tx2">
                  <a:lumMod val="90000"/>
                  <a:lumOff val="10000"/>
                </a:schemeClr>
              </a:solidFill>
            </a:endParaRPr>
          </a:p>
        </p:txBody>
      </p:sp>
      <p:cxnSp>
        <p:nvCxnSpPr>
          <p:cNvPr id="217" name="Straight Arrow Connector 216">
            <a:extLst>
              <a:ext uri="{FF2B5EF4-FFF2-40B4-BE49-F238E27FC236}">
                <a16:creationId xmlns:a16="http://schemas.microsoft.com/office/drawing/2014/main" id="{BF1351A6-3940-B112-63AE-9F59FDC71A4C}"/>
              </a:ext>
            </a:extLst>
          </p:cNvPr>
          <p:cNvCxnSpPr>
            <a:cxnSpLocks/>
            <a:stCxn id="147" idx="2"/>
            <a:endCxn id="213" idx="0"/>
          </p:cNvCxnSpPr>
          <p:nvPr/>
        </p:nvCxnSpPr>
        <p:spPr>
          <a:xfrm>
            <a:off x="10052250" y="4534092"/>
            <a:ext cx="0" cy="22496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8976386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44D453-FA7F-3E96-E3F3-ED1CFE0414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Shape 8">
            <a:extLst>
              <a:ext uri="{FF2B5EF4-FFF2-40B4-BE49-F238E27FC236}">
                <a16:creationId xmlns:a16="http://schemas.microsoft.com/office/drawing/2014/main" id="{50AFDA0A-8B23-FF7D-2729-835AE719B1FE}"/>
              </a:ext>
            </a:extLst>
          </p:cNvPr>
          <p:cNvSpPr/>
          <p:nvPr/>
        </p:nvSpPr>
        <p:spPr>
          <a:xfrm>
            <a:off x="3383280" y="189863"/>
            <a:ext cx="5486400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D5DBE3"/>
            </a:solidFill>
            <a:prstDash val="solid"/>
          </a:ln>
        </p:spPr>
        <p:txBody>
          <a:bodyPr/>
          <a:lstStyle/>
          <a:p>
            <a:pPr algn="ctr"/>
            <a:r>
              <a:rPr lang="en-US" dirty="0" err="1"/>
              <a:t>Konsep</a:t>
            </a:r>
            <a:r>
              <a:rPr lang="en-US" dirty="0"/>
              <a:t> Flow Data Unload</a:t>
            </a:r>
            <a:endParaRPr lang="en-ID" dirty="0"/>
          </a:p>
        </p:txBody>
      </p:sp>
      <p:sp>
        <p:nvSpPr>
          <p:cNvPr id="57" name="Shape 5">
            <a:extLst>
              <a:ext uri="{FF2B5EF4-FFF2-40B4-BE49-F238E27FC236}">
                <a16:creationId xmlns:a16="http://schemas.microsoft.com/office/drawing/2014/main" id="{ED3D0A93-E752-C56B-7CF7-A7CB8EF80E60}"/>
              </a:ext>
            </a:extLst>
          </p:cNvPr>
          <p:cNvSpPr/>
          <p:nvPr/>
        </p:nvSpPr>
        <p:spPr>
          <a:xfrm>
            <a:off x="163808" y="687846"/>
            <a:ext cx="11846484" cy="5980289"/>
          </a:xfrm>
          <a:prstGeom prst="roundRect">
            <a:avLst>
              <a:gd name="adj" fmla="val 1094"/>
            </a:avLst>
          </a:prstGeom>
          <a:solidFill>
            <a:srgbClr val="EAF1FA"/>
          </a:solidFill>
          <a:ln w="12700">
            <a:solidFill>
              <a:srgbClr val="C5D5EA"/>
            </a:solidFill>
            <a:prstDash val="solid"/>
          </a:ln>
          <a:effectLst>
            <a:outerShdw blurRad="63500" dist="1905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0B631645-BD7D-F097-632C-BB8DD9C5CB4B}"/>
              </a:ext>
            </a:extLst>
          </p:cNvPr>
          <p:cNvSpPr/>
          <p:nvPr/>
        </p:nvSpPr>
        <p:spPr>
          <a:xfrm>
            <a:off x="163808" y="687847"/>
            <a:ext cx="477415" cy="5980290"/>
          </a:xfrm>
          <a:prstGeom prst="roundRect">
            <a:avLst>
              <a:gd name="adj" fmla="val 1094"/>
            </a:avLst>
          </a:prstGeom>
          <a:solidFill>
            <a:schemeClr val="bg1"/>
          </a:solidFill>
          <a:ln w="12700">
            <a:solidFill>
              <a:srgbClr val="C5D5EA"/>
            </a:solidFill>
            <a:prstDash val="solid"/>
          </a:ln>
          <a:effectLst>
            <a:outerShdw blurRad="63500" dist="1905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5" name="Shape 5">
            <a:extLst>
              <a:ext uri="{FF2B5EF4-FFF2-40B4-BE49-F238E27FC236}">
                <a16:creationId xmlns:a16="http://schemas.microsoft.com/office/drawing/2014/main" id="{255513BF-B66F-8B80-203B-4FEE097EA70F}"/>
              </a:ext>
            </a:extLst>
          </p:cNvPr>
          <p:cNvSpPr/>
          <p:nvPr/>
        </p:nvSpPr>
        <p:spPr>
          <a:xfrm>
            <a:off x="172758" y="687847"/>
            <a:ext cx="11837534" cy="1061660"/>
          </a:xfrm>
          <a:prstGeom prst="roundRect">
            <a:avLst>
              <a:gd name="adj" fmla="val 1094"/>
            </a:avLst>
          </a:prstGeom>
          <a:noFill/>
          <a:ln w="12700">
            <a:solidFill>
              <a:srgbClr val="C5D5EA"/>
            </a:solidFill>
            <a:prstDash val="solid"/>
          </a:ln>
          <a:effectLst>
            <a:outerShdw blurRad="63500" dist="1905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4" name="Shape 6">
            <a:extLst>
              <a:ext uri="{FF2B5EF4-FFF2-40B4-BE49-F238E27FC236}">
                <a16:creationId xmlns:a16="http://schemas.microsoft.com/office/drawing/2014/main" id="{17653C7A-BAF2-8935-3C05-86577FE40C1E}"/>
              </a:ext>
            </a:extLst>
          </p:cNvPr>
          <p:cNvSpPr/>
          <p:nvPr/>
        </p:nvSpPr>
        <p:spPr>
          <a:xfrm rot="16200000">
            <a:off x="-469977" y="1056305"/>
            <a:ext cx="1787748" cy="384048"/>
          </a:xfrm>
          <a:prstGeom prst="roundRect">
            <a:avLst>
              <a:gd name="adj" fmla="val 14286"/>
            </a:avLst>
          </a:prstGeom>
          <a:noFill/>
          <a:ln w="19050">
            <a:noFill/>
            <a:prstDash val="solid"/>
          </a:ln>
          <a:effectLst>
            <a:outerShdw blurRad="63500" dist="19050" dir="5400000" algn="bl" rotWithShape="0">
              <a:srgbClr val="000000">
                <a:alpha val="10000"/>
              </a:srgbClr>
            </a:outerShdw>
          </a:effectLst>
        </p:spPr>
        <p:txBody>
          <a:bodyPr anchor="ctr"/>
          <a:lstStyle/>
          <a:p>
            <a:pPr algn="ctr"/>
            <a:r>
              <a:rPr lang="en-US" sz="1100" b="1" dirty="0"/>
              <a:t>User</a:t>
            </a:r>
            <a:endParaRPr lang="en-ID" sz="1100" b="1" dirty="0"/>
          </a:p>
        </p:txBody>
      </p:sp>
      <p:sp>
        <p:nvSpPr>
          <p:cNvPr id="73" name="Shape 6">
            <a:extLst>
              <a:ext uri="{FF2B5EF4-FFF2-40B4-BE49-F238E27FC236}">
                <a16:creationId xmlns:a16="http://schemas.microsoft.com/office/drawing/2014/main" id="{B98A77A2-4772-A6D5-8637-D33FF7756C26}"/>
              </a:ext>
            </a:extLst>
          </p:cNvPr>
          <p:cNvSpPr/>
          <p:nvPr/>
        </p:nvSpPr>
        <p:spPr>
          <a:xfrm rot="16200000">
            <a:off x="-491359" y="3874787"/>
            <a:ext cx="1787748" cy="384048"/>
          </a:xfrm>
          <a:prstGeom prst="roundRect">
            <a:avLst>
              <a:gd name="adj" fmla="val 14286"/>
            </a:avLst>
          </a:prstGeom>
          <a:noFill/>
          <a:ln w="19050">
            <a:noFill/>
            <a:prstDash val="solid"/>
          </a:ln>
          <a:effectLst>
            <a:outerShdw blurRad="63500" dist="19050" dir="5400000" algn="bl" rotWithShape="0">
              <a:srgbClr val="000000">
                <a:alpha val="10000"/>
              </a:srgbClr>
            </a:outerShdw>
          </a:effectLst>
        </p:spPr>
        <p:txBody>
          <a:bodyPr anchor="ctr"/>
          <a:lstStyle/>
          <a:p>
            <a:pPr algn="ctr"/>
            <a:r>
              <a:rPr lang="en-US" sz="1100" b="1" dirty="0"/>
              <a:t>System</a:t>
            </a:r>
            <a:endParaRPr lang="en-ID" sz="1100" b="1" dirty="0"/>
          </a:p>
        </p:txBody>
      </p:sp>
      <p:sp>
        <p:nvSpPr>
          <p:cNvPr id="75" name="Shape 5">
            <a:extLst>
              <a:ext uri="{FF2B5EF4-FFF2-40B4-BE49-F238E27FC236}">
                <a16:creationId xmlns:a16="http://schemas.microsoft.com/office/drawing/2014/main" id="{A5D2EFE4-9E73-C18B-7F19-CE62039BA667}"/>
              </a:ext>
            </a:extLst>
          </p:cNvPr>
          <p:cNvSpPr/>
          <p:nvPr/>
        </p:nvSpPr>
        <p:spPr>
          <a:xfrm>
            <a:off x="163808" y="1749508"/>
            <a:ext cx="11837534" cy="4918628"/>
          </a:xfrm>
          <a:prstGeom prst="roundRect">
            <a:avLst>
              <a:gd name="adj" fmla="val 1094"/>
            </a:avLst>
          </a:prstGeom>
          <a:noFill/>
          <a:ln w="12700">
            <a:solidFill>
              <a:srgbClr val="C5D5EA"/>
            </a:solidFill>
            <a:prstDash val="solid"/>
          </a:ln>
          <a:effectLst>
            <a:outerShdw blurRad="63500" dist="1905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59" name="Shape 6">
            <a:extLst>
              <a:ext uri="{FF2B5EF4-FFF2-40B4-BE49-F238E27FC236}">
                <a16:creationId xmlns:a16="http://schemas.microsoft.com/office/drawing/2014/main" id="{96F946BB-8B5A-1788-2529-8E791345905D}"/>
              </a:ext>
            </a:extLst>
          </p:cNvPr>
          <p:cNvSpPr/>
          <p:nvPr/>
        </p:nvSpPr>
        <p:spPr>
          <a:xfrm>
            <a:off x="4348178" y="1096986"/>
            <a:ext cx="1787748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9050">
            <a:solidFill>
              <a:srgbClr val="1B3A6B"/>
            </a:solidFill>
            <a:prstDash val="solid"/>
          </a:ln>
          <a:effectLst>
            <a:outerShdw blurRad="63500" dist="19050" dir="5400000" algn="bl" rotWithShape="0">
              <a:srgbClr val="000000">
                <a:alpha val="10000"/>
              </a:srgbClr>
            </a:outerShdw>
          </a:effectLst>
        </p:spPr>
        <p:txBody>
          <a:bodyPr anchor="ctr"/>
          <a:lstStyle/>
          <a:p>
            <a:pPr algn="ctr"/>
            <a:r>
              <a:rPr lang="en-US" sz="1100" b="1" dirty="0" err="1"/>
              <a:t>Patern</a:t>
            </a:r>
            <a:r>
              <a:rPr lang="en-US" sz="1100" b="1" dirty="0"/>
              <a:t> Unload</a:t>
            </a:r>
            <a:endParaRPr lang="en-ID" sz="1100" b="1" dirty="0"/>
          </a:p>
        </p:txBody>
      </p:sp>
      <p:cxnSp>
        <p:nvCxnSpPr>
          <p:cNvPr id="162" name="Straight Arrow Connector 161">
            <a:extLst>
              <a:ext uri="{FF2B5EF4-FFF2-40B4-BE49-F238E27FC236}">
                <a16:creationId xmlns:a16="http://schemas.microsoft.com/office/drawing/2014/main" id="{6CB9863A-EE05-82DB-274B-F8B630DDFBE8}"/>
              </a:ext>
            </a:extLst>
          </p:cNvPr>
          <p:cNvCxnSpPr>
            <a:cxnSpLocks/>
          </p:cNvCxnSpPr>
          <p:nvPr/>
        </p:nvCxnSpPr>
        <p:spPr>
          <a:xfrm>
            <a:off x="5242052" y="1456250"/>
            <a:ext cx="0" cy="68595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Shape 6">
            <a:extLst>
              <a:ext uri="{FF2B5EF4-FFF2-40B4-BE49-F238E27FC236}">
                <a16:creationId xmlns:a16="http://schemas.microsoft.com/office/drawing/2014/main" id="{590AECA4-368F-4530-AE17-83C8176EDEDE}"/>
              </a:ext>
            </a:extLst>
          </p:cNvPr>
          <p:cNvSpPr/>
          <p:nvPr/>
        </p:nvSpPr>
        <p:spPr>
          <a:xfrm>
            <a:off x="8494517" y="1041277"/>
            <a:ext cx="1787748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9050">
            <a:solidFill>
              <a:srgbClr val="1B3A6B"/>
            </a:solidFill>
            <a:prstDash val="solid"/>
          </a:ln>
          <a:effectLst>
            <a:outerShdw blurRad="63500" dist="19050" dir="5400000" algn="bl" rotWithShape="0">
              <a:srgbClr val="000000">
                <a:alpha val="10000"/>
              </a:srgbClr>
            </a:outerShdw>
          </a:effectLst>
        </p:spPr>
        <p:txBody>
          <a:bodyPr anchor="ctr"/>
          <a:lstStyle/>
          <a:p>
            <a:pPr algn="ctr"/>
            <a:r>
              <a:rPr lang="en-US" sz="1100" b="1" dirty="0"/>
              <a:t>Andon</a:t>
            </a:r>
            <a:endParaRPr lang="en-ID" sz="1100" b="1" dirty="0"/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B80BD345-D069-129B-4228-25E80A70C543}"/>
              </a:ext>
            </a:extLst>
          </p:cNvPr>
          <p:cNvCxnSpPr>
            <a:cxnSpLocks/>
            <a:stCxn id="3" idx="2"/>
          </p:cNvCxnSpPr>
          <p:nvPr/>
        </p:nvCxnSpPr>
        <p:spPr>
          <a:xfrm>
            <a:off x="9388391" y="1425325"/>
            <a:ext cx="0" cy="41727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Shape 6">
            <a:extLst>
              <a:ext uri="{FF2B5EF4-FFF2-40B4-BE49-F238E27FC236}">
                <a16:creationId xmlns:a16="http://schemas.microsoft.com/office/drawing/2014/main" id="{96302D4C-A96A-CAC8-D1A7-8C4EB3FE4FCB}"/>
              </a:ext>
            </a:extLst>
          </p:cNvPr>
          <p:cNvSpPr/>
          <p:nvPr/>
        </p:nvSpPr>
        <p:spPr>
          <a:xfrm>
            <a:off x="8725028" y="1868173"/>
            <a:ext cx="1344978" cy="716946"/>
          </a:xfrm>
          <a:prstGeom prst="diamond">
            <a:avLst/>
          </a:prstGeom>
          <a:solidFill>
            <a:srgbClr val="FFFFFF"/>
          </a:solidFill>
          <a:ln w="19050">
            <a:solidFill>
              <a:srgbClr val="1B3A6B"/>
            </a:solidFill>
            <a:prstDash val="solid"/>
          </a:ln>
          <a:effectLst>
            <a:outerShdw blurRad="63500" dist="19050" dir="5400000" algn="bl" rotWithShape="0">
              <a:srgbClr val="000000">
                <a:alpha val="10000"/>
              </a:srgbClr>
            </a:outerShdw>
          </a:effectLst>
        </p:spPr>
        <p:txBody>
          <a:bodyPr anchor="ctr"/>
          <a:lstStyle/>
          <a:p>
            <a:pPr algn="ctr"/>
            <a:r>
              <a:rPr lang="en-US" sz="800" dirty="0"/>
              <a:t>Select Mode</a:t>
            </a:r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95A6A321-BBC8-FBD5-2599-81F7834DD920}"/>
              </a:ext>
            </a:extLst>
          </p:cNvPr>
          <p:cNvSpPr/>
          <p:nvPr/>
        </p:nvSpPr>
        <p:spPr>
          <a:xfrm>
            <a:off x="8187008" y="2660388"/>
            <a:ext cx="1063847" cy="243895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1B3A6B"/>
            </a:solidFill>
            <a:prstDash val="solid"/>
          </a:ln>
          <a:effectLst>
            <a:outerShdw blurRad="63500" dist="19050" dir="5400000" algn="bl" rotWithShape="0">
              <a:srgbClr val="000000">
                <a:alpha val="10000"/>
              </a:srgbClr>
            </a:outerShdw>
          </a:effectLst>
        </p:spPr>
        <p:txBody>
          <a:bodyPr anchor="ctr"/>
          <a:lstStyle/>
          <a:p>
            <a:pPr algn="ctr"/>
            <a:r>
              <a:rPr lang="en-ID" sz="800" dirty="0"/>
              <a:t>Setting </a:t>
            </a:r>
            <a:r>
              <a:rPr lang="en-ID" sz="800" dirty="0" err="1"/>
              <a:t>Condown</a:t>
            </a:r>
            <a:r>
              <a:rPr lang="en-ID" sz="800" dirty="0"/>
              <a:t> &amp; </a:t>
            </a:r>
            <a:r>
              <a:rPr lang="en-ID" sz="800" dirty="0" err="1"/>
              <a:t>Ritme</a:t>
            </a:r>
            <a:endParaRPr lang="en-ID" sz="800" dirty="0"/>
          </a:p>
        </p:txBody>
      </p:sp>
      <p:sp>
        <p:nvSpPr>
          <p:cNvPr id="9" name="Shape 6">
            <a:extLst>
              <a:ext uri="{FF2B5EF4-FFF2-40B4-BE49-F238E27FC236}">
                <a16:creationId xmlns:a16="http://schemas.microsoft.com/office/drawing/2014/main" id="{5E780070-5890-6047-1DE0-EF22B1F52357}"/>
              </a:ext>
            </a:extLst>
          </p:cNvPr>
          <p:cNvSpPr/>
          <p:nvPr/>
        </p:nvSpPr>
        <p:spPr>
          <a:xfrm>
            <a:off x="9516816" y="2662805"/>
            <a:ext cx="1063847" cy="243895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1B3A6B"/>
            </a:solidFill>
            <a:prstDash val="solid"/>
          </a:ln>
          <a:effectLst>
            <a:outerShdw blurRad="63500" dist="19050" dir="5400000" algn="bl" rotWithShape="0">
              <a:srgbClr val="000000">
                <a:alpha val="10000"/>
              </a:srgbClr>
            </a:outerShdw>
          </a:effectLst>
        </p:spPr>
        <p:txBody>
          <a:bodyPr anchor="ctr"/>
          <a:lstStyle/>
          <a:p>
            <a:pPr algn="ctr"/>
            <a:r>
              <a:rPr lang="en-US" sz="800" dirty="0"/>
              <a:t>Get Data Andon</a:t>
            </a:r>
            <a:endParaRPr lang="en-ID" sz="800" dirty="0"/>
          </a:p>
        </p:txBody>
      </p:sp>
      <p:sp>
        <p:nvSpPr>
          <p:cNvPr id="11" name="Shape 6">
            <a:extLst>
              <a:ext uri="{FF2B5EF4-FFF2-40B4-BE49-F238E27FC236}">
                <a16:creationId xmlns:a16="http://schemas.microsoft.com/office/drawing/2014/main" id="{490932D9-D40A-32A9-3CDA-FB5AD180A736}"/>
              </a:ext>
            </a:extLst>
          </p:cNvPr>
          <p:cNvSpPr/>
          <p:nvPr/>
        </p:nvSpPr>
        <p:spPr>
          <a:xfrm>
            <a:off x="8313285" y="2373890"/>
            <a:ext cx="685780" cy="175255"/>
          </a:xfrm>
          <a:prstGeom prst="roundRect">
            <a:avLst>
              <a:gd name="adj" fmla="val 14286"/>
            </a:avLst>
          </a:prstGeom>
          <a:noFill/>
          <a:ln w="19050">
            <a:noFill/>
            <a:prstDash val="solid"/>
          </a:ln>
          <a:effectLst>
            <a:outerShdw blurRad="63500" dist="19050" dir="5400000" algn="bl" rotWithShape="0">
              <a:srgbClr val="000000">
                <a:alpha val="10000"/>
              </a:srgbClr>
            </a:outerShdw>
          </a:effectLst>
        </p:spPr>
        <p:txBody>
          <a:bodyPr anchor="ctr"/>
          <a:lstStyle/>
          <a:p>
            <a:pPr algn="ctr"/>
            <a:r>
              <a:rPr lang="en-US" sz="1100" dirty="0">
                <a:solidFill>
                  <a:srgbClr val="00B050"/>
                </a:solidFill>
              </a:rPr>
              <a:t>Manual</a:t>
            </a:r>
            <a:endParaRPr lang="en-ID" sz="1100" dirty="0">
              <a:solidFill>
                <a:srgbClr val="00B050"/>
              </a:solidFill>
            </a:endParaRPr>
          </a:p>
        </p:txBody>
      </p:sp>
      <p:sp>
        <p:nvSpPr>
          <p:cNvPr id="13" name="Shape 6">
            <a:extLst>
              <a:ext uri="{FF2B5EF4-FFF2-40B4-BE49-F238E27FC236}">
                <a16:creationId xmlns:a16="http://schemas.microsoft.com/office/drawing/2014/main" id="{8D247DC1-A065-9A67-8276-9D89D972BD4F}"/>
              </a:ext>
            </a:extLst>
          </p:cNvPr>
          <p:cNvSpPr/>
          <p:nvPr/>
        </p:nvSpPr>
        <p:spPr>
          <a:xfrm>
            <a:off x="9777920" y="2373890"/>
            <a:ext cx="685780" cy="175255"/>
          </a:xfrm>
          <a:prstGeom prst="roundRect">
            <a:avLst>
              <a:gd name="adj" fmla="val 14286"/>
            </a:avLst>
          </a:prstGeom>
          <a:noFill/>
          <a:ln w="19050">
            <a:noFill/>
            <a:prstDash val="solid"/>
          </a:ln>
          <a:effectLst>
            <a:outerShdw blurRad="63500" dist="19050" dir="5400000" algn="bl" rotWithShape="0">
              <a:srgbClr val="000000">
                <a:alpha val="10000"/>
              </a:srgbClr>
            </a:outerShdw>
          </a:effectLst>
        </p:spPr>
        <p:txBody>
          <a:bodyPr anchor="ctr"/>
          <a:lstStyle/>
          <a:p>
            <a:pPr algn="ctr"/>
            <a:r>
              <a:rPr lang="en-US" sz="1100" dirty="0">
                <a:solidFill>
                  <a:srgbClr val="C00000"/>
                </a:solidFill>
              </a:rPr>
              <a:t>Auto</a:t>
            </a:r>
            <a:endParaRPr lang="en-ID" sz="1100" dirty="0">
              <a:solidFill>
                <a:srgbClr val="C00000"/>
              </a:solidFill>
            </a:endParaRPr>
          </a:p>
        </p:txBody>
      </p:sp>
      <p:cxnSp>
        <p:nvCxnSpPr>
          <p:cNvPr id="15" name="Connector: Elbow 14">
            <a:extLst>
              <a:ext uri="{FF2B5EF4-FFF2-40B4-BE49-F238E27FC236}">
                <a16:creationId xmlns:a16="http://schemas.microsoft.com/office/drawing/2014/main" id="{D30651B8-312D-91A9-77CB-D426497ED64C}"/>
              </a:ext>
            </a:extLst>
          </p:cNvPr>
          <p:cNvCxnSpPr>
            <a:cxnSpLocks/>
            <a:stCxn id="6" idx="2"/>
            <a:endCxn id="8" idx="0"/>
          </p:cNvCxnSpPr>
          <p:nvPr/>
        </p:nvCxnSpPr>
        <p:spPr>
          <a:xfrm rot="5400000">
            <a:off x="9020591" y="2283461"/>
            <a:ext cx="75269" cy="678585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: Elbow 15">
            <a:extLst>
              <a:ext uri="{FF2B5EF4-FFF2-40B4-BE49-F238E27FC236}">
                <a16:creationId xmlns:a16="http://schemas.microsoft.com/office/drawing/2014/main" id="{74D23463-740B-B0C0-3637-0B4AB62E0E99}"/>
              </a:ext>
            </a:extLst>
          </p:cNvPr>
          <p:cNvCxnSpPr>
            <a:cxnSpLocks/>
            <a:stCxn id="6" idx="2"/>
            <a:endCxn id="9" idx="0"/>
          </p:cNvCxnSpPr>
          <p:nvPr/>
        </p:nvCxnSpPr>
        <p:spPr>
          <a:xfrm rot="16200000" flipH="1">
            <a:off x="9684285" y="2298350"/>
            <a:ext cx="77686" cy="651223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Flowchart: Magnetic Disk 16">
            <a:extLst>
              <a:ext uri="{FF2B5EF4-FFF2-40B4-BE49-F238E27FC236}">
                <a16:creationId xmlns:a16="http://schemas.microsoft.com/office/drawing/2014/main" id="{86D6FBA9-26B6-FFF2-C8D7-8AA3BD445EB3}"/>
              </a:ext>
            </a:extLst>
          </p:cNvPr>
          <p:cNvSpPr/>
          <p:nvPr/>
        </p:nvSpPr>
        <p:spPr>
          <a:xfrm>
            <a:off x="9603162" y="3215577"/>
            <a:ext cx="895324" cy="250961"/>
          </a:xfrm>
          <a:prstGeom prst="flowChartMagneticDisk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8" name="Shape 6">
            <a:extLst>
              <a:ext uri="{FF2B5EF4-FFF2-40B4-BE49-F238E27FC236}">
                <a16:creationId xmlns:a16="http://schemas.microsoft.com/office/drawing/2014/main" id="{CF3DA262-040C-086A-220A-D62B8D452F22}"/>
              </a:ext>
            </a:extLst>
          </p:cNvPr>
          <p:cNvSpPr/>
          <p:nvPr/>
        </p:nvSpPr>
        <p:spPr>
          <a:xfrm>
            <a:off x="9392630" y="3496099"/>
            <a:ext cx="1316389" cy="182818"/>
          </a:xfrm>
          <a:prstGeom prst="roundRect">
            <a:avLst>
              <a:gd name="adj" fmla="val 14286"/>
            </a:avLst>
          </a:prstGeom>
          <a:noFill/>
          <a:ln w="19050">
            <a:noFill/>
            <a:prstDash val="solid"/>
          </a:ln>
          <a:effectLst>
            <a:outerShdw blurRad="63500" dist="19050" dir="5400000" algn="bl" rotWithShape="0">
              <a:srgbClr val="000000">
                <a:alpha val="10000"/>
              </a:srgbClr>
            </a:outerShdw>
          </a:effectLst>
        </p:spPr>
        <p:txBody>
          <a:bodyPr anchor="ctr"/>
          <a:lstStyle/>
          <a:p>
            <a:pPr algn="ctr"/>
            <a:r>
              <a:rPr lang="en-US" sz="11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Data </a:t>
            </a:r>
            <a:r>
              <a:rPr lang="en-US" sz="1100" dirty="0" err="1">
                <a:solidFill>
                  <a:schemeClr val="tx2">
                    <a:lumMod val="90000"/>
                    <a:lumOff val="10000"/>
                  </a:schemeClr>
                </a:solidFill>
              </a:rPr>
              <a:t>Condown</a:t>
            </a:r>
            <a:endParaRPr lang="en-ID" sz="1100" dirty="0">
              <a:solidFill>
                <a:schemeClr val="tx2">
                  <a:lumMod val="90000"/>
                  <a:lumOff val="10000"/>
                </a:schemeClr>
              </a:solidFill>
            </a:endParaRP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259EAF82-B46A-B7D1-C682-7244F24636C3}"/>
              </a:ext>
            </a:extLst>
          </p:cNvPr>
          <p:cNvCxnSpPr>
            <a:cxnSpLocks/>
            <a:stCxn id="9" idx="2"/>
          </p:cNvCxnSpPr>
          <p:nvPr/>
        </p:nvCxnSpPr>
        <p:spPr>
          <a:xfrm>
            <a:off x="10048740" y="2906700"/>
            <a:ext cx="0" cy="26623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Flowchart: Magnetic Disk 20">
            <a:extLst>
              <a:ext uri="{FF2B5EF4-FFF2-40B4-BE49-F238E27FC236}">
                <a16:creationId xmlns:a16="http://schemas.microsoft.com/office/drawing/2014/main" id="{4BB8F1A6-C5F8-E2CB-36B4-FCC2FB908CF0}"/>
              </a:ext>
            </a:extLst>
          </p:cNvPr>
          <p:cNvSpPr/>
          <p:nvPr/>
        </p:nvSpPr>
        <p:spPr>
          <a:xfrm>
            <a:off x="1473645" y="2092755"/>
            <a:ext cx="895324" cy="250961"/>
          </a:xfrm>
          <a:prstGeom prst="flowChartMagneticDisk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2" name="Shape 6">
            <a:extLst>
              <a:ext uri="{FF2B5EF4-FFF2-40B4-BE49-F238E27FC236}">
                <a16:creationId xmlns:a16="http://schemas.microsoft.com/office/drawing/2014/main" id="{13C1BFF4-3F4C-2D47-336D-5BB7619AAC76}"/>
              </a:ext>
            </a:extLst>
          </p:cNvPr>
          <p:cNvSpPr/>
          <p:nvPr/>
        </p:nvSpPr>
        <p:spPr>
          <a:xfrm>
            <a:off x="1263112" y="2358514"/>
            <a:ext cx="1316389" cy="182818"/>
          </a:xfrm>
          <a:prstGeom prst="roundRect">
            <a:avLst>
              <a:gd name="adj" fmla="val 14286"/>
            </a:avLst>
          </a:prstGeom>
          <a:noFill/>
          <a:ln w="19050">
            <a:noFill/>
            <a:prstDash val="solid"/>
          </a:ln>
          <a:effectLst>
            <a:outerShdw blurRad="63500" dist="19050" dir="5400000" algn="bl" rotWithShape="0">
              <a:srgbClr val="000000">
                <a:alpha val="10000"/>
              </a:srgbClr>
            </a:outerShdw>
          </a:effectLst>
        </p:spPr>
        <p:txBody>
          <a:bodyPr anchor="ctr"/>
          <a:lstStyle/>
          <a:p>
            <a:pPr algn="ctr"/>
            <a:r>
              <a:rPr lang="en-US" sz="11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DB Master Part</a:t>
            </a:r>
            <a:endParaRPr lang="en-ID" sz="1100" dirty="0">
              <a:solidFill>
                <a:schemeClr val="tx2">
                  <a:lumMod val="90000"/>
                  <a:lumOff val="10000"/>
                </a:schemeClr>
              </a:solidFill>
            </a:endParaRPr>
          </a:p>
        </p:txBody>
      </p:sp>
      <p:sp>
        <p:nvSpPr>
          <p:cNvPr id="23" name="Flowchart: Magnetic Disk 22">
            <a:extLst>
              <a:ext uri="{FF2B5EF4-FFF2-40B4-BE49-F238E27FC236}">
                <a16:creationId xmlns:a16="http://schemas.microsoft.com/office/drawing/2014/main" id="{3576FF78-8D04-F9F7-E571-D737116A5778}"/>
              </a:ext>
            </a:extLst>
          </p:cNvPr>
          <p:cNvSpPr/>
          <p:nvPr/>
        </p:nvSpPr>
        <p:spPr>
          <a:xfrm>
            <a:off x="885473" y="5327845"/>
            <a:ext cx="895324" cy="250961"/>
          </a:xfrm>
          <a:prstGeom prst="flowChartMagneticDisk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4" name="Shape 6">
            <a:extLst>
              <a:ext uri="{FF2B5EF4-FFF2-40B4-BE49-F238E27FC236}">
                <a16:creationId xmlns:a16="http://schemas.microsoft.com/office/drawing/2014/main" id="{72FE82C7-84C1-DE8A-3CA4-15EF3815B72C}"/>
              </a:ext>
            </a:extLst>
          </p:cNvPr>
          <p:cNvSpPr/>
          <p:nvPr/>
        </p:nvSpPr>
        <p:spPr>
          <a:xfrm>
            <a:off x="674940" y="5593604"/>
            <a:ext cx="1316389" cy="182818"/>
          </a:xfrm>
          <a:prstGeom prst="roundRect">
            <a:avLst>
              <a:gd name="adj" fmla="val 14286"/>
            </a:avLst>
          </a:prstGeom>
          <a:noFill/>
          <a:ln w="19050">
            <a:noFill/>
            <a:prstDash val="solid"/>
          </a:ln>
          <a:effectLst>
            <a:outerShdw blurRad="63500" dist="19050" dir="5400000" algn="bl" rotWithShape="0">
              <a:srgbClr val="000000">
                <a:alpha val="10000"/>
              </a:srgbClr>
            </a:outerShdw>
          </a:effectLst>
        </p:spPr>
        <p:txBody>
          <a:bodyPr anchor="ctr"/>
          <a:lstStyle/>
          <a:p>
            <a:pPr algn="ctr"/>
            <a:r>
              <a:rPr lang="en-US" sz="11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DB Skid Level</a:t>
            </a:r>
            <a:endParaRPr lang="en-ID" sz="1100" dirty="0">
              <a:solidFill>
                <a:schemeClr val="tx2">
                  <a:lumMod val="90000"/>
                  <a:lumOff val="10000"/>
                </a:schemeClr>
              </a:solidFill>
            </a:endParaRPr>
          </a:p>
        </p:txBody>
      </p:sp>
      <p:sp>
        <p:nvSpPr>
          <p:cNvPr id="25" name="Shape 6">
            <a:extLst>
              <a:ext uri="{FF2B5EF4-FFF2-40B4-BE49-F238E27FC236}">
                <a16:creationId xmlns:a16="http://schemas.microsoft.com/office/drawing/2014/main" id="{B96D961B-CC66-667F-F25F-62E40493795B}"/>
              </a:ext>
            </a:extLst>
          </p:cNvPr>
          <p:cNvSpPr/>
          <p:nvPr/>
        </p:nvSpPr>
        <p:spPr>
          <a:xfrm>
            <a:off x="705516" y="2774365"/>
            <a:ext cx="1063847" cy="243895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1B3A6B"/>
            </a:solidFill>
            <a:prstDash val="solid"/>
          </a:ln>
          <a:effectLst>
            <a:outerShdw blurRad="63500" dist="19050" dir="5400000" algn="bl" rotWithShape="0">
              <a:srgbClr val="000000">
                <a:alpha val="10000"/>
              </a:srgbClr>
            </a:outerShdw>
          </a:effectLst>
        </p:spPr>
        <p:txBody>
          <a:bodyPr anchor="ctr"/>
          <a:lstStyle/>
          <a:p>
            <a:pPr algn="ctr"/>
            <a:r>
              <a:rPr lang="en-US" sz="800" dirty="0"/>
              <a:t>Data Supplier </a:t>
            </a:r>
            <a:r>
              <a:rPr lang="en-US" sz="800" dirty="0" err="1"/>
              <a:t>setiap</a:t>
            </a:r>
            <a:r>
              <a:rPr lang="en-US" sz="800" dirty="0"/>
              <a:t> route</a:t>
            </a:r>
            <a:endParaRPr lang="en-ID" sz="800" dirty="0"/>
          </a:p>
        </p:txBody>
      </p:sp>
      <p:sp>
        <p:nvSpPr>
          <p:cNvPr id="35" name="Shape 6">
            <a:extLst>
              <a:ext uri="{FF2B5EF4-FFF2-40B4-BE49-F238E27FC236}">
                <a16:creationId xmlns:a16="http://schemas.microsoft.com/office/drawing/2014/main" id="{1A486A99-4E69-AAE4-FB40-0A7BBDA60663}"/>
              </a:ext>
            </a:extLst>
          </p:cNvPr>
          <p:cNvSpPr/>
          <p:nvPr/>
        </p:nvSpPr>
        <p:spPr>
          <a:xfrm>
            <a:off x="2016865" y="2780436"/>
            <a:ext cx="1063847" cy="243895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1B3A6B"/>
            </a:solidFill>
            <a:prstDash val="solid"/>
          </a:ln>
          <a:effectLst>
            <a:outerShdw blurRad="63500" dist="19050" dir="5400000" algn="bl" rotWithShape="0">
              <a:srgbClr val="000000">
                <a:alpha val="10000"/>
              </a:srgbClr>
            </a:outerShdw>
          </a:effectLst>
        </p:spPr>
        <p:txBody>
          <a:bodyPr anchor="ctr"/>
          <a:lstStyle/>
          <a:p>
            <a:pPr algn="ctr"/>
            <a:r>
              <a:rPr lang="en-US" sz="800" dirty="0"/>
              <a:t>Data Status Part</a:t>
            </a:r>
            <a:endParaRPr lang="en-ID" sz="800" dirty="0"/>
          </a:p>
        </p:txBody>
      </p:sp>
      <p:cxnSp>
        <p:nvCxnSpPr>
          <p:cNvPr id="37" name="Connector: Elbow 36">
            <a:extLst>
              <a:ext uri="{FF2B5EF4-FFF2-40B4-BE49-F238E27FC236}">
                <a16:creationId xmlns:a16="http://schemas.microsoft.com/office/drawing/2014/main" id="{F183393C-85FF-DD09-C776-E463DDA7254A}"/>
              </a:ext>
            </a:extLst>
          </p:cNvPr>
          <p:cNvCxnSpPr>
            <a:stCxn id="22" idx="2"/>
            <a:endCxn id="25" idx="0"/>
          </p:cNvCxnSpPr>
          <p:nvPr/>
        </p:nvCxnSpPr>
        <p:spPr>
          <a:xfrm rot="5400000">
            <a:off x="1462858" y="2315915"/>
            <a:ext cx="233033" cy="683867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: Elbow 37">
            <a:extLst>
              <a:ext uri="{FF2B5EF4-FFF2-40B4-BE49-F238E27FC236}">
                <a16:creationId xmlns:a16="http://schemas.microsoft.com/office/drawing/2014/main" id="{68A9276E-96E3-428C-CF5A-E928F7374226}"/>
              </a:ext>
            </a:extLst>
          </p:cNvPr>
          <p:cNvCxnSpPr>
            <a:cxnSpLocks/>
          </p:cNvCxnSpPr>
          <p:nvPr/>
        </p:nvCxnSpPr>
        <p:spPr>
          <a:xfrm rot="16200000" flipH="1">
            <a:off x="2115497" y="2347143"/>
            <a:ext cx="239104" cy="627482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Flowchart: Magnetic Disk 40">
            <a:extLst>
              <a:ext uri="{FF2B5EF4-FFF2-40B4-BE49-F238E27FC236}">
                <a16:creationId xmlns:a16="http://schemas.microsoft.com/office/drawing/2014/main" id="{1B8F05BB-35B9-F188-2954-4DA3C4BC3F1C}"/>
              </a:ext>
            </a:extLst>
          </p:cNvPr>
          <p:cNvSpPr/>
          <p:nvPr/>
        </p:nvSpPr>
        <p:spPr>
          <a:xfrm>
            <a:off x="4798308" y="2965923"/>
            <a:ext cx="895324" cy="250961"/>
          </a:xfrm>
          <a:prstGeom prst="flowChartMagneticDisk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42" name="Shape 6">
            <a:extLst>
              <a:ext uri="{FF2B5EF4-FFF2-40B4-BE49-F238E27FC236}">
                <a16:creationId xmlns:a16="http://schemas.microsoft.com/office/drawing/2014/main" id="{E6034F12-62EE-4A12-BC42-016E6AB7FCE9}"/>
              </a:ext>
            </a:extLst>
          </p:cNvPr>
          <p:cNvSpPr/>
          <p:nvPr/>
        </p:nvSpPr>
        <p:spPr>
          <a:xfrm>
            <a:off x="4587775" y="3231682"/>
            <a:ext cx="1316389" cy="182818"/>
          </a:xfrm>
          <a:prstGeom prst="roundRect">
            <a:avLst>
              <a:gd name="adj" fmla="val 14286"/>
            </a:avLst>
          </a:prstGeom>
          <a:noFill/>
          <a:ln w="19050">
            <a:noFill/>
            <a:prstDash val="solid"/>
          </a:ln>
          <a:effectLst>
            <a:outerShdw blurRad="63500" dist="19050" dir="5400000" algn="bl" rotWithShape="0">
              <a:srgbClr val="000000">
                <a:alpha val="10000"/>
              </a:srgbClr>
            </a:outerShdw>
          </a:effectLst>
        </p:spPr>
        <p:txBody>
          <a:bodyPr anchor="ctr"/>
          <a:lstStyle/>
          <a:p>
            <a:pPr algn="ctr"/>
            <a:r>
              <a:rPr lang="en-US" sz="11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DB </a:t>
            </a:r>
            <a:r>
              <a:rPr lang="en-US" sz="1100" dirty="0" err="1">
                <a:solidFill>
                  <a:schemeClr val="tx2">
                    <a:lumMod val="90000"/>
                    <a:lumOff val="10000"/>
                  </a:schemeClr>
                </a:solidFill>
              </a:rPr>
              <a:t>Patern</a:t>
            </a:r>
            <a:r>
              <a:rPr lang="en-US" sz="11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 Unload</a:t>
            </a:r>
            <a:endParaRPr lang="en-ID" sz="1100" dirty="0">
              <a:solidFill>
                <a:schemeClr val="tx2">
                  <a:lumMod val="90000"/>
                  <a:lumOff val="10000"/>
                </a:schemeClr>
              </a:solidFill>
            </a:endParaRPr>
          </a:p>
        </p:txBody>
      </p:sp>
      <p:sp>
        <p:nvSpPr>
          <p:cNvPr id="45" name="Shape 6">
            <a:extLst>
              <a:ext uri="{FF2B5EF4-FFF2-40B4-BE49-F238E27FC236}">
                <a16:creationId xmlns:a16="http://schemas.microsoft.com/office/drawing/2014/main" id="{EEC1EC84-0C5C-7FEA-40BB-52D272FC475D}"/>
              </a:ext>
            </a:extLst>
          </p:cNvPr>
          <p:cNvSpPr/>
          <p:nvPr/>
        </p:nvSpPr>
        <p:spPr>
          <a:xfrm>
            <a:off x="4722486" y="2161717"/>
            <a:ext cx="1063847" cy="243895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1B3A6B"/>
            </a:solidFill>
            <a:prstDash val="solid"/>
          </a:ln>
          <a:effectLst>
            <a:outerShdw blurRad="63500" dist="19050" dir="5400000" algn="bl" rotWithShape="0">
              <a:srgbClr val="000000">
                <a:alpha val="10000"/>
              </a:srgbClr>
            </a:outerShdw>
          </a:effectLst>
        </p:spPr>
        <p:txBody>
          <a:bodyPr anchor="ctr"/>
          <a:lstStyle/>
          <a:p>
            <a:pPr algn="ctr"/>
            <a:r>
              <a:rPr lang="en-ID" sz="800" dirty="0"/>
              <a:t>Setting </a:t>
            </a:r>
            <a:r>
              <a:rPr lang="en-ID" sz="800" dirty="0" err="1"/>
              <a:t>Patern</a:t>
            </a:r>
            <a:r>
              <a:rPr lang="en-ID" sz="800" dirty="0"/>
              <a:t> Unload</a:t>
            </a:r>
          </a:p>
        </p:txBody>
      </p:sp>
      <p:cxnSp>
        <p:nvCxnSpPr>
          <p:cNvPr id="46" name="Connector: Elbow 45">
            <a:extLst>
              <a:ext uri="{FF2B5EF4-FFF2-40B4-BE49-F238E27FC236}">
                <a16:creationId xmlns:a16="http://schemas.microsoft.com/office/drawing/2014/main" id="{B80E539F-3D0D-5570-322E-2F538818527F}"/>
              </a:ext>
            </a:extLst>
          </p:cNvPr>
          <p:cNvCxnSpPr>
            <a:cxnSpLocks/>
            <a:stCxn id="25" idx="2"/>
            <a:endCxn id="110" idx="0"/>
          </p:cNvCxnSpPr>
          <p:nvPr/>
        </p:nvCxnSpPr>
        <p:spPr>
          <a:xfrm rot="16200000" flipH="1">
            <a:off x="1455802" y="2799898"/>
            <a:ext cx="237951" cy="674674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83037F0F-8E0C-EA72-9321-DF41A4801D2E}"/>
              </a:ext>
            </a:extLst>
          </p:cNvPr>
          <p:cNvCxnSpPr>
            <a:cxnSpLocks/>
          </p:cNvCxnSpPr>
          <p:nvPr/>
        </p:nvCxnSpPr>
        <p:spPr>
          <a:xfrm flipH="1">
            <a:off x="5219477" y="2405612"/>
            <a:ext cx="8440" cy="56031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: Elbow 78">
            <a:extLst>
              <a:ext uri="{FF2B5EF4-FFF2-40B4-BE49-F238E27FC236}">
                <a16:creationId xmlns:a16="http://schemas.microsoft.com/office/drawing/2014/main" id="{785555A6-5224-6EA0-681A-1D65F2DAD899}"/>
              </a:ext>
            </a:extLst>
          </p:cNvPr>
          <p:cNvCxnSpPr>
            <a:cxnSpLocks/>
            <a:stCxn id="35" idx="2"/>
            <a:endCxn id="110" idx="0"/>
          </p:cNvCxnSpPr>
          <p:nvPr/>
        </p:nvCxnSpPr>
        <p:spPr>
          <a:xfrm rot="5400000">
            <a:off x="2114512" y="2821934"/>
            <a:ext cx="231880" cy="636675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: Elbow 93">
            <a:extLst>
              <a:ext uri="{FF2B5EF4-FFF2-40B4-BE49-F238E27FC236}">
                <a16:creationId xmlns:a16="http://schemas.microsoft.com/office/drawing/2014/main" id="{1A35B96C-2E7C-95E5-52F3-A62F68891621}"/>
              </a:ext>
            </a:extLst>
          </p:cNvPr>
          <p:cNvCxnSpPr>
            <a:cxnSpLocks/>
            <a:stCxn id="41" idx="4"/>
            <a:endCxn id="159" idx="3"/>
          </p:cNvCxnSpPr>
          <p:nvPr/>
        </p:nvCxnSpPr>
        <p:spPr>
          <a:xfrm flipV="1">
            <a:off x="5693632" y="1289010"/>
            <a:ext cx="442294" cy="1802394"/>
          </a:xfrm>
          <a:prstGeom prst="bentConnector3">
            <a:avLst>
              <a:gd name="adj1" fmla="val 151685"/>
            </a:avLst>
          </a:prstGeom>
          <a:ln>
            <a:solidFill>
              <a:srgbClr val="8CCEEC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7" name="Shape 6">
            <a:extLst>
              <a:ext uri="{FF2B5EF4-FFF2-40B4-BE49-F238E27FC236}">
                <a16:creationId xmlns:a16="http://schemas.microsoft.com/office/drawing/2014/main" id="{7BD03A90-B2D9-EC20-7E5F-69DC9F9A02BB}"/>
              </a:ext>
            </a:extLst>
          </p:cNvPr>
          <p:cNvSpPr/>
          <p:nvPr/>
        </p:nvSpPr>
        <p:spPr>
          <a:xfrm>
            <a:off x="1543254" y="3744381"/>
            <a:ext cx="731520" cy="243895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1B3A6B"/>
            </a:solidFill>
            <a:prstDash val="solid"/>
          </a:ln>
          <a:effectLst>
            <a:outerShdw blurRad="63500" dist="19050" dir="5400000" algn="bl" rotWithShape="0">
              <a:srgbClr val="000000">
                <a:alpha val="10000"/>
              </a:srgbClr>
            </a:outerShdw>
          </a:effectLst>
        </p:spPr>
        <p:txBody>
          <a:bodyPr anchor="ctr"/>
          <a:lstStyle/>
          <a:p>
            <a:pPr algn="ctr"/>
            <a:r>
              <a:rPr lang="en-ID" sz="800" dirty="0"/>
              <a:t>Sorting</a:t>
            </a:r>
          </a:p>
        </p:txBody>
      </p:sp>
      <p:sp>
        <p:nvSpPr>
          <p:cNvPr id="104" name="Shape 6">
            <a:extLst>
              <a:ext uri="{FF2B5EF4-FFF2-40B4-BE49-F238E27FC236}">
                <a16:creationId xmlns:a16="http://schemas.microsoft.com/office/drawing/2014/main" id="{D16C3876-CED9-E6F0-DF2E-7E37549B9801}"/>
              </a:ext>
            </a:extLst>
          </p:cNvPr>
          <p:cNvSpPr/>
          <p:nvPr/>
        </p:nvSpPr>
        <p:spPr>
          <a:xfrm>
            <a:off x="2402722" y="3744381"/>
            <a:ext cx="731520" cy="243895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1B3A6B"/>
            </a:solidFill>
            <a:prstDash val="solid"/>
          </a:ln>
          <a:effectLst>
            <a:outerShdw blurRad="63500" dist="19050" dir="5400000" algn="bl" rotWithShape="0">
              <a:srgbClr val="000000">
                <a:alpha val="10000"/>
              </a:srgbClr>
            </a:outerShdw>
          </a:effectLst>
        </p:spPr>
        <p:txBody>
          <a:bodyPr anchor="ctr"/>
          <a:lstStyle/>
          <a:p>
            <a:pPr algn="ctr"/>
            <a:r>
              <a:rPr lang="en-ID" sz="800" dirty="0"/>
              <a:t>Direct</a:t>
            </a:r>
          </a:p>
        </p:txBody>
      </p:sp>
      <p:sp>
        <p:nvSpPr>
          <p:cNvPr id="106" name="Shape 6">
            <a:extLst>
              <a:ext uri="{FF2B5EF4-FFF2-40B4-BE49-F238E27FC236}">
                <a16:creationId xmlns:a16="http://schemas.microsoft.com/office/drawing/2014/main" id="{F6B7BA6E-833A-F758-AA68-9BA074BDC841}"/>
              </a:ext>
            </a:extLst>
          </p:cNvPr>
          <p:cNvSpPr/>
          <p:nvPr/>
        </p:nvSpPr>
        <p:spPr>
          <a:xfrm>
            <a:off x="683785" y="3744381"/>
            <a:ext cx="731520" cy="243895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1B3A6B"/>
            </a:solidFill>
            <a:prstDash val="solid"/>
          </a:ln>
          <a:effectLst>
            <a:outerShdw blurRad="63500" dist="19050" dir="5400000" algn="bl" rotWithShape="0">
              <a:srgbClr val="000000">
                <a:alpha val="10000"/>
              </a:srgbClr>
            </a:outerShdw>
          </a:effectLst>
        </p:spPr>
        <p:txBody>
          <a:bodyPr anchor="ctr"/>
          <a:lstStyle/>
          <a:p>
            <a:pPr algn="ctr"/>
            <a:r>
              <a:rPr lang="en-ID" sz="800" dirty="0"/>
              <a:t>Unpacking </a:t>
            </a:r>
            <a:r>
              <a:rPr lang="en-ID" sz="800" dirty="0" err="1"/>
              <a:t>Murni</a:t>
            </a:r>
            <a:endParaRPr lang="en-ID" sz="800" dirty="0"/>
          </a:p>
        </p:txBody>
      </p:sp>
      <p:sp>
        <p:nvSpPr>
          <p:cNvPr id="110" name="Shape 6">
            <a:extLst>
              <a:ext uri="{FF2B5EF4-FFF2-40B4-BE49-F238E27FC236}">
                <a16:creationId xmlns:a16="http://schemas.microsoft.com/office/drawing/2014/main" id="{804666CB-7BCF-BC18-4C78-56A7055F8DB3}"/>
              </a:ext>
            </a:extLst>
          </p:cNvPr>
          <p:cNvSpPr/>
          <p:nvPr/>
        </p:nvSpPr>
        <p:spPr>
          <a:xfrm>
            <a:off x="1380190" y="3256211"/>
            <a:ext cx="1063847" cy="243895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1B3A6B"/>
            </a:solidFill>
            <a:prstDash val="solid"/>
          </a:ln>
          <a:effectLst>
            <a:outerShdw blurRad="63500" dist="19050" dir="5400000" algn="bl" rotWithShape="0">
              <a:srgbClr val="000000">
                <a:alpha val="10000"/>
              </a:srgbClr>
            </a:outerShdw>
          </a:effectLst>
        </p:spPr>
        <p:txBody>
          <a:bodyPr anchor="ctr"/>
          <a:lstStyle/>
          <a:p>
            <a:pPr algn="ctr"/>
            <a:r>
              <a:rPr lang="en-US" sz="800" dirty="0"/>
              <a:t>Data Unload </a:t>
            </a:r>
            <a:endParaRPr lang="en-ID" sz="800" dirty="0"/>
          </a:p>
        </p:txBody>
      </p:sp>
      <p:cxnSp>
        <p:nvCxnSpPr>
          <p:cNvPr id="115" name="Connector: Elbow 114">
            <a:extLst>
              <a:ext uri="{FF2B5EF4-FFF2-40B4-BE49-F238E27FC236}">
                <a16:creationId xmlns:a16="http://schemas.microsoft.com/office/drawing/2014/main" id="{911736D9-878A-8590-6A8B-07F49BB8B627}"/>
              </a:ext>
            </a:extLst>
          </p:cNvPr>
          <p:cNvCxnSpPr>
            <a:cxnSpLocks/>
            <a:stCxn id="110" idx="2"/>
            <a:endCxn id="106" idx="0"/>
          </p:cNvCxnSpPr>
          <p:nvPr/>
        </p:nvCxnSpPr>
        <p:spPr>
          <a:xfrm rot="5400000">
            <a:off x="1358693" y="3190959"/>
            <a:ext cx="244275" cy="862569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" name="Connector: Elbow 120">
            <a:extLst>
              <a:ext uri="{FF2B5EF4-FFF2-40B4-BE49-F238E27FC236}">
                <a16:creationId xmlns:a16="http://schemas.microsoft.com/office/drawing/2014/main" id="{2F33142E-6D69-8D35-25E7-0B2393F85260}"/>
              </a:ext>
            </a:extLst>
          </p:cNvPr>
          <p:cNvCxnSpPr>
            <a:cxnSpLocks/>
            <a:stCxn id="110" idx="2"/>
            <a:endCxn id="104" idx="0"/>
          </p:cNvCxnSpPr>
          <p:nvPr/>
        </p:nvCxnSpPr>
        <p:spPr>
          <a:xfrm rot="16200000" flipH="1">
            <a:off x="2218161" y="3194059"/>
            <a:ext cx="244275" cy="856368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Straight Arrow Connector 123">
            <a:extLst>
              <a:ext uri="{FF2B5EF4-FFF2-40B4-BE49-F238E27FC236}">
                <a16:creationId xmlns:a16="http://schemas.microsoft.com/office/drawing/2014/main" id="{9D77BDF0-8CFA-3416-537D-8DF521FAD154}"/>
              </a:ext>
            </a:extLst>
          </p:cNvPr>
          <p:cNvCxnSpPr>
            <a:cxnSpLocks/>
            <a:stCxn id="110" idx="2"/>
            <a:endCxn id="97" idx="0"/>
          </p:cNvCxnSpPr>
          <p:nvPr/>
        </p:nvCxnSpPr>
        <p:spPr>
          <a:xfrm flipH="1">
            <a:off x="1909014" y="3500106"/>
            <a:ext cx="3100" cy="24427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0" name="Shape 6">
            <a:extLst>
              <a:ext uri="{FF2B5EF4-FFF2-40B4-BE49-F238E27FC236}">
                <a16:creationId xmlns:a16="http://schemas.microsoft.com/office/drawing/2014/main" id="{0BD20423-3CD3-D4B8-37A5-FDC1B2336926}"/>
              </a:ext>
            </a:extLst>
          </p:cNvPr>
          <p:cNvSpPr/>
          <p:nvPr/>
        </p:nvSpPr>
        <p:spPr>
          <a:xfrm>
            <a:off x="1061896" y="4236242"/>
            <a:ext cx="731520" cy="243895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1B3A6B"/>
            </a:solidFill>
            <a:prstDash val="solid"/>
          </a:ln>
          <a:effectLst>
            <a:outerShdw blurRad="63500" dist="19050" dir="5400000" algn="bl" rotWithShape="0">
              <a:srgbClr val="000000">
                <a:alpha val="10000"/>
              </a:srgbClr>
            </a:outerShdw>
          </a:effectLst>
        </p:spPr>
        <p:txBody>
          <a:bodyPr anchor="ctr"/>
          <a:lstStyle/>
          <a:p>
            <a:pPr algn="ctr"/>
            <a:r>
              <a:rPr lang="en-ID" sz="800" dirty="0"/>
              <a:t>Grouping </a:t>
            </a:r>
            <a:r>
              <a:rPr lang="en-ID" sz="800" dirty="0" err="1"/>
              <a:t>jadi</a:t>
            </a:r>
            <a:r>
              <a:rPr lang="en-ID" sz="800" dirty="0"/>
              <a:t> 1 Dolly</a:t>
            </a:r>
          </a:p>
        </p:txBody>
      </p:sp>
      <p:cxnSp>
        <p:nvCxnSpPr>
          <p:cNvPr id="131" name="Connector: Elbow 130">
            <a:extLst>
              <a:ext uri="{FF2B5EF4-FFF2-40B4-BE49-F238E27FC236}">
                <a16:creationId xmlns:a16="http://schemas.microsoft.com/office/drawing/2014/main" id="{DA8A9524-BCBE-B0AF-D526-6358C7F4AAA1}"/>
              </a:ext>
            </a:extLst>
          </p:cNvPr>
          <p:cNvCxnSpPr>
            <a:cxnSpLocks/>
            <a:stCxn id="106" idx="2"/>
            <a:endCxn id="130" idx="0"/>
          </p:cNvCxnSpPr>
          <p:nvPr/>
        </p:nvCxnSpPr>
        <p:spPr>
          <a:xfrm rot="16200000" flipH="1">
            <a:off x="1114617" y="3923203"/>
            <a:ext cx="247966" cy="378111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" name="Connector: Elbow 135">
            <a:extLst>
              <a:ext uri="{FF2B5EF4-FFF2-40B4-BE49-F238E27FC236}">
                <a16:creationId xmlns:a16="http://schemas.microsoft.com/office/drawing/2014/main" id="{A977EE79-F425-0BA8-B304-52A88FED970B}"/>
              </a:ext>
            </a:extLst>
          </p:cNvPr>
          <p:cNvCxnSpPr>
            <a:cxnSpLocks/>
            <a:stCxn id="97" idx="2"/>
            <a:endCxn id="130" idx="0"/>
          </p:cNvCxnSpPr>
          <p:nvPr/>
        </p:nvCxnSpPr>
        <p:spPr>
          <a:xfrm rot="5400000">
            <a:off x="1544352" y="3871580"/>
            <a:ext cx="247966" cy="481358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3" name="Connector: Elbow 142">
            <a:extLst>
              <a:ext uri="{FF2B5EF4-FFF2-40B4-BE49-F238E27FC236}">
                <a16:creationId xmlns:a16="http://schemas.microsoft.com/office/drawing/2014/main" id="{9C8D5D62-637A-9D81-B607-D9376CF8E54F}"/>
              </a:ext>
            </a:extLst>
          </p:cNvPr>
          <p:cNvCxnSpPr>
            <a:cxnSpLocks/>
            <a:stCxn id="130" idx="2"/>
            <a:endCxn id="41" idx="2"/>
          </p:cNvCxnSpPr>
          <p:nvPr/>
        </p:nvCxnSpPr>
        <p:spPr>
          <a:xfrm rot="5400000" flipH="1" flipV="1">
            <a:off x="2418615" y="2100445"/>
            <a:ext cx="1388733" cy="3370652"/>
          </a:xfrm>
          <a:prstGeom prst="bentConnector4">
            <a:avLst>
              <a:gd name="adj1" fmla="val -16461"/>
              <a:gd name="adj2" fmla="val 65017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1" name="Connector: Elbow 150">
            <a:extLst>
              <a:ext uri="{FF2B5EF4-FFF2-40B4-BE49-F238E27FC236}">
                <a16:creationId xmlns:a16="http://schemas.microsoft.com/office/drawing/2014/main" id="{335E255B-2478-F6CF-7BD5-2F79AE8649B7}"/>
              </a:ext>
            </a:extLst>
          </p:cNvPr>
          <p:cNvCxnSpPr>
            <a:cxnSpLocks/>
            <a:stCxn id="104" idx="2"/>
            <a:endCxn id="41" idx="2"/>
          </p:cNvCxnSpPr>
          <p:nvPr/>
        </p:nvCxnSpPr>
        <p:spPr>
          <a:xfrm rot="5400000" flipH="1" flipV="1">
            <a:off x="3334959" y="2524927"/>
            <a:ext cx="896872" cy="2029826"/>
          </a:xfrm>
          <a:prstGeom prst="bentConnector4">
            <a:avLst>
              <a:gd name="adj1" fmla="val -81101"/>
              <a:gd name="adj2" fmla="val 41719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8" name="Shape 6">
            <a:extLst>
              <a:ext uri="{FF2B5EF4-FFF2-40B4-BE49-F238E27FC236}">
                <a16:creationId xmlns:a16="http://schemas.microsoft.com/office/drawing/2014/main" id="{E84CE929-3E6C-848A-4F4E-F55BA34F07EE}"/>
              </a:ext>
            </a:extLst>
          </p:cNvPr>
          <p:cNvSpPr/>
          <p:nvPr/>
        </p:nvSpPr>
        <p:spPr>
          <a:xfrm>
            <a:off x="6091525" y="4495721"/>
            <a:ext cx="1787748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9050">
            <a:solidFill>
              <a:srgbClr val="1B3A6B"/>
            </a:solidFill>
            <a:prstDash val="solid"/>
          </a:ln>
          <a:effectLst>
            <a:outerShdw blurRad="63500" dist="19050" dir="5400000" algn="bl" rotWithShape="0">
              <a:srgbClr val="000000">
                <a:alpha val="10000"/>
              </a:srgbClr>
            </a:outerShdw>
          </a:effectLst>
        </p:spPr>
        <p:txBody>
          <a:bodyPr anchor="ctr"/>
          <a:lstStyle/>
          <a:p>
            <a:pPr algn="ctr"/>
            <a:r>
              <a:rPr lang="en-US" sz="1100" b="1" dirty="0"/>
              <a:t>Visual </a:t>
            </a:r>
            <a:r>
              <a:rPr lang="en-US" sz="1100" b="1" dirty="0" err="1"/>
              <a:t>Simulasi</a:t>
            </a:r>
            <a:r>
              <a:rPr lang="en-US" sz="1100" b="1" dirty="0"/>
              <a:t> Unload</a:t>
            </a:r>
            <a:endParaRPr lang="en-ID" sz="1100" b="1" dirty="0"/>
          </a:p>
        </p:txBody>
      </p:sp>
      <p:cxnSp>
        <p:nvCxnSpPr>
          <p:cNvPr id="161" name="Connector: Elbow 160">
            <a:extLst>
              <a:ext uri="{FF2B5EF4-FFF2-40B4-BE49-F238E27FC236}">
                <a16:creationId xmlns:a16="http://schemas.microsoft.com/office/drawing/2014/main" id="{D6F85CF2-4D97-1C36-E711-F961CDA1356A}"/>
              </a:ext>
            </a:extLst>
          </p:cNvPr>
          <p:cNvCxnSpPr>
            <a:cxnSpLocks/>
            <a:stCxn id="24" idx="2"/>
            <a:endCxn id="158" idx="1"/>
          </p:cNvCxnSpPr>
          <p:nvPr/>
        </p:nvCxnSpPr>
        <p:spPr>
          <a:xfrm rot="5400000" flipH="1" flipV="1">
            <a:off x="3167991" y="2852889"/>
            <a:ext cx="1088677" cy="4758390"/>
          </a:xfrm>
          <a:prstGeom prst="bentConnector4">
            <a:avLst>
              <a:gd name="adj1" fmla="val -20998"/>
              <a:gd name="adj2" fmla="val 63322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9" name="Connector: Elbow 168">
            <a:extLst>
              <a:ext uri="{FF2B5EF4-FFF2-40B4-BE49-F238E27FC236}">
                <a16:creationId xmlns:a16="http://schemas.microsoft.com/office/drawing/2014/main" id="{8212778D-FED8-91DF-277B-6B9D044B0A08}"/>
              </a:ext>
            </a:extLst>
          </p:cNvPr>
          <p:cNvCxnSpPr>
            <a:cxnSpLocks/>
            <a:stCxn id="42" idx="2"/>
            <a:endCxn id="158" idx="0"/>
          </p:cNvCxnSpPr>
          <p:nvPr/>
        </p:nvCxnSpPr>
        <p:spPr>
          <a:xfrm rot="16200000" flipH="1">
            <a:off x="5575074" y="3085395"/>
            <a:ext cx="1081221" cy="1739429"/>
          </a:xfrm>
          <a:prstGeom prst="bentConnector3">
            <a:avLst>
              <a:gd name="adj1" fmla="val 65541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0" name="Connector: Elbow 179">
            <a:extLst>
              <a:ext uri="{FF2B5EF4-FFF2-40B4-BE49-F238E27FC236}">
                <a16:creationId xmlns:a16="http://schemas.microsoft.com/office/drawing/2014/main" id="{FD97333C-16E0-A366-5B6D-CD3ED52E71D3}"/>
              </a:ext>
            </a:extLst>
          </p:cNvPr>
          <p:cNvCxnSpPr>
            <a:cxnSpLocks/>
            <a:stCxn id="8" idx="2"/>
            <a:endCxn id="158" idx="0"/>
          </p:cNvCxnSpPr>
          <p:nvPr/>
        </p:nvCxnSpPr>
        <p:spPr>
          <a:xfrm rot="5400000">
            <a:off x="7056447" y="2833236"/>
            <a:ext cx="1591438" cy="1733533"/>
          </a:xfrm>
          <a:prstGeom prst="bentConnector3">
            <a:avLst>
              <a:gd name="adj1" fmla="val 76697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0" name="Connector: Elbow 189">
            <a:extLst>
              <a:ext uri="{FF2B5EF4-FFF2-40B4-BE49-F238E27FC236}">
                <a16:creationId xmlns:a16="http://schemas.microsoft.com/office/drawing/2014/main" id="{73A42E55-43B8-AE64-DA85-746B1D111178}"/>
              </a:ext>
            </a:extLst>
          </p:cNvPr>
          <p:cNvCxnSpPr>
            <a:cxnSpLocks/>
            <a:stCxn id="18" idx="2"/>
            <a:endCxn id="158" idx="0"/>
          </p:cNvCxnSpPr>
          <p:nvPr/>
        </p:nvCxnSpPr>
        <p:spPr>
          <a:xfrm rot="5400000">
            <a:off x="8109710" y="2554606"/>
            <a:ext cx="816804" cy="3065426"/>
          </a:xfrm>
          <a:prstGeom prst="bentConnector3">
            <a:avLst>
              <a:gd name="adj1" fmla="val 54523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5" name="Shape 6">
            <a:extLst>
              <a:ext uri="{FF2B5EF4-FFF2-40B4-BE49-F238E27FC236}">
                <a16:creationId xmlns:a16="http://schemas.microsoft.com/office/drawing/2014/main" id="{39B0FB4D-1480-E3BC-CFD8-6DC2FE766218}"/>
              </a:ext>
            </a:extLst>
          </p:cNvPr>
          <p:cNvSpPr/>
          <p:nvPr/>
        </p:nvSpPr>
        <p:spPr>
          <a:xfrm>
            <a:off x="2110287" y="5738605"/>
            <a:ext cx="1316389" cy="182818"/>
          </a:xfrm>
          <a:prstGeom prst="roundRect">
            <a:avLst>
              <a:gd name="adj" fmla="val 14286"/>
            </a:avLst>
          </a:prstGeom>
          <a:noFill/>
          <a:ln w="19050">
            <a:noFill/>
            <a:prstDash val="solid"/>
          </a:ln>
          <a:effectLst>
            <a:outerShdw blurRad="63500" dist="19050" dir="5400000" algn="bl" rotWithShape="0">
              <a:srgbClr val="000000">
                <a:alpha val="10000"/>
              </a:srgbClr>
            </a:outerShdw>
          </a:effectLst>
        </p:spPr>
        <p:txBody>
          <a:bodyPr anchor="ctr"/>
          <a:lstStyle/>
          <a:p>
            <a:pPr algn="ctr"/>
            <a:r>
              <a:rPr lang="en-US" sz="11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Data Ordering</a:t>
            </a:r>
            <a:endParaRPr lang="en-ID" sz="1100" dirty="0">
              <a:solidFill>
                <a:schemeClr val="tx2">
                  <a:lumMod val="90000"/>
                  <a:lumOff val="10000"/>
                </a:schemeClr>
              </a:solidFill>
            </a:endParaRPr>
          </a:p>
        </p:txBody>
      </p:sp>
      <p:sp>
        <p:nvSpPr>
          <p:cNvPr id="196" name="Shape 6">
            <a:extLst>
              <a:ext uri="{FF2B5EF4-FFF2-40B4-BE49-F238E27FC236}">
                <a16:creationId xmlns:a16="http://schemas.microsoft.com/office/drawing/2014/main" id="{CF02AE7A-5FDC-208A-0902-0B49CE045FEB}"/>
              </a:ext>
            </a:extLst>
          </p:cNvPr>
          <p:cNvSpPr/>
          <p:nvPr/>
        </p:nvSpPr>
        <p:spPr>
          <a:xfrm>
            <a:off x="5227917" y="3825511"/>
            <a:ext cx="1316389" cy="182818"/>
          </a:xfrm>
          <a:prstGeom prst="roundRect">
            <a:avLst>
              <a:gd name="adj" fmla="val 14286"/>
            </a:avLst>
          </a:prstGeom>
          <a:noFill/>
          <a:ln w="19050">
            <a:noFill/>
            <a:prstDash val="solid"/>
          </a:ln>
          <a:effectLst>
            <a:outerShdw blurRad="63500" dist="19050" dir="5400000" algn="bl" rotWithShape="0">
              <a:srgbClr val="000000">
                <a:alpha val="10000"/>
              </a:srgbClr>
            </a:outerShdw>
          </a:effectLst>
        </p:spPr>
        <p:txBody>
          <a:bodyPr anchor="ctr"/>
          <a:lstStyle/>
          <a:p>
            <a:r>
              <a:rPr lang="en-US" sz="11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Data </a:t>
            </a:r>
            <a:r>
              <a:rPr lang="en-US" sz="1100" dirty="0" err="1">
                <a:solidFill>
                  <a:schemeClr val="tx2">
                    <a:lumMod val="90000"/>
                    <a:lumOff val="10000"/>
                  </a:schemeClr>
                </a:solidFill>
              </a:rPr>
              <a:t>Patern</a:t>
            </a:r>
            <a:r>
              <a:rPr lang="en-US" sz="11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 Unload</a:t>
            </a:r>
            <a:endParaRPr lang="en-ID" sz="1100" dirty="0">
              <a:solidFill>
                <a:schemeClr val="tx2">
                  <a:lumMod val="90000"/>
                  <a:lumOff val="10000"/>
                </a:schemeClr>
              </a:solidFill>
            </a:endParaRPr>
          </a:p>
        </p:txBody>
      </p:sp>
      <p:sp>
        <p:nvSpPr>
          <p:cNvPr id="197" name="Shape 6">
            <a:extLst>
              <a:ext uri="{FF2B5EF4-FFF2-40B4-BE49-F238E27FC236}">
                <a16:creationId xmlns:a16="http://schemas.microsoft.com/office/drawing/2014/main" id="{A856591A-9406-80BC-5776-B113EB485AA6}"/>
              </a:ext>
            </a:extLst>
          </p:cNvPr>
          <p:cNvSpPr/>
          <p:nvPr/>
        </p:nvSpPr>
        <p:spPr>
          <a:xfrm>
            <a:off x="7402542" y="3823566"/>
            <a:ext cx="1316389" cy="184763"/>
          </a:xfrm>
          <a:prstGeom prst="roundRect">
            <a:avLst>
              <a:gd name="adj" fmla="val 14286"/>
            </a:avLst>
          </a:prstGeom>
          <a:noFill/>
          <a:ln w="19050">
            <a:noFill/>
            <a:prstDash val="solid"/>
          </a:ln>
          <a:effectLst>
            <a:outerShdw blurRad="63500" dist="19050" dir="5400000" algn="bl" rotWithShape="0">
              <a:srgbClr val="000000">
                <a:alpha val="10000"/>
              </a:srgbClr>
            </a:outerShdw>
          </a:effectLst>
        </p:spPr>
        <p:txBody>
          <a:bodyPr anchor="ctr"/>
          <a:lstStyle/>
          <a:p>
            <a:pPr algn="r"/>
            <a:r>
              <a:rPr lang="en-US" sz="11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Data </a:t>
            </a:r>
            <a:r>
              <a:rPr lang="en-US" sz="1100" dirty="0" err="1">
                <a:solidFill>
                  <a:schemeClr val="tx2">
                    <a:lumMod val="90000"/>
                    <a:lumOff val="10000"/>
                  </a:schemeClr>
                </a:solidFill>
              </a:rPr>
              <a:t>Ritmen</a:t>
            </a:r>
            <a:r>
              <a:rPr lang="en-US" sz="11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 </a:t>
            </a:r>
            <a:r>
              <a:rPr lang="en-US" sz="1100" dirty="0" err="1">
                <a:solidFill>
                  <a:schemeClr val="tx2">
                    <a:lumMod val="90000"/>
                    <a:lumOff val="10000"/>
                  </a:schemeClr>
                </a:solidFill>
              </a:rPr>
              <a:t>PLane</a:t>
            </a:r>
            <a:endParaRPr lang="en-ID" sz="1100" dirty="0">
              <a:solidFill>
                <a:schemeClr val="tx2">
                  <a:lumMod val="90000"/>
                  <a:lumOff val="1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4803437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44D453-FA7F-3E96-E3F3-ED1CFE0414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Shape 8">
            <a:extLst>
              <a:ext uri="{FF2B5EF4-FFF2-40B4-BE49-F238E27FC236}">
                <a16:creationId xmlns:a16="http://schemas.microsoft.com/office/drawing/2014/main" id="{50AFDA0A-8B23-FF7D-2729-835AE719B1FE}"/>
              </a:ext>
            </a:extLst>
          </p:cNvPr>
          <p:cNvSpPr/>
          <p:nvPr/>
        </p:nvSpPr>
        <p:spPr>
          <a:xfrm>
            <a:off x="3383280" y="189863"/>
            <a:ext cx="5486400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D5DBE3"/>
            </a:solidFill>
            <a:prstDash val="solid"/>
          </a:ln>
        </p:spPr>
        <p:txBody>
          <a:bodyPr/>
          <a:lstStyle/>
          <a:p>
            <a:pPr algn="ctr"/>
            <a:r>
              <a:rPr lang="en-US" dirty="0" err="1"/>
              <a:t>Konsep</a:t>
            </a:r>
            <a:r>
              <a:rPr lang="en-US" dirty="0"/>
              <a:t> Flow Data Supply</a:t>
            </a:r>
            <a:endParaRPr lang="en-ID" dirty="0"/>
          </a:p>
        </p:txBody>
      </p:sp>
      <p:sp>
        <p:nvSpPr>
          <p:cNvPr id="57" name="Shape 5">
            <a:extLst>
              <a:ext uri="{FF2B5EF4-FFF2-40B4-BE49-F238E27FC236}">
                <a16:creationId xmlns:a16="http://schemas.microsoft.com/office/drawing/2014/main" id="{ED3D0A93-E752-C56B-7CF7-A7CB8EF80E60}"/>
              </a:ext>
            </a:extLst>
          </p:cNvPr>
          <p:cNvSpPr/>
          <p:nvPr/>
        </p:nvSpPr>
        <p:spPr>
          <a:xfrm>
            <a:off x="163808" y="687846"/>
            <a:ext cx="11846484" cy="5980289"/>
          </a:xfrm>
          <a:prstGeom prst="roundRect">
            <a:avLst>
              <a:gd name="adj" fmla="val 1094"/>
            </a:avLst>
          </a:prstGeom>
          <a:solidFill>
            <a:srgbClr val="EAF1FA"/>
          </a:solidFill>
          <a:ln w="12700">
            <a:solidFill>
              <a:srgbClr val="C5D5EA"/>
            </a:solidFill>
            <a:prstDash val="solid"/>
          </a:ln>
          <a:effectLst>
            <a:outerShdw blurRad="63500" dist="1905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0B631645-BD7D-F097-632C-BB8DD9C5CB4B}"/>
              </a:ext>
            </a:extLst>
          </p:cNvPr>
          <p:cNvSpPr/>
          <p:nvPr/>
        </p:nvSpPr>
        <p:spPr>
          <a:xfrm>
            <a:off x="163808" y="687847"/>
            <a:ext cx="477415" cy="5980290"/>
          </a:xfrm>
          <a:prstGeom prst="roundRect">
            <a:avLst>
              <a:gd name="adj" fmla="val 1094"/>
            </a:avLst>
          </a:prstGeom>
          <a:solidFill>
            <a:schemeClr val="bg1"/>
          </a:solidFill>
          <a:ln w="12700">
            <a:solidFill>
              <a:srgbClr val="C5D5EA"/>
            </a:solidFill>
            <a:prstDash val="solid"/>
          </a:ln>
          <a:effectLst>
            <a:outerShdw blurRad="63500" dist="1905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5" name="Shape 5">
            <a:extLst>
              <a:ext uri="{FF2B5EF4-FFF2-40B4-BE49-F238E27FC236}">
                <a16:creationId xmlns:a16="http://schemas.microsoft.com/office/drawing/2014/main" id="{255513BF-B66F-8B80-203B-4FEE097EA70F}"/>
              </a:ext>
            </a:extLst>
          </p:cNvPr>
          <p:cNvSpPr/>
          <p:nvPr/>
        </p:nvSpPr>
        <p:spPr>
          <a:xfrm>
            <a:off x="172758" y="687847"/>
            <a:ext cx="11837534" cy="1061660"/>
          </a:xfrm>
          <a:prstGeom prst="roundRect">
            <a:avLst>
              <a:gd name="adj" fmla="val 1094"/>
            </a:avLst>
          </a:prstGeom>
          <a:noFill/>
          <a:ln w="12700">
            <a:solidFill>
              <a:srgbClr val="C5D5EA"/>
            </a:solidFill>
            <a:prstDash val="solid"/>
          </a:ln>
          <a:effectLst>
            <a:outerShdw blurRad="63500" dist="1905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4" name="Shape 6">
            <a:extLst>
              <a:ext uri="{FF2B5EF4-FFF2-40B4-BE49-F238E27FC236}">
                <a16:creationId xmlns:a16="http://schemas.microsoft.com/office/drawing/2014/main" id="{17653C7A-BAF2-8935-3C05-86577FE40C1E}"/>
              </a:ext>
            </a:extLst>
          </p:cNvPr>
          <p:cNvSpPr/>
          <p:nvPr/>
        </p:nvSpPr>
        <p:spPr>
          <a:xfrm rot="16200000">
            <a:off x="-469977" y="1056305"/>
            <a:ext cx="1787748" cy="384048"/>
          </a:xfrm>
          <a:prstGeom prst="roundRect">
            <a:avLst>
              <a:gd name="adj" fmla="val 14286"/>
            </a:avLst>
          </a:prstGeom>
          <a:noFill/>
          <a:ln w="19050">
            <a:noFill/>
            <a:prstDash val="solid"/>
          </a:ln>
          <a:effectLst>
            <a:outerShdw blurRad="63500" dist="19050" dir="5400000" algn="bl" rotWithShape="0">
              <a:srgbClr val="000000">
                <a:alpha val="10000"/>
              </a:srgbClr>
            </a:outerShdw>
          </a:effectLst>
        </p:spPr>
        <p:txBody>
          <a:bodyPr anchor="ctr"/>
          <a:lstStyle/>
          <a:p>
            <a:pPr algn="ctr"/>
            <a:r>
              <a:rPr lang="en-US" sz="1100" b="1" dirty="0"/>
              <a:t>User</a:t>
            </a:r>
            <a:endParaRPr lang="en-ID" sz="1100" b="1" dirty="0"/>
          </a:p>
        </p:txBody>
      </p:sp>
      <p:sp>
        <p:nvSpPr>
          <p:cNvPr id="73" name="Shape 6">
            <a:extLst>
              <a:ext uri="{FF2B5EF4-FFF2-40B4-BE49-F238E27FC236}">
                <a16:creationId xmlns:a16="http://schemas.microsoft.com/office/drawing/2014/main" id="{B98A77A2-4772-A6D5-8637-D33FF7756C26}"/>
              </a:ext>
            </a:extLst>
          </p:cNvPr>
          <p:cNvSpPr/>
          <p:nvPr/>
        </p:nvSpPr>
        <p:spPr>
          <a:xfrm rot="16200000">
            <a:off x="-491359" y="3874787"/>
            <a:ext cx="1787748" cy="384048"/>
          </a:xfrm>
          <a:prstGeom prst="roundRect">
            <a:avLst>
              <a:gd name="adj" fmla="val 14286"/>
            </a:avLst>
          </a:prstGeom>
          <a:noFill/>
          <a:ln w="19050">
            <a:noFill/>
            <a:prstDash val="solid"/>
          </a:ln>
          <a:effectLst>
            <a:outerShdw blurRad="63500" dist="19050" dir="5400000" algn="bl" rotWithShape="0">
              <a:srgbClr val="000000">
                <a:alpha val="10000"/>
              </a:srgbClr>
            </a:outerShdw>
          </a:effectLst>
        </p:spPr>
        <p:txBody>
          <a:bodyPr anchor="ctr"/>
          <a:lstStyle/>
          <a:p>
            <a:pPr algn="ctr"/>
            <a:r>
              <a:rPr lang="en-US" sz="1100" b="1" dirty="0"/>
              <a:t>System</a:t>
            </a:r>
            <a:endParaRPr lang="en-ID" sz="1100" b="1" dirty="0"/>
          </a:p>
        </p:txBody>
      </p:sp>
      <p:sp>
        <p:nvSpPr>
          <p:cNvPr id="75" name="Shape 5">
            <a:extLst>
              <a:ext uri="{FF2B5EF4-FFF2-40B4-BE49-F238E27FC236}">
                <a16:creationId xmlns:a16="http://schemas.microsoft.com/office/drawing/2014/main" id="{A5D2EFE4-9E73-C18B-7F19-CE62039BA667}"/>
              </a:ext>
            </a:extLst>
          </p:cNvPr>
          <p:cNvSpPr/>
          <p:nvPr/>
        </p:nvSpPr>
        <p:spPr>
          <a:xfrm>
            <a:off x="163808" y="1749508"/>
            <a:ext cx="11837534" cy="4918628"/>
          </a:xfrm>
          <a:prstGeom prst="roundRect">
            <a:avLst>
              <a:gd name="adj" fmla="val 1094"/>
            </a:avLst>
          </a:prstGeom>
          <a:noFill/>
          <a:ln w="12700">
            <a:solidFill>
              <a:srgbClr val="C5D5EA"/>
            </a:solidFill>
            <a:prstDash val="solid"/>
          </a:ln>
          <a:effectLst>
            <a:outerShdw blurRad="63500" dist="1905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3" name="Shape 6">
            <a:extLst>
              <a:ext uri="{FF2B5EF4-FFF2-40B4-BE49-F238E27FC236}">
                <a16:creationId xmlns:a16="http://schemas.microsoft.com/office/drawing/2014/main" id="{590AECA4-368F-4530-AE17-83C8176EDEDE}"/>
              </a:ext>
            </a:extLst>
          </p:cNvPr>
          <p:cNvSpPr/>
          <p:nvPr/>
        </p:nvSpPr>
        <p:spPr>
          <a:xfrm>
            <a:off x="8494517" y="1041277"/>
            <a:ext cx="1787748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9050">
            <a:solidFill>
              <a:srgbClr val="1B3A6B"/>
            </a:solidFill>
            <a:prstDash val="solid"/>
          </a:ln>
          <a:effectLst>
            <a:outerShdw blurRad="63500" dist="19050" dir="5400000" algn="bl" rotWithShape="0">
              <a:srgbClr val="000000">
                <a:alpha val="10000"/>
              </a:srgbClr>
            </a:outerShdw>
          </a:effectLst>
        </p:spPr>
        <p:txBody>
          <a:bodyPr anchor="ctr"/>
          <a:lstStyle/>
          <a:p>
            <a:pPr algn="ctr"/>
            <a:r>
              <a:rPr lang="en-US" sz="1100" b="1" dirty="0"/>
              <a:t>Andon</a:t>
            </a:r>
            <a:endParaRPr lang="en-ID" sz="1100" b="1" dirty="0"/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B80BD345-D069-129B-4228-25E80A70C543}"/>
              </a:ext>
            </a:extLst>
          </p:cNvPr>
          <p:cNvCxnSpPr>
            <a:cxnSpLocks/>
            <a:stCxn id="3" idx="2"/>
          </p:cNvCxnSpPr>
          <p:nvPr/>
        </p:nvCxnSpPr>
        <p:spPr>
          <a:xfrm>
            <a:off x="9388391" y="1425325"/>
            <a:ext cx="0" cy="41727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Shape 6">
            <a:extLst>
              <a:ext uri="{FF2B5EF4-FFF2-40B4-BE49-F238E27FC236}">
                <a16:creationId xmlns:a16="http://schemas.microsoft.com/office/drawing/2014/main" id="{96302D4C-A96A-CAC8-D1A7-8C4EB3FE4FCB}"/>
              </a:ext>
            </a:extLst>
          </p:cNvPr>
          <p:cNvSpPr/>
          <p:nvPr/>
        </p:nvSpPr>
        <p:spPr>
          <a:xfrm>
            <a:off x="8725028" y="1868173"/>
            <a:ext cx="1344978" cy="716946"/>
          </a:xfrm>
          <a:prstGeom prst="diamond">
            <a:avLst/>
          </a:prstGeom>
          <a:solidFill>
            <a:srgbClr val="FFFFFF"/>
          </a:solidFill>
          <a:ln w="19050">
            <a:solidFill>
              <a:srgbClr val="1B3A6B"/>
            </a:solidFill>
            <a:prstDash val="solid"/>
          </a:ln>
          <a:effectLst>
            <a:outerShdw blurRad="63500" dist="19050" dir="5400000" algn="bl" rotWithShape="0">
              <a:srgbClr val="000000">
                <a:alpha val="10000"/>
              </a:srgbClr>
            </a:outerShdw>
          </a:effectLst>
        </p:spPr>
        <p:txBody>
          <a:bodyPr anchor="ctr"/>
          <a:lstStyle/>
          <a:p>
            <a:pPr algn="ctr"/>
            <a:r>
              <a:rPr lang="en-US" sz="800" dirty="0"/>
              <a:t>Select Mode</a:t>
            </a:r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95A6A321-BBC8-FBD5-2599-81F7834DD920}"/>
              </a:ext>
            </a:extLst>
          </p:cNvPr>
          <p:cNvSpPr/>
          <p:nvPr/>
        </p:nvSpPr>
        <p:spPr>
          <a:xfrm>
            <a:off x="8187008" y="2660388"/>
            <a:ext cx="1063847" cy="243895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1B3A6B"/>
            </a:solidFill>
            <a:prstDash val="solid"/>
          </a:ln>
          <a:effectLst>
            <a:outerShdw blurRad="63500" dist="19050" dir="5400000" algn="bl" rotWithShape="0">
              <a:srgbClr val="000000">
                <a:alpha val="10000"/>
              </a:srgbClr>
            </a:outerShdw>
          </a:effectLst>
        </p:spPr>
        <p:txBody>
          <a:bodyPr anchor="ctr"/>
          <a:lstStyle/>
          <a:p>
            <a:pPr algn="ctr"/>
            <a:r>
              <a:rPr lang="en-ID" sz="800" dirty="0"/>
              <a:t>Setting </a:t>
            </a:r>
            <a:r>
              <a:rPr lang="en-ID" sz="800" dirty="0" err="1"/>
              <a:t>Condown</a:t>
            </a:r>
            <a:r>
              <a:rPr lang="en-ID" sz="800" dirty="0"/>
              <a:t> &amp; </a:t>
            </a:r>
            <a:r>
              <a:rPr lang="en-ID" sz="800" dirty="0" err="1"/>
              <a:t>Ritme</a:t>
            </a:r>
            <a:endParaRPr lang="en-ID" sz="800" dirty="0"/>
          </a:p>
        </p:txBody>
      </p:sp>
      <p:sp>
        <p:nvSpPr>
          <p:cNvPr id="9" name="Shape 6">
            <a:extLst>
              <a:ext uri="{FF2B5EF4-FFF2-40B4-BE49-F238E27FC236}">
                <a16:creationId xmlns:a16="http://schemas.microsoft.com/office/drawing/2014/main" id="{5E780070-5890-6047-1DE0-EF22B1F52357}"/>
              </a:ext>
            </a:extLst>
          </p:cNvPr>
          <p:cNvSpPr/>
          <p:nvPr/>
        </p:nvSpPr>
        <p:spPr>
          <a:xfrm>
            <a:off x="9516816" y="2662805"/>
            <a:ext cx="1063847" cy="243895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1B3A6B"/>
            </a:solidFill>
            <a:prstDash val="solid"/>
          </a:ln>
          <a:effectLst>
            <a:outerShdw blurRad="63500" dist="19050" dir="5400000" algn="bl" rotWithShape="0">
              <a:srgbClr val="000000">
                <a:alpha val="10000"/>
              </a:srgbClr>
            </a:outerShdw>
          </a:effectLst>
        </p:spPr>
        <p:txBody>
          <a:bodyPr anchor="ctr"/>
          <a:lstStyle/>
          <a:p>
            <a:pPr algn="ctr"/>
            <a:r>
              <a:rPr lang="en-US" sz="800" dirty="0"/>
              <a:t>Get Data Andon</a:t>
            </a:r>
            <a:endParaRPr lang="en-ID" sz="800" dirty="0"/>
          </a:p>
        </p:txBody>
      </p:sp>
      <p:sp>
        <p:nvSpPr>
          <p:cNvPr id="11" name="Shape 6">
            <a:extLst>
              <a:ext uri="{FF2B5EF4-FFF2-40B4-BE49-F238E27FC236}">
                <a16:creationId xmlns:a16="http://schemas.microsoft.com/office/drawing/2014/main" id="{490932D9-D40A-32A9-3CDA-FB5AD180A736}"/>
              </a:ext>
            </a:extLst>
          </p:cNvPr>
          <p:cNvSpPr/>
          <p:nvPr/>
        </p:nvSpPr>
        <p:spPr>
          <a:xfrm>
            <a:off x="8313285" y="2373890"/>
            <a:ext cx="685780" cy="175255"/>
          </a:xfrm>
          <a:prstGeom prst="roundRect">
            <a:avLst>
              <a:gd name="adj" fmla="val 14286"/>
            </a:avLst>
          </a:prstGeom>
          <a:noFill/>
          <a:ln w="19050">
            <a:noFill/>
            <a:prstDash val="solid"/>
          </a:ln>
          <a:effectLst>
            <a:outerShdw blurRad="63500" dist="19050" dir="5400000" algn="bl" rotWithShape="0">
              <a:srgbClr val="000000">
                <a:alpha val="10000"/>
              </a:srgbClr>
            </a:outerShdw>
          </a:effectLst>
        </p:spPr>
        <p:txBody>
          <a:bodyPr anchor="ctr"/>
          <a:lstStyle/>
          <a:p>
            <a:pPr algn="ctr"/>
            <a:r>
              <a:rPr lang="en-US" sz="1100" dirty="0">
                <a:solidFill>
                  <a:srgbClr val="00B050"/>
                </a:solidFill>
              </a:rPr>
              <a:t>Manual</a:t>
            </a:r>
            <a:endParaRPr lang="en-ID" sz="1100" dirty="0">
              <a:solidFill>
                <a:srgbClr val="00B050"/>
              </a:solidFill>
            </a:endParaRPr>
          </a:p>
        </p:txBody>
      </p:sp>
      <p:sp>
        <p:nvSpPr>
          <p:cNvPr id="13" name="Shape 6">
            <a:extLst>
              <a:ext uri="{FF2B5EF4-FFF2-40B4-BE49-F238E27FC236}">
                <a16:creationId xmlns:a16="http://schemas.microsoft.com/office/drawing/2014/main" id="{8D247DC1-A065-9A67-8276-9D89D972BD4F}"/>
              </a:ext>
            </a:extLst>
          </p:cNvPr>
          <p:cNvSpPr/>
          <p:nvPr/>
        </p:nvSpPr>
        <p:spPr>
          <a:xfrm>
            <a:off x="9777920" y="2373890"/>
            <a:ext cx="685780" cy="175255"/>
          </a:xfrm>
          <a:prstGeom prst="roundRect">
            <a:avLst>
              <a:gd name="adj" fmla="val 14286"/>
            </a:avLst>
          </a:prstGeom>
          <a:noFill/>
          <a:ln w="19050">
            <a:noFill/>
            <a:prstDash val="solid"/>
          </a:ln>
          <a:effectLst>
            <a:outerShdw blurRad="63500" dist="19050" dir="5400000" algn="bl" rotWithShape="0">
              <a:srgbClr val="000000">
                <a:alpha val="10000"/>
              </a:srgbClr>
            </a:outerShdw>
          </a:effectLst>
        </p:spPr>
        <p:txBody>
          <a:bodyPr anchor="ctr"/>
          <a:lstStyle/>
          <a:p>
            <a:pPr algn="ctr"/>
            <a:r>
              <a:rPr lang="en-US" sz="1100" dirty="0">
                <a:solidFill>
                  <a:srgbClr val="C00000"/>
                </a:solidFill>
              </a:rPr>
              <a:t>Auto</a:t>
            </a:r>
            <a:endParaRPr lang="en-ID" sz="1100" dirty="0">
              <a:solidFill>
                <a:srgbClr val="C00000"/>
              </a:solidFill>
            </a:endParaRPr>
          </a:p>
        </p:txBody>
      </p:sp>
      <p:cxnSp>
        <p:nvCxnSpPr>
          <p:cNvPr id="15" name="Connector: Elbow 14">
            <a:extLst>
              <a:ext uri="{FF2B5EF4-FFF2-40B4-BE49-F238E27FC236}">
                <a16:creationId xmlns:a16="http://schemas.microsoft.com/office/drawing/2014/main" id="{D30651B8-312D-91A9-77CB-D426497ED64C}"/>
              </a:ext>
            </a:extLst>
          </p:cNvPr>
          <p:cNvCxnSpPr>
            <a:cxnSpLocks/>
            <a:stCxn id="6" idx="2"/>
            <a:endCxn id="8" idx="0"/>
          </p:cNvCxnSpPr>
          <p:nvPr/>
        </p:nvCxnSpPr>
        <p:spPr>
          <a:xfrm rot="5400000">
            <a:off x="9020591" y="2283461"/>
            <a:ext cx="75269" cy="678585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: Elbow 15">
            <a:extLst>
              <a:ext uri="{FF2B5EF4-FFF2-40B4-BE49-F238E27FC236}">
                <a16:creationId xmlns:a16="http://schemas.microsoft.com/office/drawing/2014/main" id="{74D23463-740B-B0C0-3637-0B4AB62E0E99}"/>
              </a:ext>
            </a:extLst>
          </p:cNvPr>
          <p:cNvCxnSpPr>
            <a:cxnSpLocks/>
            <a:stCxn id="6" idx="2"/>
            <a:endCxn id="9" idx="0"/>
          </p:cNvCxnSpPr>
          <p:nvPr/>
        </p:nvCxnSpPr>
        <p:spPr>
          <a:xfrm rot="16200000" flipH="1">
            <a:off x="9684285" y="2298350"/>
            <a:ext cx="77686" cy="651223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Flowchart: Magnetic Disk 16">
            <a:extLst>
              <a:ext uri="{FF2B5EF4-FFF2-40B4-BE49-F238E27FC236}">
                <a16:creationId xmlns:a16="http://schemas.microsoft.com/office/drawing/2014/main" id="{86D6FBA9-26B6-FFF2-C8D7-8AA3BD445EB3}"/>
              </a:ext>
            </a:extLst>
          </p:cNvPr>
          <p:cNvSpPr/>
          <p:nvPr/>
        </p:nvSpPr>
        <p:spPr>
          <a:xfrm>
            <a:off x="9603162" y="3215577"/>
            <a:ext cx="895324" cy="250961"/>
          </a:xfrm>
          <a:prstGeom prst="flowChartMagneticDisk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8" name="Shape 6">
            <a:extLst>
              <a:ext uri="{FF2B5EF4-FFF2-40B4-BE49-F238E27FC236}">
                <a16:creationId xmlns:a16="http://schemas.microsoft.com/office/drawing/2014/main" id="{CF3DA262-040C-086A-220A-D62B8D452F22}"/>
              </a:ext>
            </a:extLst>
          </p:cNvPr>
          <p:cNvSpPr/>
          <p:nvPr/>
        </p:nvSpPr>
        <p:spPr>
          <a:xfrm>
            <a:off x="9392630" y="3496099"/>
            <a:ext cx="1316389" cy="182818"/>
          </a:xfrm>
          <a:prstGeom prst="roundRect">
            <a:avLst>
              <a:gd name="adj" fmla="val 14286"/>
            </a:avLst>
          </a:prstGeom>
          <a:noFill/>
          <a:ln w="19050">
            <a:noFill/>
            <a:prstDash val="solid"/>
          </a:ln>
          <a:effectLst>
            <a:outerShdw blurRad="63500" dist="19050" dir="5400000" algn="bl" rotWithShape="0">
              <a:srgbClr val="000000">
                <a:alpha val="10000"/>
              </a:srgbClr>
            </a:outerShdw>
          </a:effectLst>
        </p:spPr>
        <p:txBody>
          <a:bodyPr anchor="ctr"/>
          <a:lstStyle/>
          <a:p>
            <a:pPr algn="ctr"/>
            <a:r>
              <a:rPr lang="en-US" sz="11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Data </a:t>
            </a:r>
            <a:r>
              <a:rPr lang="en-US" sz="1100" dirty="0" err="1">
                <a:solidFill>
                  <a:schemeClr val="tx2">
                    <a:lumMod val="90000"/>
                    <a:lumOff val="10000"/>
                  </a:schemeClr>
                </a:solidFill>
              </a:rPr>
              <a:t>Condown</a:t>
            </a:r>
            <a:endParaRPr lang="en-ID" sz="1100" dirty="0">
              <a:solidFill>
                <a:schemeClr val="tx2">
                  <a:lumMod val="90000"/>
                  <a:lumOff val="10000"/>
                </a:schemeClr>
              </a:solidFill>
            </a:endParaRP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259EAF82-B46A-B7D1-C682-7244F24636C3}"/>
              </a:ext>
            </a:extLst>
          </p:cNvPr>
          <p:cNvCxnSpPr>
            <a:cxnSpLocks/>
            <a:stCxn id="9" idx="2"/>
          </p:cNvCxnSpPr>
          <p:nvPr/>
        </p:nvCxnSpPr>
        <p:spPr>
          <a:xfrm>
            <a:off x="10048740" y="2906700"/>
            <a:ext cx="0" cy="26623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0" name="Connector: Elbow 179">
            <a:extLst>
              <a:ext uri="{FF2B5EF4-FFF2-40B4-BE49-F238E27FC236}">
                <a16:creationId xmlns:a16="http://schemas.microsoft.com/office/drawing/2014/main" id="{FD97333C-16E0-A366-5B6D-CD3ED52E71D3}"/>
              </a:ext>
            </a:extLst>
          </p:cNvPr>
          <p:cNvCxnSpPr>
            <a:cxnSpLocks/>
            <a:stCxn id="8" idx="2"/>
            <a:endCxn id="69" idx="0"/>
          </p:cNvCxnSpPr>
          <p:nvPr/>
        </p:nvCxnSpPr>
        <p:spPr>
          <a:xfrm rot="5400000">
            <a:off x="6369160" y="2442625"/>
            <a:ext cx="1888115" cy="2811430"/>
          </a:xfrm>
          <a:prstGeom prst="bentConnector3">
            <a:avLst>
              <a:gd name="adj1" fmla="val 70422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0" name="Connector: Elbow 189">
            <a:extLst>
              <a:ext uri="{FF2B5EF4-FFF2-40B4-BE49-F238E27FC236}">
                <a16:creationId xmlns:a16="http://schemas.microsoft.com/office/drawing/2014/main" id="{73A42E55-43B8-AE64-DA85-746B1D111178}"/>
              </a:ext>
            </a:extLst>
          </p:cNvPr>
          <p:cNvCxnSpPr>
            <a:cxnSpLocks/>
            <a:stCxn id="18" idx="2"/>
            <a:endCxn id="69" idx="0"/>
          </p:cNvCxnSpPr>
          <p:nvPr/>
        </p:nvCxnSpPr>
        <p:spPr>
          <a:xfrm rot="5400000">
            <a:off x="7422424" y="2163996"/>
            <a:ext cx="1113481" cy="4143323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7" name="Shape 6">
            <a:extLst>
              <a:ext uri="{FF2B5EF4-FFF2-40B4-BE49-F238E27FC236}">
                <a16:creationId xmlns:a16="http://schemas.microsoft.com/office/drawing/2014/main" id="{A856591A-9406-80BC-5776-B113EB485AA6}"/>
              </a:ext>
            </a:extLst>
          </p:cNvPr>
          <p:cNvSpPr/>
          <p:nvPr/>
        </p:nvSpPr>
        <p:spPr>
          <a:xfrm>
            <a:off x="6753919" y="3980660"/>
            <a:ext cx="1471390" cy="235491"/>
          </a:xfrm>
          <a:prstGeom prst="roundRect">
            <a:avLst>
              <a:gd name="adj" fmla="val 14286"/>
            </a:avLst>
          </a:prstGeom>
          <a:noFill/>
          <a:ln w="19050">
            <a:noFill/>
            <a:prstDash val="solid"/>
          </a:ln>
          <a:effectLst>
            <a:outerShdw blurRad="63500" dist="19050" dir="5400000" algn="bl" rotWithShape="0">
              <a:srgbClr val="000000">
                <a:alpha val="10000"/>
              </a:srgbClr>
            </a:outerShdw>
          </a:effectLst>
        </p:spPr>
        <p:txBody>
          <a:bodyPr anchor="ctr"/>
          <a:lstStyle/>
          <a:p>
            <a:r>
              <a:rPr lang="en-US" sz="11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Data </a:t>
            </a:r>
            <a:r>
              <a:rPr lang="en-US" sz="1100" dirty="0" err="1">
                <a:solidFill>
                  <a:schemeClr val="tx2">
                    <a:lumMod val="90000"/>
                    <a:lumOff val="10000"/>
                  </a:schemeClr>
                </a:solidFill>
              </a:rPr>
              <a:t>Ritme</a:t>
            </a:r>
            <a:r>
              <a:rPr lang="en-US" sz="11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 </a:t>
            </a:r>
            <a:r>
              <a:rPr lang="en-US" sz="1100" dirty="0" err="1">
                <a:solidFill>
                  <a:schemeClr val="tx2">
                    <a:lumMod val="90000"/>
                    <a:lumOff val="10000"/>
                  </a:schemeClr>
                </a:solidFill>
              </a:rPr>
              <a:t>PLane</a:t>
            </a:r>
            <a:endParaRPr lang="en-ID" sz="1100" dirty="0">
              <a:solidFill>
                <a:schemeClr val="tx2">
                  <a:lumMod val="90000"/>
                  <a:lumOff val="10000"/>
                </a:schemeClr>
              </a:solidFill>
            </a:endParaRPr>
          </a:p>
        </p:txBody>
      </p:sp>
      <p:sp>
        <p:nvSpPr>
          <p:cNvPr id="2" name="Shape 6">
            <a:extLst>
              <a:ext uri="{FF2B5EF4-FFF2-40B4-BE49-F238E27FC236}">
                <a16:creationId xmlns:a16="http://schemas.microsoft.com/office/drawing/2014/main" id="{31B5A45E-9439-0816-8C2A-ABC85B15E963}"/>
              </a:ext>
            </a:extLst>
          </p:cNvPr>
          <p:cNvSpPr/>
          <p:nvPr/>
        </p:nvSpPr>
        <p:spPr>
          <a:xfrm>
            <a:off x="1559922" y="1041277"/>
            <a:ext cx="1787748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9050">
            <a:solidFill>
              <a:srgbClr val="1B3A6B"/>
            </a:solidFill>
            <a:prstDash val="solid"/>
          </a:ln>
          <a:effectLst>
            <a:outerShdw blurRad="63500" dist="19050" dir="5400000" algn="bl" rotWithShape="0">
              <a:srgbClr val="000000">
                <a:alpha val="10000"/>
              </a:srgbClr>
            </a:outerShdw>
          </a:effectLst>
        </p:spPr>
        <p:txBody>
          <a:bodyPr anchor="ctr"/>
          <a:lstStyle/>
          <a:p>
            <a:pPr algn="ctr"/>
            <a:r>
              <a:rPr lang="en-US" sz="1100" b="1" dirty="0"/>
              <a:t>Layout Mapping</a:t>
            </a:r>
            <a:endParaRPr lang="en-ID" sz="1100" b="1" dirty="0"/>
          </a:p>
        </p:txBody>
      </p:sp>
      <p:sp>
        <p:nvSpPr>
          <p:cNvPr id="10" name="Shape 6">
            <a:extLst>
              <a:ext uri="{FF2B5EF4-FFF2-40B4-BE49-F238E27FC236}">
                <a16:creationId xmlns:a16="http://schemas.microsoft.com/office/drawing/2014/main" id="{461730E3-8D38-9076-87B8-1719334D56C1}"/>
              </a:ext>
            </a:extLst>
          </p:cNvPr>
          <p:cNvSpPr/>
          <p:nvPr/>
        </p:nvSpPr>
        <p:spPr>
          <a:xfrm>
            <a:off x="4987693" y="1041277"/>
            <a:ext cx="1787748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9050">
            <a:solidFill>
              <a:srgbClr val="1B3A6B"/>
            </a:solidFill>
            <a:prstDash val="solid"/>
          </a:ln>
          <a:effectLst>
            <a:outerShdw blurRad="63500" dist="19050" dir="5400000" algn="bl" rotWithShape="0">
              <a:srgbClr val="000000">
                <a:alpha val="10000"/>
              </a:srgbClr>
            </a:outerShdw>
          </a:effectLst>
        </p:spPr>
        <p:txBody>
          <a:bodyPr anchor="ctr"/>
          <a:lstStyle/>
          <a:p>
            <a:pPr algn="ctr"/>
            <a:r>
              <a:rPr lang="en-ID" sz="1100" b="1" dirty="0"/>
              <a:t>Offset </a:t>
            </a:r>
            <a:r>
              <a:rPr lang="en-ID" sz="1100" b="1" dirty="0" err="1"/>
              <a:t>Condown</a:t>
            </a:r>
            <a:endParaRPr lang="en-ID" sz="1100" b="1" dirty="0"/>
          </a:p>
        </p:txBody>
      </p:sp>
      <p:sp>
        <p:nvSpPr>
          <p:cNvPr id="20" name="Shape 6">
            <a:extLst>
              <a:ext uri="{FF2B5EF4-FFF2-40B4-BE49-F238E27FC236}">
                <a16:creationId xmlns:a16="http://schemas.microsoft.com/office/drawing/2014/main" id="{C1AEB37B-AABB-45D7-ACAD-0E8F4E04EF8B}"/>
              </a:ext>
            </a:extLst>
          </p:cNvPr>
          <p:cNvSpPr/>
          <p:nvPr/>
        </p:nvSpPr>
        <p:spPr>
          <a:xfrm>
            <a:off x="716482" y="1962668"/>
            <a:ext cx="1063847" cy="243895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1B3A6B"/>
            </a:solidFill>
            <a:prstDash val="solid"/>
          </a:ln>
          <a:effectLst>
            <a:outerShdw blurRad="63500" dist="19050" dir="5400000" algn="bl" rotWithShape="0">
              <a:srgbClr val="000000">
                <a:alpha val="10000"/>
              </a:srgbClr>
            </a:outerShdw>
          </a:effectLst>
        </p:spPr>
        <p:txBody>
          <a:bodyPr anchor="ctr"/>
          <a:lstStyle/>
          <a:p>
            <a:pPr algn="ctr"/>
            <a:r>
              <a:rPr lang="en-ID" sz="800" dirty="0"/>
              <a:t>Setting Route Supply</a:t>
            </a:r>
          </a:p>
        </p:txBody>
      </p:sp>
      <p:sp>
        <p:nvSpPr>
          <p:cNvPr id="26" name="Shape 6">
            <a:extLst>
              <a:ext uri="{FF2B5EF4-FFF2-40B4-BE49-F238E27FC236}">
                <a16:creationId xmlns:a16="http://schemas.microsoft.com/office/drawing/2014/main" id="{A30256AF-E329-BDD4-ED9E-B220AE99C460}"/>
              </a:ext>
            </a:extLst>
          </p:cNvPr>
          <p:cNvSpPr/>
          <p:nvPr/>
        </p:nvSpPr>
        <p:spPr>
          <a:xfrm>
            <a:off x="1921873" y="1962667"/>
            <a:ext cx="1063847" cy="243895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1B3A6B"/>
            </a:solidFill>
            <a:prstDash val="solid"/>
          </a:ln>
          <a:effectLst>
            <a:outerShdw blurRad="63500" dist="19050" dir="5400000" algn="bl" rotWithShape="0">
              <a:srgbClr val="000000">
                <a:alpha val="10000"/>
              </a:srgbClr>
            </a:outerShdw>
          </a:effectLst>
        </p:spPr>
        <p:txBody>
          <a:bodyPr anchor="ctr"/>
          <a:lstStyle/>
          <a:p>
            <a:pPr algn="ctr"/>
            <a:r>
              <a:rPr lang="en-ID" sz="800" dirty="0"/>
              <a:t>Setting Address Rack</a:t>
            </a:r>
          </a:p>
        </p:txBody>
      </p:sp>
      <p:sp>
        <p:nvSpPr>
          <p:cNvPr id="27" name="Shape 6">
            <a:extLst>
              <a:ext uri="{FF2B5EF4-FFF2-40B4-BE49-F238E27FC236}">
                <a16:creationId xmlns:a16="http://schemas.microsoft.com/office/drawing/2014/main" id="{128DA4F3-115C-3036-51E8-811305ADF949}"/>
              </a:ext>
            </a:extLst>
          </p:cNvPr>
          <p:cNvSpPr/>
          <p:nvPr/>
        </p:nvSpPr>
        <p:spPr>
          <a:xfrm>
            <a:off x="3128211" y="1962667"/>
            <a:ext cx="1063847" cy="243895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1B3A6B"/>
            </a:solidFill>
            <a:prstDash val="solid"/>
          </a:ln>
          <a:effectLst>
            <a:outerShdw blurRad="63500" dist="19050" dir="5400000" algn="bl" rotWithShape="0">
              <a:srgbClr val="000000">
                <a:alpha val="10000"/>
              </a:srgbClr>
            </a:outerShdw>
          </a:effectLst>
        </p:spPr>
        <p:txBody>
          <a:bodyPr anchor="ctr"/>
          <a:lstStyle/>
          <a:p>
            <a:pPr algn="ctr"/>
            <a:r>
              <a:rPr lang="en-ID" sz="800" dirty="0"/>
              <a:t>Mapping </a:t>
            </a:r>
            <a:r>
              <a:rPr lang="en-ID" sz="800" dirty="0" err="1"/>
              <a:t>Halte</a:t>
            </a:r>
            <a:endParaRPr lang="en-ID" sz="800" dirty="0"/>
          </a:p>
        </p:txBody>
      </p:sp>
      <p:cxnSp>
        <p:nvCxnSpPr>
          <p:cNvPr id="30" name="Connector: Elbow 29">
            <a:extLst>
              <a:ext uri="{FF2B5EF4-FFF2-40B4-BE49-F238E27FC236}">
                <a16:creationId xmlns:a16="http://schemas.microsoft.com/office/drawing/2014/main" id="{0CDD844D-8353-A97F-E97C-29C810B15E42}"/>
              </a:ext>
            </a:extLst>
          </p:cNvPr>
          <p:cNvCxnSpPr>
            <a:stCxn id="2" idx="2"/>
            <a:endCxn id="20" idx="0"/>
          </p:cNvCxnSpPr>
          <p:nvPr/>
        </p:nvCxnSpPr>
        <p:spPr>
          <a:xfrm rot="5400000">
            <a:off x="1582430" y="1091301"/>
            <a:ext cx="537343" cy="1205390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: Elbow 30">
            <a:extLst>
              <a:ext uri="{FF2B5EF4-FFF2-40B4-BE49-F238E27FC236}">
                <a16:creationId xmlns:a16="http://schemas.microsoft.com/office/drawing/2014/main" id="{0F330CA4-EAD8-7A79-566F-BB5E24FA7F3C}"/>
              </a:ext>
            </a:extLst>
          </p:cNvPr>
          <p:cNvCxnSpPr>
            <a:cxnSpLocks/>
            <a:stCxn id="2" idx="2"/>
            <a:endCxn id="27" idx="0"/>
          </p:cNvCxnSpPr>
          <p:nvPr/>
        </p:nvCxnSpPr>
        <p:spPr>
          <a:xfrm rot="16200000" flipH="1">
            <a:off x="2788294" y="1090826"/>
            <a:ext cx="537342" cy="1206339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FA87EB51-13EE-09F6-FBEA-749907A3A85A}"/>
              </a:ext>
            </a:extLst>
          </p:cNvPr>
          <p:cNvCxnSpPr>
            <a:cxnSpLocks/>
            <a:stCxn id="2" idx="2"/>
            <a:endCxn id="26" idx="0"/>
          </p:cNvCxnSpPr>
          <p:nvPr/>
        </p:nvCxnSpPr>
        <p:spPr>
          <a:xfrm>
            <a:off x="2453796" y="1425325"/>
            <a:ext cx="1" cy="53734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Flowchart: Magnetic Disk 39">
            <a:extLst>
              <a:ext uri="{FF2B5EF4-FFF2-40B4-BE49-F238E27FC236}">
                <a16:creationId xmlns:a16="http://schemas.microsoft.com/office/drawing/2014/main" id="{2F6CF23B-D7EF-A3B2-5E24-7BC0A32E9ECF}"/>
              </a:ext>
            </a:extLst>
          </p:cNvPr>
          <p:cNvSpPr/>
          <p:nvPr/>
        </p:nvSpPr>
        <p:spPr>
          <a:xfrm>
            <a:off x="2015098" y="2808029"/>
            <a:ext cx="895324" cy="250961"/>
          </a:xfrm>
          <a:prstGeom prst="flowChartMagneticDisk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43" name="Shape 6">
            <a:extLst>
              <a:ext uri="{FF2B5EF4-FFF2-40B4-BE49-F238E27FC236}">
                <a16:creationId xmlns:a16="http://schemas.microsoft.com/office/drawing/2014/main" id="{ACA6D424-7808-68AF-D331-43ABB8AFE189}"/>
              </a:ext>
            </a:extLst>
          </p:cNvPr>
          <p:cNvSpPr/>
          <p:nvPr/>
        </p:nvSpPr>
        <p:spPr>
          <a:xfrm>
            <a:off x="1824397" y="3132746"/>
            <a:ext cx="1316389" cy="182818"/>
          </a:xfrm>
          <a:prstGeom prst="roundRect">
            <a:avLst>
              <a:gd name="adj" fmla="val 14286"/>
            </a:avLst>
          </a:prstGeom>
          <a:noFill/>
          <a:ln w="19050">
            <a:noFill/>
            <a:prstDash val="solid"/>
          </a:ln>
          <a:effectLst>
            <a:outerShdw blurRad="63500" dist="19050" dir="5400000" algn="bl" rotWithShape="0">
              <a:srgbClr val="000000">
                <a:alpha val="10000"/>
              </a:srgbClr>
            </a:outerShdw>
          </a:effectLst>
        </p:spPr>
        <p:txBody>
          <a:bodyPr anchor="ctr"/>
          <a:lstStyle/>
          <a:p>
            <a:pPr algn="ctr"/>
            <a:r>
              <a:rPr lang="en-US" sz="11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DB Layout Supply</a:t>
            </a:r>
            <a:endParaRPr lang="en-ID" sz="1100" dirty="0">
              <a:solidFill>
                <a:schemeClr val="tx2">
                  <a:lumMod val="90000"/>
                  <a:lumOff val="10000"/>
                </a:schemeClr>
              </a:solidFill>
            </a:endParaRPr>
          </a:p>
        </p:txBody>
      </p:sp>
      <p:cxnSp>
        <p:nvCxnSpPr>
          <p:cNvPr id="44" name="Connector: Elbow 43">
            <a:extLst>
              <a:ext uri="{FF2B5EF4-FFF2-40B4-BE49-F238E27FC236}">
                <a16:creationId xmlns:a16="http://schemas.microsoft.com/office/drawing/2014/main" id="{569C63E3-34BD-688B-9C4E-A08723B85FBE}"/>
              </a:ext>
            </a:extLst>
          </p:cNvPr>
          <p:cNvCxnSpPr>
            <a:cxnSpLocks/>
            <a:stCxn id="20" idx="2"/>
            <a:endCxn id="40" idx="1"/>
          </p:cNvCxnSpPr>
          <p:nvPr/>
        </p:nvCxnSpPr>
        <p:spPr>
          <a:xfrm rot="16200000" flipH="1">
            <a:off x="1554850" y="1900119"/>
            <a:ext cx="601466" cy="1214354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: Elbow 48">
            <a:extLst>
              <a:ext uri="{FF2B5EF4-FFF2-40B4-BE49-F238E27FC236}">
                <a16:creationId xmlns:a16="http://schemas.microsoft.com/office/drawing/2014/main" id="{E6CC248D-ED00-FD24-03F8-40315D3B96E5}"/>
              </a:ext>
            </a:extLst>
          </p:cNvPr>
          <p:cNvCxnSpPr>
            <a:cxnSpLocks/>
            <a:stCxn id="27" idx="2"/>
            <a:endCxn id="40" idx="1"/>
          </p:cNvCxnSpPr>
          <p:nvPr/>
        </p:nvCxnSpPr>
        <p:spPr>
          <a:xfrm rot="5400000">
            <a:off x="2760715" y="1908608"/>
            <a:ext cx="601467" cy="1197375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3231720F-53F1-4A5F-6D7A-9B85A987C16E}"/>
              </a:ext>
            </a:extLst>
          </p:cNvPr>
          <p:cNvCxnSpPr>
            <a:cxnSpLocks/>
            <a:stCxn id="26" idx="2"/>
            <a:endCxn id="40" idx="0"/>
          </p:cNvCxnSpPr>
          <p:nvPr/>
        </p:nvCxnSpPr>
        <p:spPr>
          <a:xfrm>
            <a:off x="2453797" y="2206562"/>
            <a:ext cx="8963" cy="68512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5" name="Picture 54">
            <a:extLst>
              <a:ext uri="{FF2B5EF4-FFF2-40B4-BE49-F238E27FC236}">
                <a16:creationId xmlns:a16="http://schemas.microsoft.com/office/drawing/2014/main" id="{0AAD935F-EACD-8C5F-1DDD-3AF5EFC3C9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66746" y="844764"/>
            <a:ext cx="344607" cy="344607"/>
          </a:xfrm>
          <a:prstGeom prst="rect">
            <a:avLst/>
          </a:prstGeom>
        </p:spPr>
      </p:pic>
      <p:sp>
        <p:nvSpPr>
          <p:cNvPr id="56" name="Flowchart: Magnetic Disk 55">
            <a:extLst>
              <a:ext uri="{FF2B5EF4-FFF2-40B4-BE49-F238E27FC236}">
                <a16:creationId xmlns:a16="http://schemas.microsoft.com/office/drawing/2014/main" id="{88704B0D-5345-F274-EBC6-85E79EA97F60}"/>
              </a:ext>
            </a:extLst>
          </p:cNvPr>
          <p:cNvSpPr/>
          <p:nvPr/>
        </p:nvSpPr>
        <p:spPr>
          <a:xfrm>
            <a:off x="5440009" y="1955601"/>
            <a:ext cx="895324" cy="250961"/>
          </a:xfrm>
          <a:prstGeom prst="flowChartMagneticDisk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58" name="Shape 6">
            <a:extLst>
              <a:ext uri="{FF2B5EF4-FFF2-40B4-BE49-F238E27FC236}">
                <a16:creationId xmlns:a16="http://schemas.microsoft.com/office/drawing/2014/main" id="{9DC8C9CA-54CF-67E4-F7D0-1E4C52F79109}"/>
              </a:ext>
            </a:extLst>
          </p:cNvPr>
          <p:cNvSpPr/>
          <p:nvPr/>
        </p:nvSpPr>
        <p:spPr>
          <a:xfrm>
            <a:off x="5249308" y="2280318"/>
            <a:ext cx="1316389" cy="182818"/>
          </a:xfrm>
          <a:prstGeom prst="roundRect">
            <a:avLst>
              <a:gd name="adj" fmla="val 14286"/>
            </a:avLst>
          </a:prstGeom>
          <a:noFill/>
          <a:ln w="19050">
            <a:noFill/>
            <a:prstDash val="solid"/>
          </a:ln>
          <a:effectLst>
            <a:outerShdw blurRad="63500" dist="19050" dir="5400000" algn="bl" rotWithShape="0">
              <a:srgbClr val="000000">
                <a:alpha val="10000"/>
              </a:srgbClr>
            </a:outerShdw>
          </a:effectLst>
        </p:spPr>
        <p:txBody>
          <a:bodyPr anchor="ctr"/>
          <a:lstStyle/>
          <a:p>
            <a:pPr algn="ctr"/>
            <a:r>
              <a:rPr lang="en-US" sz="11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DB Offset</a:t>
            </a:r>
            <a:endParaRPr lang="en-ID" sz="1100" dirty="0">
              <a:solidFill>
                <a:schemeClr val="tx2">
                  <a:lumMod val="90000"/>
                  <a:lumOff val="10000"/>
                </a:schemeClr>
              </a:solidFill>
            </a:endParaRPr>
          </a:p>
        </p:txBody>
      </p: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109AC571-ECAD-447C-5249-5D95790881AB}"/>
              </a:ext>
            </a:extLst>
          </p:cNvPr>
          <p:cNvCxnSpPr>
            <a:cxnSpLocks/>
            <a:stCxn id="10" idx="2"/>
            <a:endCxn id="56" idx="0"/>
          </p:cNvCxnSpPr>
          <p:nvPr/>
        </p:nvCxnSpPr>
        <p:spPr>
          <a:xfrm>
            <a:off x="5881567" y="1425325"/>
            <a:ext cx="6104" cy="61393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Flowchart: Magnetic Disk 63">
            <a:extLst>
              <a:ext uri="{FF2B5EF4-FFF2-40B4-BE49-F238E27FC236}">
                <a16:creationId xmlns:a16="http://schemas.microsoft.com/office/drawing/2014/main" id="{4186E530-3AB2-098E-59E5-A91A5F0BC134}"/>
              </a:ext>
            </a:extLst>
          </p:cNvPr>
          <p:cNvSpPr/>
          <p:nvPr/>
        </p:nvSpPr>
        <p:spPr>
          <a:xfrm>
            <a:off x="2015098" y="3814693"/>
            <a:ext cx="895324" cy="250961"/>
          </a:xfrm>
          <a:prstGeom prst="flowChartMagneticDisk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65" name="Shape 6">
            <a:extLst>
              <a:ext uri="{FF2B5EF4-FFF2-40B4-BE49-F238E27FC236}">
                <a16:creationId xmlns:a16="http://schemas.microsoft.com/office/drawing/2014/main" id="{347482D8-151B-AC4A-4CC7-64713E96377E}"/>
              </a:ext>
            </a:extLst>
          </p:cNvPr>
          <p:cNvSpPr/>
          <p:nvPr/>
        </p:nvSpPr>
        <p:spPr>
          <a:xfrm>
            <a:off x="1824397" y="4139410"/>
            <a:ext cx="1316389" cy="182818"/>
          </a:xfrm>
          <a:prstGeom prst="roundRect">
            <a:avLst>
              <a:gd name="adj" fmla="val 14286"/>
            </a:avLst>
          </a:prstGeom>
          <a:noFill/>
          <a:ln w="19050">
            <a:noFill/>
            <a:prstDash val="solid"/>
          </a:ln>
          <a:effectLst>
            <a:outerShdw blurRad="63500" dist="19050" dir="5400000" algn="bl" rotWithShape="0">
              <a:srgbClr val="000000">
                <a:alpha val="10000"/>
              </a:srgbClr>
            </a:outerShdw>
          </a:effectLst>
        </p:spPr>
        <p:txBody>
          <a:bodyPr anchor="ctr"/>
          <a:lstStyle/>
          <a:p>
            <a:pPr algn="ctr"/>
            <a:r>
              <a:rPr lang="en-US" sz="11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DB Skid Level</a:t>
            </a:r>
            <a:endParaRPr lang="en-ID" sz="1100" dirty="0">
              <a:solidFill>
                <a:schemeClr val="tx2">
                  <a:lumMod val="90000"/>
                  <a:lumOff val="10000"/>
                </a:schemeClr>
              </a:solidFill>
            </a:endParaRPr>
          </a:p>
        </p:txBody>
      </p:sp>
      <p:sp>
        <p:nvSpPr>
          <p:cNvPr id="67" name="Flowchart: Magnetic Disk 66">
            <a:extLst>
              <a:ext uri="{FF2B5EF4-FFF2-40B4-BE49-F238E27FC236}">
                <a16:creationId xmlns:a16="http://schemas.microsoft.com/office/drawing/2014/main" id="{09A6FC0E-CAEA-0EAA-FE20-3DA11A9E898A}"/>
              </a:ext>
            </a:extLst>
          </p:cNvPr>
          <p:cNvSpPr/>
          <p:nvPr/>
        </p:nvSpPr>
        <p:spPr>
          <a:xfrm>
            <a:off x="2015098" y="4870291"/>
            <a:ext cx="895324" cy="250961"/>
          </a:xfrm>
          <a:prstGeom prst="flowChartMagneticDisk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68" name="Shape 6">
            <a:extLst>
              <a:ext uri="{FF2B5EF4-FFF2-40B4-BE49-F238E27FC236}">
                <a16:creationId xmlns:a16="http://schemas.microsoft.com/office/drawing/2014/main" id="{2F2564C2-C8E3-BF88-FF4C-B5A3234E71DC}"/>
              </a:ext>
            </a:extLst>
          </p:cNvPr>
          <p:cNvSpPr/>
          <p:nvPr/>
        </p:nvSpPr>
        <p:spPr>
          <a:xfrm>
            <a:off x="1824397" y="5195008"/>
            <a:ext cx="1316389" cy="182818"/>
          </a:xfrm>
          <a:prstGeom prst="roundRect">
            <a:avLst>
              <a:gd name="adj" fmla="val 14286"/>
            </a:avLst>
          </a:prstGeom>
          <a:noFill/>
          <a:ln w="19050">
            <a:noFill/>
            <a:prstDash val="solid"/>
          </a:ln>
          <a:effectLst>
            <a:outerShdw blurRad="63500" dist="19050" dir="5400000" algn="bl" rotWithShape="0">
              <a:srgbClr val="000000">
                <a:alpha val="10000"/>
              </a:srgbClr>
            </a:outerShdw>
          </a:effectLst>
        </p:spPr>
        <p:txBody>
          <a:bodyPr anchor="ctr"/>
          <a:lstStyle/>
          <a:p>
            <a:pPr algn="ctr"/>
            <a:r>
              <a:rPr lang="en-US" sz="11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DB </a:t>
            </a:r>
            <a:r>
              <a:rPr lang="en-US" sz="1100" dirty="0" err="1">
                <a:solidFill>
                  <a:schemeClr val="tx2">
                    <a:lumMod val="90000"/>
                    <a:lumOff val="10000"/>
                  </a:schemeClr>
                </a:solidFill>
              </a:rPr>
              <a:t>Patern</a:t>
            </a:r>
            <a:r>
              <a:rPr lang="en-US" sz="11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 Unload</a:t>
            </a:r>
            <a:endParaRPr lang="en-ID" sz="1100" dirty="0">
              <a:solidFill>
                <a:schemeClr val="tx2">
                  <a:lumMod val="90000"/>
                  <a:lumOff val="10000"/>
                </a:schemeClr>
              </a:solidFill>
            </a:endParaRPr>
          </a:p>
        </p:txBody>
      </p:sp>
      <p:sp>
        <p:nvSpPr>
          <p:cNvPr id="69" name="Shape 6">
            <a:extLst>
              <a:ext uri="{FF2B5EF4-FFF2-40B4-BE49-F238E27FC236}">
                <a16:creationId xmlns:a16="http://schemas.microsoft.com/office/drawing/2014/main" id="{3BE6B3FA-6555-639E-292A-3608250BD83A}"/>
              </a:ext>
            </a:extLst>
          </p:cNvPr>
          <p:cNvSpPr/>
          <p:nvPr/>
        </p:nvSpPr>
        <p:spPr>
          <a:xfrm>
            <a:off x="5013628" y="4792398"/>
            <a:ext cx="1787748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9050">
            <a:solidFill>
              <a:srgbClr val="1B3A6B"/>
            </a:solidFill>
            <a:prstDash val="solid"/>
          </a:ln>
          <a:effectLst>
            <a:outerShdw blurRad="63500" dist="19050" dir="5400000" algn="bl" rotWithShape="0">
              <a:srgbClr val="000000">
                <a:alpha val="10000"/>
              </a:srgbClr>
            </a:outerShdw>
          </a:effectLst>
        </p:spPr>
        <p:txBody>
          <a:bodyPr anchor="ctr"/>
          <a:lstStyle/>
          <a:p>
            <a:pPr algn="ctr"/>
            <a:r>
              <a:rPr lang="en-US" sz="1100" b="1" dirty="0"/>
              <a:t>Visual </a:t>
            </a:r>
            <a:r>
              <a:rPr lang="en-US" sz="1100" b="1" dirty="0" err="1"/>
              <a:t>Simulasi</a:t>
            </a:r>
            <a:r>
              <a:rPr lang="en-US" sz="1100" b="1" dirty="0"/>
              <a:t> Supply</a:t>
            </a:r>
            <a:endParaRPr lang="en-ID" sz="1100" b="1" dirty="0"/>
          </a:p>
        </p:txBody>
      </p:sp>
      <p:cxnSp>
        <p:nvCxnSpPr>
          <p:cNvPr id="74" name="Connector: Elbow 73">
            <a:extLst>
              <a:ext uri="{FF2B5EF4-FFF2-40B4-BE49-F238E27FC236}">
                <a16:creationId xmlns:a16="http://schemas.microsoft.com/office/drawing/2014/main" id="{10DBDDA4-FEF5-F904-27B0-FE61B4A84C8E}"/>
              </a:ext>
            </a:extLst>
          </p:cNvPr>
          <p:cNvCxnSpPr>
            <a:cxnSpLocks/>
            <a:stCxn id="40" idx="4"/>
            <a:endCxn id="69" idx="1"/>
          </p:cNvCxnSpPr>
          <p:nvPr/>
        </p:nvCxnSpPr>
        <p:spPr>
          <a:xfrm>
            <a:off x="2910422" y="2933510"/>
            <a:ext cx="2103206" cy="2050912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: Elbow 77">
            <a:extLst>
              <a:ext uri="{FF2B5EF4-FFF2-40B4-BE49-F238E27FC236}">
                <a16:creationId xmlns:a16="http://schemas.microsoft.com/office/drawing/2014/main" id="{5871EE9D-0F33-89A9-8297-A095A5E0ECF6}"/>
              </a:ext>
            </a:extLst>
          </p:cNvPr>
          <p:cNvCxnSpPr>
            <a:cxnSpLocks/>
            <a:stCxn id="64" idx="4"/>
            <a:endCxn id="69" idx="1"/>
          </p:cNvCxnSpPr>
          <p:nvPr/>
        </p:nvCxnSpPr>
        <p:spPr>
          <a:xfrm>
            <a:off x="2910422" y="3940174"/>
            <a:ext cx="2103206" cy="1044248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: Elbow 81">
            <a:extLst>
              <a:ext uri="{FF2B5EF4-FFF2-40B4-BE49-F238E27FC236}">
                <a16:creationId xmlns:a16="http://schemas.microsoft.com/office/drawing/2014/main" id="{7C505EB5-896E-A762-DB64-3024E41948AB}"/>
              </a:ext>
            </a:extLst>
          </p:cNvPr>
          <p:cNvCxnSpPr>
            <a:cxnSpLocks/>
            <a:stCxn id="67" idx="4"/>
            <a:endCxn id="69" idx="1"/>
          </p:cNvCxnSpPr>
          <p:nvPr/>
        </p:nvCxnSpPr>
        <p:spPr>
          <a:xfrm flipV="1">
            <a:off x="2910422" y="4984422"/>
            <a:ext cx="2103206" cy="11350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Straight Arrow Connector 92">
            <a:extLst>
              <a:ext uri="{FF2B5EF4-FFF2-40B4-BE49-F238E27FC236}">
                <a16:creationId xmlns:a16="http://schemas.microsoft.com/office/drawing/2014/main" id="{4A62A9EC-E79A-D9E9-7D63-D89D613185CA}"/>
              </a:ext>
            </a:extLst>
          </p:cNvPr>
          <p:cNvCxnSpPr>
            <a:cxnSpLocks/>
            <a:stCxn id="58" idx="2"/>
            <a:endCxn id="69" idx="0"/>
          </p:cNvCxnSpPr>
          <p:nvPr/>
        </p:nvCxnSpPr>
        <p:spPr>
          <a:xfrm flipH="1">
            <a:off x="5907502" y="2463136"/>
            <a:ext cx="1" cy="232926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5" name="Flowchart: Magnetic Disk 104">
            <a:extLst>
              <a:ext uri="{FF2B5EF4-FFF2-40B4-BE49-F238E27FC236}">
                <a16:creationId xmlns:a16="http://schemas.microsoft.com/office/drawing/2014/main" id="{EFE43B65-A0D6-4182-09CE-C45B131869D5}"/>
              </a:ext>
            </a:extLst>
          </p:cNvPr>
          <p:cNvSpPr/>
          <p:nvPr/>
        </p:nvSpPr>
        <p:spPr>
          <a:xfrm>
            <a:off x="2006133" y="5737787"/>
            <a:ext cx="895324" cy="250961"/>
          </a:xfrm>
          <a:prstGeom prst="flowChartMagneticDisk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07" name="Shape 6">
            <a:extLst>
              <a:ext uri="{FF2B5EF4-FFF2-40B4-BE49-F238E27FC236}">
                <a16:creationId xmlns:a16="http://schemas.microsoft.com/office/drawing/2014/main" id="{B30D91D5-460F-FCCB-2B32-36DD87A274BE}"/>
              </a:ext>
            </a:extLst>
          </p:cNvPr>
          <p:cNvSpPr/>
          <p:nvPr/>
        </p:nvSpPr>
        <p:spPr>
          <a:xfrm>
            <a:off x="1815432" y="6062504"/>
            <a:ext cx="1316389" cy="182818"/>
          </a:xfrm>
          <a:prstGeom prst="roundRect">
            <a:avLst>
              <a:gd name="adj" fmla="val 14286"/>
            </a:avLst>
          </a:prstGeom>
          <a:noFill/>
          <a:ln w="19050">
            <a:noFill/>
            <a:prstDash val="solid"/>
          </a:ln>
          <a:effectLst>
            <a:outerShdw blurRad="63500" dist="19050" dir="5400000" algn="bl" rotWithShape="0">
              <a:srgbClr val="000000">
                <a:alpha val="10000"/>
              </a:srgbClr>
            </a:outerShdw>
          </a:effectLst>
        </p:spPr>
        <p:txBody>
          <a:bodyPr anchor="ctr"/>
          <a:lstStyle/>
          <a:p>
            <a:pPr algn="ctr"/>
            <a:r>
              <a:rPr lang="en-US" sz="11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DB Progress Lane</a:t>
            </a:r>
            <a:endParaRPr lang="en-ID" sz="1100" dirty="0">
              <a:solidFill>
                <a:schemeClr val="tx2">
                  <a:lumMod val="90000"/>
                  <a:lumOff val="10000"/>
                </a:schemeClr>
              </a:solidFill>
            </a:endParaRPr>
          </a:p>
        </p:txBody>
      </p:sp>
      <p:cxnSp>
        <p:nvCxnSpPr>
          <p:cNvPr id="109" name="Connector: Elbow 108">
            <a:extLst>
              <a:ext uri="{FF2B5EF4-FFF2-40B4-BE49-F238E27FC236}">
                <a16:creationId xmlns:a16="http://schemas.microsoft.com/office/drawing/2014/main" id="{005B8664-0619-2BE4-BB91-56702DD4E536}"/>
              </a:ext>
            </a:extLst>
          </p:cNvPr>
          <p:cNvCxnSpPr>
            <a:cxnSpLocks/>
            <a:stCxn id="105" idx="4"/>
            <a:endCxn id="69" idx="1"/>
          </p:cNvCxnSpPr>
          <p:nvPr/>
        </p:nvCxnSpPr>
        <p:spPr>
          <a:xfrm flipV="1">
            <a:off x="2901457" y="4984422"/>
            <a:ext cx="2112171" cy="878846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7787893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44D453-FA7F-3E96-E3F3-ED1CFE0414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5">
            <a:extLst>
              <a:ext uri="{FF2B5EF4-FFF2-40B4-BE49-F238E27FC236}">
                <a16:creationId xmlns:a16="http://schemas.microsoft.com/office/drawing/2014/main" id="{5A83F3C2-34CB-09A3-BCB4-6FA92775C0A9}"/>
              </a:ext>
            </a:extLst>
          </p:cNvPr>
          <p:cNvSpPr/>
          <p:nvPr/>
        </p:nvSpPr>
        <p:spPr>
          <a:xfrm>
            <a:off x="91440" y="45720"/>
            <a:ext cx="11932920" cy="6755130"/>
          </a:xfrm>
          <a:prstGeom prst="roundRect">
            <a:avLst>
              <a:gd name="adj" fmla="val 1094"/>
            </a:avLst>
          </a:prstGeom>
          <a:solidFill>
            <a:srgbClr val="EAF1FA"/>
          </a:solidFill>
          <a:ln w="12700">
            <a:solidFill>
              <a:srgbClr val="C5D5EA"/>
            </a:solidFill>
            <a:prstDash val="solid"/>
          </a:ln>
          <a:effectLst>
            <a:outerShdw blurRad="63500" dist="1905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grpSp>
        <p:nvGrpSpPr>
          <p:cNvPr id="150" name="Group 149">
            <a:extLst>
              <a:ext uri="{FF2B5EF4-FFF2-40B4-BE49-F238E27FC236}">
                <a16:creationId xmlns:a16="http://schemas.microsoft.com/office/drawing/2014/main" id="{C1EB618E-CEDF-9FFA-6557-7DD41F6C356A}"/>
              </a:ext>
            </a:extLst>
          </p:cNvPr>
          <p:cNvGrpSpPr/>
          <p:nvPr/>
        </p:nvGrpSpPr>
        <p:grpSpPr>
          <a:xfrm>
            <a:off x="5566410" y="2686686"/>
            <a:ext cx="5983605" cy="350519"/>
            <a:chOff x="4738254" y="651510"/>
            <a:chExt cx="6922251" cy="596323"/>
          </a:xfrm>
        </p:grpSpPr>
        <p:sp>
          <p:nvSpPr>
            <p:cNvPr id="21" name="Rectangle: Rounded Corners 20">
              <a:extLst>
                <a:ext uri="{FF2B5EF4-FFF2-40B4-BE49-F238E27FC236}">
                  <a16:creationId xmlns:a16="http://schemas.microsoft.com/office/drawing/2014/main" id="{D77B7224-0A4A-C098-F272-E06A58F39D54}"/>
                </a:ext>
              </a:extLst>
            </p:cNvPr>
            <p:cNvSpPr/>
            <p:nvPr/>
          </p:nvSpPr>
          <p:spPr>
            <a:xfrm>
              <a:off x="11364913" y="651510"/>
              <a:ext cx="295592" cy="271456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ectangle: Rounded Corners 21">
              <a:extLst>
                <a:ext uri="{FF2B5EF4-FFF2-40B4-BE49-F238E27FC236}">
                  <a16:creationId xmlns:a16="http://schemas.microsoft.com/office/drawing/2014/main" id="{34BC3C14-1D31-D3B1-4CDE-6264D0941F85}"/>
                </a:ext>
              </a:extLst>
            </p:cNvPr>
            <p:cNvSpPr/>
            <p:nvPr/>
          </p:nvSpPr>
          <p:spPr>
            <a:xfrm>
              <a:off x="11364913" y="976377"/>
              <a:ext cx="295592" cy="271456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Rectangle: Rounded Corners 22">
              <a:extLst>
                <a:ext uri="{FF2B5EF4-FFF2-40B4-BE49-F238E27FC236}">
                  <a16:creationId xmlns:a16="http://schemas.microsoft.com/office/drawing/2014/main" id="{346BCABE-FAC5-EB1D-3D45-717C71D55E0A}"/>
                </a:ext>
              </a:extLst>
            </p:cNvPr>
            <p:cNvSpPr/>
            <p:nvPr/>
          </p:nvSpPr>
          <p:spPr>
            <a:xfrm>
              <a:off x="10923136" y="651510"/>
              <a:ext cx="295592" cy="271456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Rectangle: Rounded Corners 23">
              <a:extLst>
                <a:ext uri="{FF2B5EF4-FFF2-40B4-BE49-F238E27FC236}">
                  <a16:creationId xmlns:a16="http://schemas.microsoft.com/office/drawing/2014/main" id="{BB08C5B2-52DE-768B-0DB7-D385DB274E12}"/>
                </a:ext>
              </a:extLst>
            </p:cNvPr>
            <p:cNvSpPr/>
            <p:nvPr/>
          </p:nvSpPr>
          <p:spPr>
            <a:xfrm>
              <a:off x="10923136" y="976377"/>
              <a:ext cx="295592" cy="271456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Rectangle: Rounded Corners 24">
              <a:extLst>
                <a:ext uri="{FF2B5EF4-FFF2-40B4-BE49-F238E27FC236}">
                  <a16:creationId xmlns:a16="http://schemas.microsoft.com/office/drawing/2014/main" id="{A3CC799A-9058-BD58-3952-09F780B7A902}"/>
                </a:ext>
              </a:extLst>
            </p:cNvPr>
            <p:cNvSpPr/>
            <p:nvPr/>
          </p:nvSpPr>
          <p:spPr>
            <a:xfrm>
              <a:off x="10481358" y="651510"/>
              <a:ext cx="295592" cy="271456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Rectangle: Rounded Corners 27">
              <a:extLst>
                <a:ext uri="{FF2B5EF4-FFF2-40B4-BE49-F238E27FC236}">
                  <a16:creationId xmlns:a16="http://schemas.microsoft.com/office/drawing/2014/main" id="{2A1994B7-8D07-0947-DD34-E0B6B729E180}"/>
                </a:ext>
              </a:extLst>
            </p:cNvPr>
            <p:cNvSpPr/>
            <p:nvPr/>
          </p:nvSpPr>
          <p:spPr>
            <a:xfrm>
              <a:off x="10481358" y="976377"/>
              <a:ext cx="295592" cy="271456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Rectangle: Rounded Corners 28">
              <a:extLst>
                <a:ext uri="{FF2B5EF4-FFF2-40B4-BE49-F238E27FC236}">
                  <a16:creationId xmlns:a16="http://schemas.microsoft.com/office/drawing/2014/main" id="{D173FF98-A35D-EA24-F58A-84933DB78A9E}"/>
                </a:ext>
              </a:extLst>
            </p:cNvPr>
            <p:cNvSpPr/>
            <p:nvPr/>
          </p:nvSpPr>
          <p:spPr>
            <a:xfrm>
              <a:off x="10039581" y="651510"/>
              <a:ext cx="295592" cy="271456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Rectangle: Rounded Corners 31">
              <a:extLst>
                <a:ext uri="{FF2B5EF4-FFF2-40B4-BE49-F238E27FC236}">
                  <a16:creationId xmlns:a16="http://schemas.microsoft.com/office/drawing/2014/main" id="{23556B91-7D90-A9A1-E3D7-D91FD46B662B}"/>
                </a:ext>
              </a:extLst>
            </p:cNvPr>
            <p:cNvSpPr/>
            <p:nvPr/>
          </p:nvSpPr>
          <p:spPr>
            <a:xfrm>
              <a:off x="10039581" y="976377"/>
              <a:ext cx="295592" cy="271456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Rectangle: Rounded Corners 32">
              <a:extLst>
                <a:ext uri="{FF2B5EF4-FFF2-40B4-BE49-F238E27FC236}">
                  <a16:creationId xmlns:a16="http://schemas.microsoft.com/office/drawing/2014/main" id="{7F0D6003-DE84-097C-8E38-EBD888CA2100}"/>
                </a:ext>
              </a:extLst>
            </p:cNvPr>
            <p:cNvSpPr/>
            <p:nvPr/>
          </p:nvSpPr>
          <p:spPr>
            <a:xfrm>
              <a:off x="9597804" y="651510"/>
              <a:ext cx="295592" cy="271456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Rectangle: Rounded Corners 34">
              <a:extLst>
                <a:ext uri="{FF2B5EF4-FFF2-40B4-BE49-F238E27FC236}">
                  <a16:creationId xmlns:a16="http://schemas.microsoft.com/office/drawing/2014/main" id="{7EB09183-34A3-1A46-4AA6-167C1DC0E3DC}"/>
                </a:ext>
              </a:extLst>
            </p:cNvPr>
            <p:cNvSpPr/>
            <p:nvPr/>
          </p:nvSpPr>
          <p:spPr>
            <a:xfrm>
              <a:off x="9597804" y="976377"/>
              <a:ext cx="295592" cy="271456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Rectangle: Rounded Corners 35">
              <a:extLst>
                <a:ext uri="{FF2B5EF4-FFF2-40B4-BE49-F238E27FC236}">
                  <a16:creationId xmlns:a16="http://schemas.microsoft.com/office/drawing/2014/main" id="{153D3A26-63B5-49F3-37F3-00AE0DA95835}"/>
                </a:ext>
              </a:extLst>
            </p:cNvPr>
            <p:cNvSpPr/>
            <p:nvPr/>
          </p:nvSpPr>
          <p:spPr>
            <a:xfrm>
              <a:off x="9156027" y="651510"/>
              <a:ext cx="295592" cy="271456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Rectangle: Rounded Corners 36">
              <a:extLst>
                <a:ext uri="{FF2B5EF4-FFF2-40B4-BE49-F238E27FC236}">
                  <a16:creationId xmlns:a16="http://schemas.microsoft.com/office/drawing/2014/main" id="{0BD1F0E2-4862-75AC-64AE-EA8E7576FFB3}"/>
                </a:ext>
              </a:extLst>
            </p:cNvPr>
            <p:cNvSpPr/>
            <p:nvPr/>
          </p:nvSpPr>
          <p:spPr>
            <a:xfrm>
              <a:off x="9156027" y="976377"/>
              <a:ext cx="295592" cy="271456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Rectangle: Rounded Corners 37">
              <a:extLst>
                <a:ext uri="{FF2B5EF4-FFF2-40B4-BE49-F238E27FC236}">
                  <a16:creationId xmlns:a16="http://schemas.microsoft.com/office/drawing/2014/main" id="{90AAF3E3-F161-F20C-85A8-ACA842D62333}"/>
                </a:ext>
              </a:extLst>
            </p:cNvPr>
            <p:cNvSpPr/>
            <p:nvPr/>
          </p:nvSpPr>
          <p:spPr>
            <a:xfrm>
              <a:off x="8714249" y="651510"/>
              <a:ext cx="295592" cy="271456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" name="Rectangle: Rounded Corners 38">
              <a:extLst>
                <a:ext uri="{FF2B5EF4-FFF2-40B4-BE49-F238E27FC236}">
                  <a16:creationId xmlns:a16="http://schemas.microsoft.com/office/drawing/2014/main" id="{CAD51F11-BFF2-CC85-D4A6-B5DBD06A6D61}"/>
                </a:ext>
              </a:extLst>
            </p:cNvPr>
            <p:cNvSpPr/>
            <p:nvPr/>
          </p:nvSpPr>
          <p:spPr>
            <a:xfrm>
              <a:off x="8714249" y="976377"/>
              <a:ext cx="295592" cy="271456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Rectangle: Rounded Corners 40">
              <a:extLst>
                <a:ext uri="{FF2B5EF4-FFF2-40B4-BE49-F238E27FC236}">
                  <a16:creationId xmlns:a16="http://schemas.microsoft.com/office/drawing/2014/main" id="{BF65623E-28D8-810B-0CCD-8F5F0437FD82}"/>
                </a:ext>
              </a:extLst>
            </p:cNvPr>
            <p:cNvSpPr/>
            <p:nvPr/>
          </p:nvSpPr>
          <p:spPr>
            <a:xfrm>
              <a:off x="8272472" y="651510"/>
              <a:ext cx="295592" cy="271456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" name="Rectangle: Rounded Corners 41">
              <a:extLst>
                <a:ext uri="{FF2B5EF4-FFF2-40B4-BE49-F238E27FC236}">
                  <a16:creationId xmlns:a16="http://schemas.microsoft.com/office/drawing/2014/main" id="{93ECD395-7C8F-2751-B855-D4DF49C5EDC4}"/>
                </a:ext>
              </a:extLst>
            </p:cNvPr>
            <p:cNvSpPr/>
            <p:nvPr/>
          </p:nvSpPr>
          <p:spPr>
            <a:xfrm>
              <a:off x="8272472" y="976377"/>
              <a:ext cx="295592" cy="271456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Rectangle: Rounded Corners 44">
              <a:extLst>
                <a:ext uri="{FF2B5EF4-FFF2-40B4-BE49-F238E27FC236}">
                  <a16:creationId xmlns:a16="http://schemas.microsoft.com/office/drawing/2014/main" id="{20BEF046-3C7E-21CD-C96B-97204B11FC21}"/>
                </a:ext>
              </a:extLst>
            </p:cNvPr>
            <p:cNvSpPr/>
            <p:nvPr/>
          </p:nvSpPr>
          <p:spPr>
            <a:xfrm>
              <a:off x="7830695" y="651510"/>
              <a:ext cx="295592" cy="271456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Rectangle: Rounded Corners 45">
              <a:extLst>
                <a:ext uri="{FF2B5EF4-FFF2-40B4-BE49-F238E27FC236}">
                  <a16:creationId xmlns:a16="http://schemas.microsoft.com/office/drawing/2014/main" id="{320D54B5-B4D1-76FE-2830-2BCF83204CF6}"/>
                </a:ext>
              </a:extLst>
            </p:cNvPr>
            <p:cNvSpPr/>
            <p:nvPr/>
          </p:nvSpPr>
          <p:spPr>
            <a:xfrm>
              <a:off x="7830695" y="976377"/>
              <a:ext cx="295592" cy="271456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Rectangle: Rounded Corners 46">
              <a:extLst>
                <a:ext uri="{FF2B5EF4-FFF2-40B4-BE49-F238E27FC236}">
                  <a16:creationId xmlns:a16="http://schemas.microsoft.com/office/drawing/2014/main" id="{5FE29AF2-F3DC-AFDC-4CBD-650030478B36}"/>
                </a:ext>
              </a:extLst>
            </p:cNvPr>
            <p:cNvSpPr/>
            <p:nvPr/>
          </p:nvSpPr>
          <p:spPr>
            <a:xfrm>
              <a:off x="7388918" y="651510"/>
              <a:ext cx="295592" cy="271456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Rectangle: Rounded Corners 47">
              <a:extLst>
                <a:ext uri="{FF2B5EF4-FFF2-40B4-BE49-F238E27FC236}">
                  <a16:creationId xmlns:a16="http://schemas.microsoft.com/office/drawing/2014/main" id="{2985B100-5DFF-D967-C735-E243E4ED4DE5}"/>
                </a:ext>
              </a:extLst>
            </p:cNvPr>
            <p:cNvSpPr/>
            <p:nvPr/>
          </p:nvSpPr>
          <p:spPr>
            <a:xfrm>
              <a:off x="7388918" y="976377"/>
              <a:ext cx="295592" cy="271456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Rectangle: Rounded Corners 49">
              <a:extLst>
                <a:ext uri="{FF2B5EF4-FFF2-40B4-BE49-F238E27FC236}">
                  <a16:creationId xmlns:a16="http://schemas.microsoft.com/office/drawing/2014/main" id="{E790D2BA-CF3B-B66D-78E1-6DEBD4ACB267}"/>
                </a:ext>
              </a:extLst>
            </p:cNvPr>
            <p:cNvSpPr/>
            <p:nvPr/>
          </p:nvSpPr>
          <p:spPr>
            <a:xfrm>
              <a:off x="6947140" y="651510"/>
              <a:ext cx="295592" cy="271456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Rectangle: Rounded Corners 50">
              <a:extLst>
                <a:ext uri="{FF2B5EF4-FFF2-40B4-BE49-F238E27FC236}">
                  <a16:creationId xmlns:a16="http://schemas.microsoft.com/office/drawing/2014/main" id="{7462EA0F-662D-08ED-1545-448E94096739}"/>
                </a:ext>
              </a:extLst>
            </p:cNvPr>
            <p:cNvSpPr/>
            <p:nvPr/>
          </p:nvSpPr>
          <p:spPr>
            <a:xfrm>
              <a:off x="6947140" y="976377"/>
              <a:ext cx="295592" cy="271456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Rectangle: Rounded Corners 52">
              <a:extLst>
                <a:ext uri="{FF2B5EF4-FFF2-40B4-BE49-F238E27FC236}">
                  <a16:creationId xmlns:a16="http://schemas.microsoft.com/office/drawing/2014/main" id="{191AC7FB-B2DA-9D7F-2A5A-C94A76B81787}"/>
                </a:ext>
              </a:extLst>
            </p:cNvPr>
            <p:cNvSpPr/>
            <p:nvPr/>
          </p:nvSpPr>
          <p:spPr>
            <a:xfrm>
              <a:off x="6505363" y="651510"/>
              <a:ext cx="295592" cy="271456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Rectangle: Rounded Corners 53">
              <a:extLst>
                <a:ext uri="{FF2B5EF4-FFF2-40B4-BE49-F238E27FC236}">
                  <a16:creationId xmlns:a16="http://schemas.microsoft.com/office/drawing/2014/main" id="{3F194304-3E5A-81C0-2919-3837777D74DA}"/>
                </a:ext>
              </a:extLst>
            </p:cNvPr>
            <p:cNvSpPr/>
            <p:nvPr/>
          </p:nvSpPr>
          <p:spPr>
            <a:xfrm>
              <a:off x="6505363" y="976377"/>
              <a:ext cx="295592" cy="271456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Rectangle: Rounded Corners 59">
              <a:extLst>
                <a:ext uri="{FF2B5EF4-FFF2-40B4-BE49-F238E27FC236}">
                  <a16:creationId xmlns:a16="http://schemas.microsoft.com/office/drawing/2014/main" id="{10348FF0-4933-72A8-95B3-D6743D5070B7}"/>
                </a:ext>
              </a:extLst>
            </p:cNvPr>
            <p:cNvSpPr/>
            <p:nvPr/>
          </p:nvSpPr>
          <p:spPr>
            <a:xfrm>
              <a:off x="6063586" y="651510"/>
              <a:ext cx="295592" cy="271456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Rectangle: Rounded Corners 61">
              <a:extLst>
                <a:ext uri="{FF2B5EF4-FFF2-40B4-BE49-F238E27FC236}">
                  <a16:creationId xmlns:a16="http://schemas.microsoft.com/office/drawing/2014/main" id="{12D09B8B-B335-5B28-29EC-255D4013B97A}"/>
                </a:ext>
              </a:extLst>
            </p:cNvPr>
            <p:cNvSpPr/>
            <p:nvPr/>
          </p:nvSpPr>
          <p:spPr>
            <a:xfrm>
              <a:off x="6063586" y="976377"/>
              <a:ext cx="295592" cy="271456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Rectangle: Rounded Corners 62">
              <a:extLst>
                <a:ext uri="{FF2B5EF4-FFF2-40B4-BE49-F238E27FC236}">
                  <a16:creationId xmlns:a16="http://schemas.microsoft.com/office/drawing/2014/main" id="{6A4412D3-C801-58AC-9CA5-F9CC1AD1F870}"/>
                </a:ext>
              </a:extLst>
            </p:cNvPr>
            <p:cNvSpPr/>
            <p:nvPr/>
          </p:nvSpPr>
          <p:spPr>
            <a:xfrm>
              <a:off x="5621809" y="651510"/>
              <a:ext cx="295592" cy="271456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Rectangle: Rounded Corners 65">
              <a:extLst>
                <a:ext uri="{FF2B5EF4-FFF2-40B4-BE49-F238E27FC236}">
                  <a16:creationId xmlns:a16="http://schemas.microsoft.com/office/drawing/2014/main" id="{C794A73D-2008-5A08-0281-E5023AB4076E}"/>
                </a:ext>
              </a:extLst>
            </p:cNvPr>
            <p:cNvSpPr/>
            <p:nvPr/>
          </p:nvSpPr>
          <p:spPr>
            <a:xfrm>
              <a:off x="5621809" y="976377"/>
              <a:ext cx="295592" cy="271456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0" name="Rectangle: Rounded Corners 69">
              <a:extLst>
                <a:ext uri="{FF2B5EF4-FFF2-40B4-BE49-F238E27FC236}">
                  <a16:creationId xmlns:a16="http://schemas.microsoft.com/office/drawing/2014/main" id="{41B4CB98-54A0-590B-83ED-9B2C07B045B4}"/>
                </a:ext>
              </a:extLst>
            </p:cNvPr>
            <p:cNvSpPr/>
            <p:nvPr/>
          </p:nvSpPr>
          <p:spPr>
            <a:xfrm>
              <a:off x="5180031" y="651510"/>
              <a:ext cx="295592" cy="271456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" name="Rectangle: Rounded Corners 70">
              <a:extLst>
                <a:ext uri="{FF2B5EF4-FFF2-40B4-BE49-F238E27FC236}">
                  <a16:creationId xmlns:a16="http://schemas.microsoft.com/office/drawing/2014/main" id="{DF769906-2410-E1AF-D25D-196DD83EB870}"/>
                </a:ext>
              </a:extLst>
            </p:cNvPr>
            <p:cNvSpPr/>
            <p:nvPr/>
          </p:nvSpPr>
          <p:spPr>
            <a:xfrm>
              <a:off x="5180031" y="976377"/>
              <a:ext cx="295592" cy="271456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2" name="Rectangle: Rounded Corners 71">
              <a:extLst>
                <a:ext uri="{FF2B5EF4-FFF2-40B4-BE49-F238E27FC236}">
                  <a16:creationId xmlns:a16="http://schemas.microsoft.com/office/drawing/2014/main" id="{5BFFD89D-484F-F88C-0DAA-47CD0BE1782C}"/>
                </a:ext>
              </a:extLst>
            </p:cNvPr>
            <p:cNvSpPr/>
            <p:nvPr/>
          </p:nvSpPr>
          <p:spPr>
            <a:xfrm>
              <a:off x="4738254" y="651510"/>
              <a:ext cx="295592" cy="271456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6" name="Rectangle: Rounded Corners 75">
              <a:extLst>
                <a:ext uri="{FF2B5EF4-FFF2-40B4-BE49-F238E27FC236}">
                  <a16:creationId xmlns:a16="http://schemas.microsoft.com/office/drawing/2014/main" id="{A105282E-3E21-8FC3-AB70-70FA57C4A639}"/>
                </a:ext>
              </a:extLst>
            </p:cNvPr>
            <p:cNvSpPr/>
            <p:nvPr/>
          </p:nvSpPr>
          <p:spPr>
            <a:xfrm>
              <a:off x="4738254" y="976377"/>
              <a:ext cx="295592" cy="271456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85" name="Group 184">
            <a:extLst>
              <a:ext uri="{FF2B5EF4-FFF2-40B4-BE49-F238E27FC236}">
                <a16:creationId xmlns:a16="http://schemas.microsoft.com/office/drawing/2014/main" id="{B7394857-5CF8-1DA0-7470-BBF12C112B64}"/>
              </a:ext>
            </a:extLst>
          </p:cNvPr>
          <p:cNvGrpSpPr/>
          <p:nvPr/>
        </p:nvGrpSpPr>
        <p:grpSpPr>
          <a:xfrm>
            <a:off x="5566410" y="3721736"/>
            <a:ext cx="5983605" cy="350519"/>
            <a:chOff x="4738254" y="651510"/>
            <a:chExt cx="6922251" cy="596323"/>
          </a:xfrm>
        </p:grpSpPr>
        <p:sp>
          <p:nvSpPr>
            <p:cNvPr id="186" name="Rectangle: Rounded Corners 185">
              <a:extLst>
                <a:ext uri="{FF2B5EF4-FFF2-40B4-BE49-F238E27FC236}">
                  <a16:creationId xmlns:a16="http://schemas.microsoft.com/office/drawing/2014/main" id="{4BF3F854-E7E5-AA93-B83D-9C03C221CC21}"/>
                </a:ext>
              </a:extLst>
            </p:cNvPr>
            <p:cNvSpPr/>
            <p:nvPr/>
          </p:nvSpPr>
          <p:spPr>
            <a:xfrm>
              <a:off x="11364913" y="651510"/>
              <a:ext cx="295592" cy="271456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7" name="Rectangle: Rounded Corners 186">
              <a:extLst>
                <a:ext uri="{FF2B5EF4-FFF2-40B4-BE49-F238E27FC236}">
                  <a16:creationId xmlns:a16="http://schemas.microsoft.com/office/drawing/2014/main" id="{21E2DEC5-123F-649E-F8AA-9387D7A01CC6}"/>
                </a:ext>
              </a:extLst>
            </p:cNvPr>
            <p:cNvSpPr/>
            <p:nvPr/>
          </p:nvSpPr>
          <p:spPr>
            <a:xfrm>
              <a:off x="11364913" y="976377"/>
              <a:ext cx="295592" cy="271456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8" name="Rectangle: Rounded Corners 187">
              <a:extLst>
                <a:ext uri="{FF2B5EF4-FFF2-40B4-BE49-F238E27FC236}">
                  <a16:creationId xmlns:a16="http://schemas.microsoft.com/office/drawing/2014/main" id="{709F8C84-F706-4B2B-AF35-9345EE4054C3}"/>
                </a:ext>
              </a:extLst>
            </p:cNvPr>
            <p:cNvSpPr/>
            <p:nvPr/>
          </p:nvSpPr>
          <p:spPr>
            <a:xfrm>
              <a:off x="10923136" y="651510"/>
              <a:ext cx="295592" cy="271456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9" name="Rectangle: Rounded Corners 188">
              <a:extLst>
                <a:ext uri="{FF2B5EF4-FFF2-40B4-BE49-F238E27FC236}">
                  <a16:creationId xmlns:a16="http://schemas.microsoft.com/office/drawing/2014/main" id="{F6AF22BC-A72D-FEC7-1E57-446D684F96CB}"/>
                </a:ext>
              </a:extLst>
            </p:cNvPr>
            <p:cNvSpPr/>
            <p:nvPr/>
          </p:nvSpPr>
          <p:spPr>
            <a:xfrm>
              <a:off x="10923136" y="976377"/>
              <a:ext cx="295592" cy="271456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1" name="Rectangle: Rounded Corners 190">
              <a:extLst>
                <a:ext uri="{FF2B5EF4-FFF2-40B4-BE49-F238E27FC236}">
                  <a16:creationId xmlns:a16="http://schemas.microsoft.com/office/drawing/2014/main" id="{60273006-01C7-816A-C494-938DD777F336}"/>
                </a:ext>
              </a:extLst>
            </p:cNvPr>
            <p:cNvSpPr/>
            <p:nvPr/>
          </p:nvSpPr>
          <p:spPr>
            <a:xfrm>
              <a:off x="10481358" y="651510"/>
              <a:ext cx="295592" cy="271456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2" name="Rectangle: Rounded Corners 191">
              <a:extLst>
                <a:ext uri="{FF2B5EF4-FFF2-40B4-BE49-F238E27FC236}">
                  <a16:creationId xmlns:a16="http://schemas.microsoft.com/office/drawing/2014/main" id="{4AB4AB9C-D263-E9EC-BA0F-E619E2CD6E26}"/>
                </a:ext>
              </a:extLst>
            </p:cNvPr>
            <p:cNvSpPr/>
            <p:nvPr/>
          </p:nvSpPr>
          <p:spPr>
            <a:xfrm>
              <a:off x="10481358" y="976377"/>
              <a:ext cx="295592" cy="271456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3" name="Rectangle: Rounded Corners 192">
              <a:extLst>
                <a:ext uri="{FF2B5EF4-FFF2-40B4-BE49-F238E27FC236}">
                  <a16:creationId xmlns:a16="http://schemas.microsoft.com/office/drawing/2014/main" id="{684C06F3-4CB2-F933-18BE-254D181BE609}"/>
                </a:ext>
              </a:extLst>
            </p:cNvPr>
            <p:cNvSpPr/>
            <p:nvPr/>
          </p:nvSpPr>
          <p:spPr>
            <a:xfrm>
              <a:off x="10039581" y="651510"/>
              <a:ext cx="295592" cy="271456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4" name="Rectangle: Rounded Corners 193">
              <a:extLst>
                <a:ext uri="{FF2B5EF4-FFF2-40B4-BE49-F238E27FC236}">
                  <a16:creationId xmlns:a16="http://schemas.microsoft.com/office/drawing/2014/main" id="{D5080915-3CD8-7558-F424-63CC46A08582}"/>
                </a:ext>
              </a:extLst>
            </p:cNvPr>
            <p:cNvSpPr/>
            <p:nvPr/>
          </p:nvSpPr>
          <p:spPr>
            <a:xfrm>
              <a:off x="10039581" y="976377"/>
              <a:ext cx="295592" cy="271456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5" name="Rectangle: Rounded Corners 194">
              <a:extLst>
                <a:ext uri="{FF2B5EF4-FFF2-40B4-BE49-F238E27FC236}">
                  <a16:creationId xmlns:a16="http://schemas.microsoft.com/office/drawing/2014/main" id="{3ED846C3-FB31-B2FE-D6A0-C4EB1CF19B7C}"/>
                </a:ext>
              </a:extLst>
            </p:cNvPr>
            <p:cNvSpPr/>
            <p:nvPr/>
          </p:nvSpPr>
          <p:spPr>
            <a:xfrm>
              <a:off x="9597804" y="651510"/>
              <a:ext cx="295592" cy="271456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6" name="Rectangle: Rounded Corners 195">
              <a:extLst>
                <a:ext uri="{FF2B5EF4-FFF2-40B4-BE49-F238E27FC236}">
                  <a16:creationId xmlns:a16="http://schemas.microsoft.com/office/drawing/2014/main" id="{48E0DE44-9363-2870-4358-BC70AD0ECBC4}"/>
                </a:ext>
              </a:extLst>
            </p:cNvPr>
            <p:cNvSpPr/>
            <p:nvPr/>
          </p:nvSpPr>
          <p:spPr>
            <a:xfrm>
              <a:off x="9597804" y="976377"/>
              <a:ext cx="295592" cy="271456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8" name="Rectangle: Rounded Corners 197">
              <a:extLst>
                <a:ext uri="{FF2B5EF4-FFF2-40B4-BE49-F238E27FC236}">
                  <a16:creationId xmlns:a16="http://schemas.microsoft.com/office/drawing/2014/main" id="{023475B2-FBCE-7809-1C57-C4A2CA896C5A}"/>
                </a:ext>
              </a:extLst>
            </p:cNvPr>
            <p:cNvSpPr/>
            <p:nvPr/>
          </p:nvSpPr>
          <p:spPr>
            <a:xfrm>
              <a:off x="9156027" y="651510"/>
              <a:ext cx="295592" cy="271456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9" name="Rectangle: Rounded Corners 198">
              <a:extLst>
                <a:ext uri="{FF2B5EF4-FFF2-40B4-BE49-F238E27FC236}">
                  <a16:creationId xmlns:a16="http://schemas.microsoft.com/office/drawing/2014/main" id="{04CA5849-F715-3DF1-A965-9488C24CE892}"/>
                </a:ext>
              </a:extLst>
            </p:cNvPr>
            <p:cNvSpPr/>
            <p:nvPr/>
          </p:nvSpPr>
          <p:spPr>
            <a:xfrm>
              <a:off x="9156027" y="976377"/>
              <a:ext cx="295592" cy="271456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0" name="Rectangle: Rounded Corners 199">
              <a:extLst>
                <a:ext uri="{FF2B5EF4-FFF2-40B4-BE49-F238E27FC236}">
                  <a16:creationId xmlns:a16="http://schemas.microsoft.com/office/drawing/2014/main" id="{7A970DCD-ECCC-E5F1-4160-CE6EA1B9AF65}"/>
                </a:ext>
              </a:extLst>
            </p:cNvPr>
            <p:cNvSpPr/>
            <p:nvPr/>
          </p:nvSpPr>
          <p:spPr>
            <a:xfrm>
              <a:off x="8714249" y="651510"/>
              <a:ext cx="295592" cy="271456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1" name="Rectangle: Rounded Corners 200">
              <a:extLst>
                <a:ext uri="{FF2B5EF4-FFF2-40B4-BE49-F238E27FC236}">
                  <a16:creationId xmlns:a16="http://schemas.microsoft.com/office/drawing/2014/main" id="{E7AD1DF6-7456-7ED5-F77B-7CF4721FBBCB}"/>
                </a:ext>
              </a:extLst>
            </p:cNvPr>
            <p:cNvSpPr/>
            <p:nvPr/>
          </p:nvSpPr>
          <p:spPr>
            <a:xfrm>
              <a:off x="8714249" y="976377"/>
              <a:ext cx="295592" cy="271456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2" name="Rectangle: Rounded Corners 201">
              <a:extLst>
                <a:ext uri="{FF2B5EF4-FFF2-40B4-BE49-F238E27FC236}">
                  <a16:creationId xmlns:a16="http://schemas.microsoft.com/office/drawing/2014/main" id="{163DA84A-BB24-5A87-2CCB-01760A25B054}"/>
                </a:ext>
              </a:extLst>
            </p:cNvPr>
            <p:cNvSpPr/>
            <p:nvPr/>
          </p:nvSpPr>
          <p:spPr>
            <a:xfrm>
              <a:off x="8272472" y="651510"/>
              <a:ext cx="295592" cy="271456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3" name="Rectangle: Rounded Corners 202">
              <a:extLst>
                <a:ext uri="{FF2B5EF4-FFF2-40B4-BE49-F238E27FC236}">
                  <a16:creationId xmlns:a16="http://schemas.microsoft.com/office/drawing/2014/main" id="{A91E9079-F0E7-A236-0679-60375182E37B}"/>
                </a:ext>
              </a:extLst>
            </p:cNvPr>
            <p:cNvSpPr/>
            <p:nvPr/>
          </p:nvSpPr>
          <p:spPr>
            <a:xfrm>
              <a:off x="8272472" y="976377"/>
              <a:ext cx="295592" cy="271456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4" name="Rectangle: Rounded Corners 203">
              <a:extLst>
                <a:ext uri="{FF2B5EF4-FFF2-40B4-BE49-F238E27FC236}">
                  <a16:creationId xmlns:a16="http://schemas.microsoft.com/office/drawing/2014/main" id="{A51B1B61-5BB6-0F18-8A59-D5C065012892}"/>
                </a:ext>
              </a:extLst>
            </p:cNvPr>
            <p:cNvSpPr/>
            <p:nvPr/>
          </p:nvSpPr>
          <p:spPr>
            <a:xfrm>
              <a:off x="7830695" y="651510"/>
              <a:ext cx="295592" cy="271456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5" name="Rectangle: Rounded Corners 204">
              <a:extLst>
                <a:ext uri="{FF2B5EF4-FFF2-40B4-BE49-F238E27FC236}">
                  <a16:creationId xmlns:a16="http://schemas.microsoft.com/office/drawing/2014/main" id="{613B7876-2AA3-C917-C479-A8EB3605DCB5}"/>
                </a:ext>
              </a:extLst>
            </p:cNvPr>
            <p:cNvSpPr/>
            <p:nvPr/>
          </p:nvSpPr>
          <p:spPr>
            <a:xfrm>
              <a:off x="7830695" y="976377"/>
              <a:ext cx="295592" cy="271456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6" name="Rectangle: Rounded Corners 205">
              <a:extLst>
                <a:ext uri="{FF2B5EF4-FFF2-40B4-BE49-F238E27FC236}">
                  <a16:creationId xmlns:a16="http://schemas.microsoft.com/office/drawing/2014/main" id="{B87A4415-B058-9F49-A2B3-8977A76811F7}"/>
                </a:ext>
              </a:extLst>
            </p:cNvPr>
            <p:cNvSpPr/>
            <p:nvPr/>
          </p:nvSpPr>
          <p:spPr>
            <a:xfrm>
              <a:off x="7388918" y="651510"/>
              <a:ext cx="295592" cy="271456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7" name="Rectangle: Rounded Corners 206">
              <a:extLst>
                <a:ext uri="{FF2B5EF4-FFF2-40B4-BE49-F238E27FC236}">
                  <a16:creationId xmlns:a16="http://schemas.microsoft.com/office/drawing/2014/main" id="{797C69B2-3A2A-6960-E5F7-97C8DB679440}"/>
                </a:ext>
              </a:extLst>
            </p:cNvPr>
            <p:cNvSpPr/>
            <p:nvPr/>
          </p:nvSpPr>
          <p:spPr>
            <a:xfrm>
              <a:off x="7388918" y="976377"/>
              <a:ext cx="295592" cy="271456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8" name="Rectangle: Rounded Corners 207">
              <a:extLst>
                <a:ext uri="{FF2B5EF4-FFF2-40B4-BE49-F238E27FC236}">
                  <a16:creationId xmlns:a16="http://schemas.microsoft.com/office/drawing/2014/main" id="{0E62540F-37D4-139E-D91A-823F9FF215CA}"/>
                </a:ext>
              </a:extLst>
            </p:cNvPr>
            <p:cNvSpPr/>
            <p:nvPr/>
          </p:nvSpPr>
          <p:spPr>
            <a:xfrm>
              <a:off x="6947140" y="651510"/>
              <a:ext cx="295592" cy="271456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9" name="Rectangle: Rounded Corners 208">
              <a:extLst>
                <a:ext uri="{FF2B5EF4-FFF2-40B4-BE49-F238E27FC236}">
                  <a16:creationId xmlns:a16="http://schemas.microsoft.com/office/drawing/2014/main" id="{7A19EA9E-EA25-DAEB-57B1-63296D337B87}"/>
                </a:ext>
              </a:extLst>
            </p:cNvPr>
            <p:cNvSpPr/>
            <p:nvPr/>
          </p:nvSpPr>
          <p:spPr>
            <a:xfrm>
              <a:off x="6947140" y="976377"/>
              <a:ext cx="295592" cy="271456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0" name="Rectangle: Rounded Corners 209">
              <a:extLst>
                <a:ext uri="{FF2B5EF4-FFF2-40B4-BE49-F238E27FC236}">
                  <a16:creationId xmlns:a16="http://schemas.microsoft.com/office/drawing/2014/main" id="{CDB77C89-DDE4-2DB6-54A3-17188808174B}"/>
                </a:ext>
              </a:extLst>
            </p:cNvPr>
            <p:cNvSpPr/>
            <p:nvPr/>
          </p:nvSpPr>
          <p:spPr>
            <a:xfrm>
              <a:off x="6505363" y="651510"/>
              <a:ext cx="295592" cy="271456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1" name="Rectangle: Rounded Corners 210">
              <a:extLst>
                <a:ext uri="{FF2B5EF4-FFF2-40B4-BE49-F238E27FC236}">
                  <a16:creationId xmlns:a16="http://schemas.microsoft.com/office/drawing/2014/main" id="{8DB34A84-1383-4D2B-7535-C4C19FB64469}"/>
                </a:ext>
              </a:extLst>
            </p:cNvPr>
            <p:cNvSpPr/>
            <p:nvPr/>
          </p:nvSpPr>
          <p:spPr>
            <a:xfrm>
              <a:off x="6505363" y="976377"/>
              <a:ext cx="295592" cy="271456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2" name="Rectangle: Rounded Corners 211">
              <a:extLst>
                <a:ext uri="{FF2B5EF4-FFF2-40B4-BE49-F238E27FC236}">
                  <a16:creationId xmlns:a16="http://schemas.microsoft.com/office/drawing/2014/main" id="{7307A2EC-A780-44D1-E677-DE3D31E52952}"/>
                </a:ext>
              </a:extLst>
            </p:cNvPr>
            <p:cNvSpPr/>
            <p:nvPr/>
          </p:nvSpPr>
          <p:spPr>
            <a:xfrm>
              <a:off x="6063586" y="651510"/>
              <a:ext cx="295592" cy="271456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3" name="Rectangle: Rounded Corners 212">
              <a:extLst>
                <a:ext uri="{FF2B5EF4-FFF2-40B4-BE49-F238E27FC236}">
                  <a16:creationId xmlns:a16="http://schemas.microsoft.com/office/drawing/2014/main" id="{BBE23F37-627F-74DD-A2AA-3674FA2E61EE}"/>
                </a:ext>
              </a:extLst>
            </p:cNvPr>
            <p:cNvSpPr/>
            <p:nvPr/>
          </p:nvSpPr>
          <p:spPr>
            <a:xfrm>
              <a:off x="6063586" y="976377"/>
              <a:ext cx="295592" cy="271456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4" name="Rectangle: Rounded Corners 213">
              <a:extLst>
                <a:ext uri="{FF2B5EF4-FFF2-40B4-BE49-F238E27FC236}">
                  <a16:creationId xmlns:a16="http://schemas.microsoft.com/office/drawing/2014/main" id="{4D97CB6E-99F9-87BE-B32F-7E96B3ED03EC}"/>
                </a:ext>
              </a:extLst>
            </p:cNvPr>
            <p:cNvSpPr/>
            <p:nvPr/>
          </p:nvSpPr>
          <p:spPr>
            <a:xfrm>
              <a:off x="5621809" y="651510"/>
              <a:ext cx="295592" cy="271456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5" name="Rectangle: Rounded Corners 214">
              <a:extLst>
                <a:ext uri="{FF2B5EF4-FFF2-40B4-BE49-F238E27FC236}">
                  <a16:creationId xmlns:a16="http://schemas.microsoft.com/office/drawing/2014/main" id="{45C19C4A-E22A-F5D1-FEAD-C8C08F334E32}"/>
                </a:ext>
              </a:extLst>
            </p:cNvPr>
            <p:cNvSpPr/>
            <p:nvPr/>
          </p:nvSpPr>
          <p:spPr>
            <a:xfrm>
              <a:off x="5621809" y="976377"/>
              <a:ext cx="295592" cy="271456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6" name="Rectangle: Rounded Corners 215">
              <a:extLst>
                <a:ext uri="{FF2B5EF4-FFF2-40B4-BE49-F238E27FC236}">
                  <a16:creationId xmlns:a16="http://schemas.microsoft.com/office/drawing/2014/main" id="{1ECB789F-7505-634C-722A-8FAEEE1FEC9F}"/>
                </a:ext>
              </a:extLst>
            </p:cNvPr>
            <p:cNvSpPr/>
            <p:nvPr/>
          </p:nvSpPr>
          <p:spPr>
            <a:xfrm>
              <a:off x="5180031" y="651510"/>
              <a:ext cx="295592" cy="271456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7" name="Rectangle: Rounded Corners 216">
              <a:extLst>
                <a:ext uri="{FF2B5EF4-FFF2-40B4-BE49-F238E27FC236}">
                  <a16:creationId xmlns:a16="http://schemas.microsoft.com/office/drawing/2014/main" id="{A6D3B079-750A-E6C4-9620-4426320B4B84}"/>
                </a:ext>
              </a:extLst>
            </p:cNvPr>
            <p:cNvSpPr/>
            <p:nvPr/>
          </p:nvSpPr>
          <p:spPr>
            <a:xfrm>
              <a:off x="5180031" y="976377"/>
              <a:ext cx="295592" cy="271456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8" name="Rectangle: Rounded Corners 217">
              <a:extLst>
                <a:ext uri="{FF2B5EF4-FFF2-40B4-BE49-F238E27FC236}">
                  <a16:creationId xmlns:a16="http://schemas.microsoft.com/office/drawing/2014/main" id="{EF004186-9AB1-48D4-CF52-B986C8B20F89}"/>
                </a:ext>
              </a:extLst>
            </p:cNvPr>
            <p:cNvSpPr/>
            <p:nvPr/>
          </p:nvSpPr>
          <p:spPr>
            <a:xfrm>
              <a:off x="4738254" y="651510"/>
              <a:ext cx="295592" cy="271456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9" name="Rectangle: Rounded Corners 218">
              <a:extLst>
                <a:ext uri="{FF2B5EF4-FFF2-40B4-BE49-F238E27FC236}">
                  <a16:creationId xmlns:a16="http://schemas.microsoft.com/office/drawing/2014/main" id="{AA4114BF-9CE8-F058-452E-D487AA6EA534}"/>
                </a:ext>
              </a:extLst>
            </p:cNvPr>
            <p:cNvSpPr/>
            <p:nvPr/>
          </p:nvSpPr>
          <p:spPr>
            <a:xfrm>
              <a:off x="4738254" y="976377"/>
              <a:ext cx="295592" cy="271456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20" name="Group 219">
            <a:extLst>
              <a:ext uri="{FF2B5EF4-FFF2-40B4-BE49-F238E27FC236}">
                <a16:creationId xmlns:a16="http://schemas.microsoft.com/office/drawing/2014/main" id="{F493C14E-FF21-73B0-0459-F0871F40F3CB}"/>
              </a:ext>
            </a:extLst>
          </p:cNvPr>
          <p:cNvGrpSpPr/>
          <p:nvPr/>
        </p:nvGrpSpPr>
        <p:grpSpPr>
          <a:xfrm>
            <a:off x="5566410" y="4239261"/>
            <a:ext cx="5983605" cy="350519"/>
            <a:chOff x="4738254" y="651510"/>
            <a:chExt cx="6922251" cy="596323"/>
          </a:xfrm>
        </p:grpSpPr>
        <p:sp>
          <p:nvSpPr>
            <p:cNvPr id="221" name="Rectangle: Rounded Corners 220">
              <a:extLst>
                <a:ext uri="{FF2B5EF4-FFF2-40B4-BE49-F238E27FC236}">
                  <a16:creationId xmlns:a16="http://schemas.microsoft.com/office/drawing/2014/main" id="{82469786-98CA-0F0B-A327-93C6A80944F1}"/>
                </a:ext>
              </a:extLst>
            </p:cNvPr>
            <p:cNvSpPr/>
            <p:nvPr/>
          </p:nvSpPr>
          <p:spPr>
            <a:xfrm>
              <a:off x="11364913" y="651510"/>
              <a:ext cx="295592" cy="271456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2" name="Rectangle: Rounded Corners 221">
              <a:extLst>
                <a:ext uri="{FF2B5EF4-FFF2-40B4-BE49-F238E27FC236}">
                  <a16:creationId xmlns:a16="http://schemas.microsoft.com/office/drawing/2014/main" id="{82F68C51-E603-EB6A-BA96-3056B74AA273}"/>
                </a:ext>
              </a:extLst>
            </p:cNvPr>
            <p:cNvSpPr/>
            <p:nvPr/>
          </p:nvSpPr>
          <p:spPr>
            <a:xfrm>
              <a:off x="11364913" y="976377"/>
              <a:ext cx="295592" cy="271456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3" name="Rectangle: Rounded Corners 222">
              <a:extLst>
                <a:ext uri="{FF2B5EF4-FFF2-40B4-BE49-F238E27FC236}">
                  <a16:creationId xmlns:a16="http://schemas.microsoft.com/office/drawing/2014/main" id="{737A7512-0550-86E3-B916-C5A985791DF1}"/>
                </a:ext>
              </a:extLst>
            </p:cNvPr>
            <p:cNvSpPr/>
            <p:nvPr/>
          </p:nvSpPr>
          <p:spPr>
            <a:xfrm>
              <a:off x="10923136" y="651510"/>
              <a:ext cx="295592" cy="271456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4" name="Rectangle: Rounded Corners 223">
              <a:extLst>
                <a:ext uri="{FF2B5EF4-FFF2-40B4-BE49-F238E27FC236}">
                  <a16:creationId xmlns:a16="http://schemas.microsoft.com/office/drawing/2014/main" id="{2EDD668F-A52E-7BCC-4D3A-CDCAE6F15F5E}"/>
                </a:ext>
              </a:extLst>
            </p:cNvPr>
            <p:cNvSpPr/>
            <p:nvPr/>
          </p:nvSpPr>
          <p:spPr>
            <a:xfrm>
              <a:off x="10923136" y="976377"/>
              <a:ext cx="295592" cy="271456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5" name="Rectangle: Rounded Corners 224">
              <a:extLst>
                <a:ext uri="{FF2B5EF4-FFF2-40B4-BE49-F238E27FC236}">
                  <a16:creationId xmlns:a16="http://schemas.microsoft.com/office/drawing/2014/main" id="{EC7FD4ED-83F9-B150-96B5-233864BB61B6}"/>
                </a:ext>
              </a:extLst>
            </p:cNvPr>
            <p:cNvSpPr/>
            <p:nvPr/>
          </p:nvSpPr>
          <p:spPr>
            <a:xfrm>
              <a:off x="10481358" y="651510"/>
              <a:ext cx="295592" cy="271456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6" name="Rectangle: Rounded Corners 225">
              <a:extLst>
                <a:ext uri="{FF2B5EF4-FFF2-40B4-BE49-F238E27FC236}">
                  <a16:creationId xmlns:a16="http://schemas.microsoft.com/office/drawing/2014/main" id="{F6E2A90B-23CE-6EF6-EF6A-C0AFF98766B4}"/>
                </a:ext>
              </a:extLst>
            </p:cNvPr>
            <p:cNvSpPr/>
            <p:nvPr/>
          </p:nvSpPr>
          <p:spPr>
            <a:xfrm>
              <a:off x="10481358" y="976377"/>
              <a:ext cx="295592" cy="271456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7" name="Rectangle: Rounded Corners 226">
              <a:extLst>
                <a:ext uri="{FF2B5EF4-FFF2-40B4-BE49-F238E27FC236}">
                  <a16:creationId xmlns:a16="http://schemas.microsoft.com/office/drawing/2014/main" id="{B1CB00C6-881F-98CA-865B-F56A8DB53801}"/>
                </a:ext>
              </a:extLst>
            </p:cNvPr>
            <p:cNvSpPr/>
            <p:nvPr/>
          </p:nvSpPr>
          <p:spPr>
            <a:xfrm>
              <a:off x="10039581" y="651510"/>
              <a:ext cx="295592" cy="271456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8" name="Rectangle: Rounded Corners 227">
              <a:extLst>
                <a:ext uri="{FF2B5EF4-FFF2-40B4-BE49-F238E27FC236}">
                  <a16:creationId xmlns:a16="http://schemas.microsoft.com/office/drawing/2014/main" id="{EB51DD72-9C49-18C8-C5BB-8CB44A5800FB}"/>
                </a:ext>
              </a:extLst>
            </p:cNvPr>
            <p:cNvSpPr/>
            <p:nvPr/>
          </p:nvSpPr>
          <p:spPr>
            <a:xfrm>
              <a:off x="10039581" y="976377"/>
              <a:ext cx="295592" cy="271456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9" name="Rectangle: Rounded Corners 228">
              <a:extLst>
                <a:ext uri="{FF2B5EF4-FFF2-40B4-BE49-F238E27FC236}">
                  <a16:creationId xmlns:a16="http://schemas.microsoft.com/office/drawing/2014/main" id="{6AE2AEFC-16F7-F571-84F2-72C706DC7046}"/>
                </a:ext>
              </a:extLst>
            </p:cNvPr>
            <p:cNvSpPr/>
            <p:nvPr/>
          </p:nvSpPr>
          <p:spPr>
            <a:xfrm>
              <a:off x="9597804" y="651510"/>
              <a:ext cx="295592" cy="271456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0" name="Rectangle: Rounded Corners 229">
              <a:extLst>
                <a:ext uri="{FF2B5EF4-FFF2-40B4-BE49-F238E27FC236}">
                  <a16:creationId xmlns:a16="http://schemas.microsoft.com/office/drawing/2014/main" id="{E7642B30-6B77-5842-0E80-A804A4813DB9}"/>
                </a:ext>
              </a:extLst>
            </p:cNvPr>
            <p:cNvSpPr/>
            <p:nvPr/>
          </p:nvSpPr>
          <p:spPr>
            <a:xfrm>
              <a:off x="9597804" y="976377"/>
              <a:ext cx="295592" cy="271456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1" name="Rectangle: Rounded Corners 230">
              <a:extLst>
                <a:ext uri="{FF2B5EF4-FFF2-40B4-BE49-F238E27FC236}">
                  <a16:creationId xmlns:a16="http://schemas.microsoft.com/office/drawing/2014/main" id="{4F65573F-E039-B2BF-E399-83489A021F03}"/>
                </a:ext>
              </a:extLst>
            </p:cNvPr>
            <p:cNvSpPr/>
            <p:nvPr/>
          </p:nvSpPr>
          <p:spPr>
            <a:xfrm>
              <a:off x="9156027" y="651510"/>
              <a:ext cx="295592" cy="271456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2" name="Rectangle: Rounded Corners 231">
              <a:extLst>
                <a:ext uri="{FF2B5EF4-FFF2-40B4-BE49-F238E27FC236}">
                  <a16:creationId xmlns:a16="http://schemas.microsoft.com/office/drawing/2014/main" id="{F8086189-48A2-5B41-140E-9583BDBDBF9D}"/>
                </a:ext>
              </a:extLst>
            </p:cNvPr>
            <p:cNvSpPr/>
            <p:nvPr/>
          </p:nvSpPr>
          <p:spPr>
            <a:xfrm>
              <a:off x="9156027" y="976377"/>
              <a:ext cx="295592" cy="271456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3" name="Rectangle: Rounded Corners 232">
              <a:extLst>
                <a:ext uri="{FF2B5EF4-FFF2-40B4-BE49-F238E27FC236}">
                  <a16:creationId xmlns:a16="http://schemas.microsoft.com/office/drawing/2014/main" id="{65BD66D6-1939-BCA6-2965-E593CF634F2F}"/>
                </a:ext>
              </a:extLst>
            </p:cNvPr>
            <p:cNvSpPr/>
            <p:nvPr/>
          </p:nvSpPr>
          <p:spPr>
            <a:xfrm>
              <a:off x="8714249" y="651510"/>
              <a:ext cx="295592" cy="271456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4" name="Rectangle: Rounded Corners 233">
              <a:extLst>
                <a:ext uri="{FF2B5EF4-FFF2-40B4-BE49-F238E27FC236}">
                  <a16:creationId xmlns:a16="http://schemas.microsoft.com/office/drawing/2014/main" id="{2EF23231-2167-5EDB-54D7-9256BDFA361A}"/>
                </a:ext>
              </a:extLst>
            </p:cNvPr>
            <p:cNvSpPr/>
            <p:nvPr/>
          </p:nvSpPr>
          <p:spPr>
            <a:xfrm>
              <a:off x="8714249" y="976377"/>
              <a:ext cx="295592" cy="271456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5" name="Rectangle: Rounded Corners 234">
              <a:extLst>
                <a:ext uri="{FF2B5EF4-FFF2-40B4-BE49-F238E27FC236}">
                  <a16:creationId xmlns:a16="http://schemas.microsoft.com/office/drawing/2014/main" id="{4B765D32-C94B-8E0F-F1DA-93109EFA9669}"/>
                </a:ext>
              </a:extLst>
            </p:cNvPr>
            <p:cNvSpPr/>
            <p:nvPr/>
          </p:nvSpPr>
          <p:spPr>
            <a:xfrm>
              <a:off x="8272472" y="651510"/>
              <a:ext cx="295592" cy="271456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6" name="Rectangle: Rounded Corners 235">
              <a:extLst>
                <a:ext uri="{FF2B5EF4-FFF2-40B4-BE49-F238E27FC236}">
                  <a16:creationId xmlns:a16="http://schemas.microsoft.com/office/drawing/2014/main" id="{E2F6104E-6DE1-C91F-60B8-7270D964D5B8}"/>
                </a:ext>
              </a:extLst>
            </p:cNvPr>
            <p:cNvSpPr/>
            <p:nvPr/>
          </p:nvSpPr>
          <p:spPr>
            <a:xfrm>
              <a:off x="8272472" y="976377"/>
              <a:ext cx="295592" cy="271456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7" name="Rectangle: Rounded Corners 236">
              <a:extLst>
                <a:ext uri="{FF2B5EF4-FFF2-40B4-BE49-F238E27FC236}">
                  <a16:creationId xmlns:a16="http://schemas.microsoft.com/office/drawing/2014/main" id="{CF233162-03FB-6E31-D5C6-842F70F86019}"/>
                </a:ext>
              </a:extLst>
            </p:cNvPr>
            <p:cNvSpPr/>
            <p:nvPr/>
          </p:nvSpPr>
          <p:spPr>
            <a:xfrm>
              <a:off x="7830695" y="651510"/>
              <a:ext cx="295592" cy="271456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8" name="Rectangle: Rounded Corners 237">
              <a:extLst>
                <a:ext uri="{FF2B5EF4-FFF2-40B4-BE49-F238E27FC236}">
                  <a16:creationId xmlns:a16="http://schemas.microsoft.com/office/drawing/2014/main" id="{5105E3C6-153C-DD3A-A8F2-EC6CA080FC43}"/>
                </a:ext>
              </a:extLst>
            </p:cNvPr>
            <p:cNvSpPr/>
            <p:nvPr/>
          </p:nvSpPr>
          <p:spPr>
            <a:xfrm>
              <a:off x="7830695" y="976377"/>
              <a:ext cx="295592" cy="271456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9" name="Rectangle: Rounded Corners 238">
              <a:extLst>
                <a:ext uri="{FF2B5EF4-FFF2-40B4-BE49-F238E27FC236}">
                  <a16:creationId xmlns:a16="http://schemas.microsoft.com/office/drawing/2014/main" id="{3EE927B8-228B-DC11-68AD-47828DC6558F}"/>
                </a:ext>
              </a:extLst>
            </p:cNvPr>
            <p:cNvSpPr/>
            <p:nvPr/>
          </p:nvSpPr>
          <p:spPr>
            <a:xfrm>
              <a:off x="7388918" y="651510"/>
              <a:ext cx="295592" cy="271456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0" name="Rectangle: Rounded Corners 239">
              <a:extLst>
                <a:ext uri="{FF2B5EF4-FFF2-40B4-BE49-F238E27FC236}">
                  <a16:creationId xmlns:a16="http://schemas.microsoft.com/office/drawing/2014/main" id="{E2DF41F5-EBCB-F870-C11A-E0C867F4ABA1}"/>
                </a:ext>
              </a:extLst>
            </p:cNvPr>
            <p:cNvSpPr/>
            <p:nvPr/>
          </p:nvSpPr>
          <p:spPr>
            <a:xfrm>
              <a:off x="7388918" y="976377"/>
              <a:ext cx="295592" cy="271456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1" name="Rectangle: Rounded Corners 240">
              <a:extLst>
                <a:ext uri="{FF2B5EF4-FFF2-40B4-BE49-F238E27FC236}">
                  <a16:creationId xmlns:a16="http://schemas.microsoft.com/office/drawing/2014/main" id="{02D7CADE-5D97-BAD7-921E-5CFF96D7193F}"/>
                </a:ext>
              </a:extLst>
            </p:cNvPr>
            <p:cNvSpPr/>
            <p:nvPr/>
          </p:nvSpPr>
          <p:spPr>
            <a:xfrm>
              <a:off x="6947140" y="651510"/>
              <a:ext cx="295592" cy="271456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2" name="Rectangle: Rounded Corners 241">
              <a:extLst>
                <a:ext uri="{FF2B5EF4-FFF2-40B4-BE49-F238E27FC236}">
                  <a16:creationId xmlns:a16="http://schemas.microsoft.com/office/drawing/2014/main" id="{F24F9850-334E-E31A-1763-FC979F1D51B7}"/>
                </a:ext>
              </a:extLst>
            </p:cNvPr>
            <p:cNvSpPr/>
            <p:nvPr/>
          </p:nvSpPr>
          <p:spPr>
            <a:xfrm>
              <a:off x="6947140" y="976377"/>
              <a:ext cx="295592" cy="271456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3" name="Rectangle: Rounded Corners 242">
              <a:extLst>
                <a:ext uri="{FF2B5EF4-FFF2-40B4-BE49-F238E27FC236}">
                  <a16:creationId xmlns:a16="http://schemas.microsoft.com/office/drawing/2014/main" id="{CA513EE4-CBED-7C40-34DF-CC9085EDF788}"/>
                </a:ext>
              </a:extLst>
            </p:cNvPr>
            <p:cNvSpPr/>
            <p:nvPr/>
          </p:nvSpPr>
          <p:spPr>
            <a:xfrm>
              <a:off x="6505363" y="651510"/>
              <a:ext cx="295592" cy="271456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4" name="Rectangle: Rounded Corners 243">
              <a:extLst>
                <a:ext uri="{FF2B5EF4-FFF2-40B4-BE49-F238E27FC236}">
                  <a16:creationId xmlns:a16="http://schemas.microsoft.com/office/drawing/2014/main" id="{CFAAC9C5-8DF3-CEDD-0271-D628D713940F}"/>
                </a:ext>
              </a:extLst>
            </p:cNvPr>
            <p:cNvSpPr/>
            <p:nvPr/>
          </p:nvSpPr>
          <p:spPr>
            <a:xfrm>
              <a:off x="6505363" y="976377"/>
              <a:ext cx="295592" cy="271456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5" name="Rectangle: Rounded Corners 244">
              <a:extLst>
                <a:ext uri="{FF2B5EF4-FFF2-40B4-BE49-F238E27FC236}">
                  <a16:creationId xmlns:a16="http://schemas.microsoft.com/office/drawing/2014/main" id="{AE8E301F-9AA4-14A2-D103-BD35832F4B19}"/>
                </a:ext>
              </a:extLst>
            </p:cNvPr>
            <p:cNvSpPr/>
            <p:nvPr/>
          </p:nvSpPr>
          <p:spPr>
            <a:xfrm>
              <a:off x="6063586" y="651510"/>
              <a:ext cx="295592" cy="271456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6" name="Rectangle: Rounded Corners 245">
              <a:extLst>
                <a:ext uri="{FF2B5EF4-FFF2-40B4-BE49-F238E27FC236}">
                  <a16:creationId xmlns:a16="http://schemas.microsoft.com/office/drawing/2014/main" id="{CFDF0F81-5B69-1E25-8774-85AD9C950945}"/>
                </a:ext>
              </a:extLst>
            </p:cNvPr>
            <p:cNvSpPr/>
            <p:nvPr/>
          </p:nvSpPr>
          <p:spPr>
            <a:xfrm>
              <a:off x="6063586" y="976377"/>
              <a:ext cx="295592" cy="271456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7" name="Rectangle: Rounded Corners 246">
              <a:extLst>
                <a:ext uri="{FF2B5EF4-FFF2-40B4-BE49-F238E27FC236}">
                  <a16:creationId xmlns:a16="http://schemas.microsoft.com/office/drawing/2014/main" id="{9FD63D63-B1A9-C447-A8E1-A006F8443467}"/>
                </a:ext>
              </a:extLst>
            </p:cNvPr>
            <p:cNvSpPr/>
            <p:nvPr/>
          </p:nvSpPr>
          <p:spPr>
            <a:xfrm>
              <a:off x="5621809" y="651510"/>
              <a:ext cx="295592" cy="271456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8" name="Rectangle: Rounded Corners 247">
              <a:extLst>
                <a:ext uri="{FF2B5EF4-FFF2-40B4-BE49-F238E27FC236}">
                  <a16:creationId xmlns:a16="http://schemas.microsoft.com/office/drawing/2014/main" id="{A8B2A135-D5DB-CE0A-8140-FD96BD2F43C9}"/>
                </a:ext>
              </a:extLst>
            </p:cNvPr>
            <p:cNvSpPr/>
            <p:nvPr/>
          </p:nvSpPr>
          <p:spPr>
            <a:xfrm>
              <a:off x="5621809" y="976377"/>
              <a:ext cx="295592" cy="271456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9" name="Rectangle: Rounded Corners 248">
              <a:extLst>
                <a:ext uri="{FF2B5EF4-FFF2-40B4-BE49-F238E27FC236}">
                  <a16:creationId xmlns:a16="http://schemas.microsoft.com/office/drawing/2014/main" id="{9FBA08F6-8E45-CCA9-BED3-C8849FB504E5}"/>
                </a:ext>
              </a:extLst>
            </p:cNvPr>
            <p:cNvSpPr/>
            <p:nvPr/>
          </p:nvSpPr>
          <p:spPr>
            <a:xfrm>
              <a:off x="5180031" y="651510"/>
              <a:ext cx="295592" cy="271456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0" name="Rectangle: Rounded Corners 249">
              <a:extLst>
                <a:ext uri="{FF2B5EF4-FFF2-40B4-BE49-F238E27FC236}">
                  <a16:creationId xmlns:a16="http://schemas.microsoft.com/office/drawing/2014/main" id="{9393220B-9626-A413-1548-2783F3404BB0}"/>
                </a:ext>
              </a:extLst>
            </p:cNvPr>
            <p:cNvSpPr/>
            <p:nvPr/>
          </p:nvSpPr>
          <p:spPr>
            <a:xfrm>
              <a:off x="5180031" y="976377"/>
              <a:ext cx="295592" cy="271456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1" name="Rectangle: Rounded Corners 250">
              <a:extLst>
                <a:ext uri="{FF2B5EF4-FFF2-40B4-BE49-F238E27FC236}">
                  <a16:creationId xmlns:a16="http://schemas.microsoft.com/office/drawing/2014/main" id="{B4516856-5C7E-C825-79B4-2CE8EC85FFDE}"/>
                </a:ext>
              </a:extLst>
            </p:cNvPr>
            <p:cNvSpPr/>
            <p:nvPr/>
          </p:nvSpPr>
          <p:spPr>
            <a:xfrm>
              <a:off x="4738254" y="651510"/>
              <a:ext cx="295592" cy="271456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2" name="Rectangle: Rounded Corners 251">
              <a:extLst>
                <a:ext uri="{FF2B5EF4-FFF2-40B4-BE49-F238E27FC236}">
                  <a16:creationId xmlns:a16="http://schemas.microsoft.com/office/drawing/2014/main" id="{9AEAC98A-EC5B-91C9-64CE-7992BC8EB739}"/>
                </a:ext>
              </a:extLst>
            </p:cNvPr>
            <p:cNvSpPr/>
            <p:nvPr/>
          </p:nvSpPr>
          <p:spPr>
            <a:xfrm>
              <a:off x="4738254" y="976377"/>
              <a:ext cx="295592" cy="271456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53" name="Group 252">
            <a:extLst>
              <a:ext uri="{FF2B5EF4-FFF2-40B4-BE49-F238E27FC236}">
                <a16:creationId xmlns:a16="http://schemas.microsoft.com/office/drawing/2014/main" id="{D608AE0B-D3E2-C57E-D413-492934AB1CF9}"/>
              </a:ext>
            </a:extLst>
          </p:cNvPr>
          <p:cNvGrpSpPr/>
          <p:nvPr/>
        </p:nvGrpSpPr>
        <p:grpSpPr>
          <a:xfrm>
            <a:off x="5566410" y="5274311"/>
            <a:ext cx="5983605" cy="350519"/>
            <a:chOff x="4738254" y="651510"/>
            <a:chExt cx="6922251" cy="596323"/>
          </a:xfrm>
        </p:grpSpPr>
        <p:sp>
          <p:nvSpPr>
            <p:cNvPr id="254" name="Rectangle: Rounded Corners 253">
              <a:extLst>
                <a:ext uri="{FF2B5EF4-FFF2-40B4-BE49-F238E27FC236}">
                  <a16:creationId xmlns:a16="http://schemas.microsoft.com/office/drawing/2014/main" id="{428EFCFC-77E0-F964-36E6-0FC6B9E5A032}"/>
                </a:ext>
              </a:extLst>
            </p:cNvPr>
            <p:cNvSpPr/>
            <p:nvPr/>
          </p:nvSpPr>
          <p:spPr>
            <a:xfrm>
              <a:off x="11364913" y="651510"/>
              <a:ext cx="295592" cy="271456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5" name="Rectangle: Rounded Corners 254">
              <a:extLst>
                <a:ext uri="{FF2B5EF4-FFF2-40B4-BE49-F238E27FC236}">
                  <a16:creationId xmlns:a16="http://schemas.microsoft.com/office/drawing/2014/main" id="{A4DAC1D0-CEA5-BD3C-F87B-2414843A9687}"/>
                </a:ext>
              </a:extLst>
            </p:cNvPr>
            <p:cNvSpPr/>
            <p:nvPr/>
          </p:nvSpPr>
          <p:spPr>
            <a:xfrm>
              <a:off x="11364913" y="976377"/>
              <a:ext cx="295592" cy="271456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6" name="Rectangle: Rounded Corners 255">
              <a:extLst>
                <a:ext uri="{FF2B5EF4-FFF2-40B4-BE49-F238E27FC236}">
                  <a16:creationId xmlns:a16="http://schemas.microsoft.com/office/drawing/2014/main" id="{A49AAAA7-CF71-3B91-E9F9-5FDC783A55AC}"/>
                </a:ext>
              </a:extLst>
            </p:cNvPr>
            <p:cNvSpPr/>
            <p:nvPr/>
          </p:nvSpPr>
          <p:spPr>
            <a:xfrm>
              <a:off x="10923136" y="651510"/>
              <a:ext cx="295592" cy="271456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7" name="Rectangle: Rounded Corners 256">
              <a:extLst>
                <a:ext uri="{FF2B5EF4-FFF2-40B4-BE49-F238E27FC236}">
                  <a16:creationId xmlns:a16="http://schemas.microsoft.com/office/drawing/2014/main" id="{715ACE83-F3B7-AA38-3926-805A2A5A2277}"/>
                </a:ext>
              </a:extLst>
            </p:cNvPr>
            <p:cNvSpPr/>
            <p:nvPr/>
          </p:nvSpPr>
          <p:spPr>
            <a:xfrm>
              <a:off x="10923136" y="976377"/>
              <a:ext cx="295592" cy="271456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8" name="Rectangle: Rounded Corners 257">
              <a:extLst>
                <a:ext uri="{FF2B5EF4-FFF2-40B4-BE49-F238E27FC236}">
                  <a16:creationId xmlns:a16="http://schemas.microsoft.com/office/drawing/2014/main" id="{66780966-A342-6E2D-03B8-C1228C6C3B7B}"/>
                </a:ext>
              </a:extLst>
            </p:cNvPr>
            <p:cNvSpPr/>
            <p:nvPr/>
          </p:nvSpPr>
          <p:spPr>
            <a:xfrm>
              <a:off x="10481358" y="651510"/>
              <a:ext cx="295592" cy="271456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9" name="Rectangle: Rounded Corners 258">
              <a:extLst>
                <a:ext uri="{FF2B5EF4-FFF2-40B4-BE49-F238E27FC236}">
                  <a16:creationId xmlns:a16="http://schemas.microsoft.com/office/drawing/2014/main" id="{0F541BE5-E5ED-A3F1-71BC-8DEEB6990C0E}"/>
                </a:ext>
              </a:extLst>
            </p:cNvPr>
            <p:cNvSpPr/>
            <p:nvPr/>
          </p:nvSpPr>
          <p:spPr>
            <a:xfrm>
              <a:off x="10481358" y="976377"/>
              <a:ext cx="295592" cy="271456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0" name="Rectangle: Rounded Corners 259">
              <a:extLst>
                <a:ext uri="{FF2B5EF4-FFF2-40B4-BE49-F238E27FC236}">
                  <a16:creationId xmlns:a16="http://schemas.microsoft.com/office/drawing/2014/main" id="{08D43160-A766-BDAE-90C0-ED1A8BF2F7F0}"/>
                </a:ext>
              </a:extLst>
            </p:cNvPr>
            <p:cNvSpPr/>
            <p:nvPr/>
          </p:nvSpPr>
          <p:spPr>
            <a:xfrm>
              <a:off x="10039581" y="651510"/>
              <a:ext cx="295592" cy="271456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1" name="Rectangle: Rounded Corners 260">
              <a:extLst>
                <a:ext uri="{FF2B5EF4-FFF2-40B4-BE49-F238E27FC236}">
                  <a16:creationId xmlns:a16="http://schemas.microsoft.com/office/drawing/2014/main" id="{A28315CC-B62B-F39C-0BCF-A34C94DB84F7}"/>
                </a:ext>
              </a:extLst>
            </p:cNvPr>
            <p:cNvSpPr/>
            <p:nvPr/>
          </p:nvSpPr>
          <p:spPr>
            <a:xfrm>
              <a:off x="10039581" y="976377"/>
              <a:ext cx="295592" cy="271456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2" name="Rectangle: Rounded Corners 261">
              <a:extLst>
                <a:ext uri="{FF2B5EF4-FFF2-40B4-BE49-F238E27FC236}">
                  <a16:creationId xmlns:a16="http://schemas.microsoft.com/office/drawing/2014/main" id="{70E9DA70-590D-A65C-7F85-1A7855CA7D3B}"/>
                </a:ext>
              </a:extLst>
            </p:cNvPr>
            <p:cNvSpPr/>
            <p:nvPr/>
          </p:nvSpPr>
          <p:spPr>
            <a:xfrm>
              <a:off x="9597804" y="651510"/>
              <a:ext cx="295592" cy="271456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3" name="Rectangle: Rounded Corners 262">
              <a:extLst>
                <a:ext uri="{FF2B5EF4-FFF2-40B4-BE49-F238E27FC236}">
                  <a16:creationId xmlns:a16="http://schemas.microsoft.com/office/drawing/2014/main" id="{A626A155-513B-1DA7-F792-FEF45E945828}"/>
                </a:ext>
              </a:extLst>
            </p:cNvPr>
            <p:cNvSpPr/>
            <p:nvPr/>
          </p:nvSpPr>
          <p:spPr>
            <a:xfrm>
              <a:off x="9597804" y="976377"/>
              <a:ext cx="295592" cy="271456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4" name="Rectangle: Rounded Corners 263">
              <a:extLst>
                <a:ext uri="{FF2B5EF4-FFF2-40B4-BE49-F238E27FC236}">
                  <a16:creationId xmlns:a16="http://schemas.microsoft.com/office/drawing/2014/main" id="{5C52ECD8-976F-450F-7080-D733CC61BF3C}"/>
                </a:ext>
              </a:extLst>
            </p:cNvPr>
            <p:cNvSpPr/>
            <p:nvPr/>
          </p:nvSpPr>
          <p:spPr>
            <a:xfrm>
              <a:off x="9156027" y="651510"/>
              <a:ext cx="295592" cy="271456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5" name="Rectangle: Rounded Corners 264">
              <a:extLst>
                <a:ext uri="{FF2B5EF4-FFF2-40B4-BE49-F238E27FC236}">
                  <a16:creationId xmlns:a16="http://schemas.microsoft.com/office/drawing/2014/main" id="{2326C6ED-486F-EA46-AB7B-30064DB04A0C}"/>
                </a:ext>
              </a:extLst>
            </p:cNvPr>
            <p:cNvSpPr/>
            <p:nvPr/>
          </p:nvSpPr>
          <p:spPr>
            <a:xfrm>
              <a:off x="9156027" y="976377"/>
              <a:ext cx="295592" cy="271456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6" name="Rectangle: Rounded Corners 265">
              <a:extLst>
                <a:ext uri="{FF2B5EF4-FFF2-40B4-BE49-F238E27FC236}">
                  <a16:creationId xmlns:a16="http://schemas.microsoft.com/office/drawing/2014/main" id="{A3A0A1D0-698C-6B95-5341-4750E6248320}"/>
                </a:ext>
              </a:extLst>
            </p:cNvPr>
            <p:cNvSpPr/>
            <p:nvPr/>
          </p:nvSpPr>
          <p:spPr>
            <a:xfrm>
              <a:off x="8714249" y="651510"/>
              <a:ext cx="295592" cy="271456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7" name="Rectangle: Rounded Corners 266">
              <a:extLst>
                <a:ext uri="{FF2B5EF4-FFF2-40B4-BE49-F238E27FC236}">
                  <a16:creationId xmlns:a16="http://schemas.microsoft.com/office/drawing/2014/main" id="{52C21B41-C12B-B576-77D6-48D2E44301B3}"/>
                </a:ext>
              </a:extLst>
            </p:cNvPr>
            <p:cNvSpPr/>
            <p:nvPr/>
          </p:nvSpPr>
          <p:spPr>
            <a:xfrm>
              <a:off x="8714249" y="976377"/>
              <a:ext cx="295592" cy="271456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8" name="Rectangle: Rounded Corners 267">
              <a:extLst>
                <a:ext uri="{FF2B5EF4-FFF2-40B4-BE49-F238E27FC236}">
                  <a16:creationId xmlns:a16="http://schemas.microsoft.com/office/drawing/2014/main" id="{6E69DC79-C163-84B9-FD61-71CC912F6DA6}"/>
                </a:ext>
              </a:extLst>
            </p:cNvPr>
            <p:cNvSpPr/>
            <p:nvPr/>
          </p:nvSpPr>
          <p:spPr>
            <a:xfrm>
              <a:off x="8272472" y="651510"/>
              <a:ext cx="295592" cy="271456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9" name="Rectangle: Rounded Corners 268">
              <a:extLst>
                <a:ext uri="{FF2B5EF4-FFF2-40B4-BE49-F238E27FC236}">
                  <a16:creationId xmlns:a16="http://schemas.microsoft.com/office/drawing/2014/main" id="{9F1ED5AA-0BD3-6FA2-B040-598AD4BF61CE}"/>
                </a:ext>
              </a:extLst>
            </p:cNvPr>
            <p:cNvSpPr/>
            <p:nvPr/>
          </p:nvSpPr>
          <p:spPr>
            <a:xfrm>
              <a:off x="8272472" y="976377"/>
              <a:ext cx="295592" cy="271456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0" name="Rectangle: Rounded Corners 269">
              <a:extLst>
                <a:ext uri="{FF2B5EF4-FFF2-40B4-BE49-F238E27FC236}">
                  <a16:creationId xmlns:a16="http://schemas.microsoft.com/office/drawing/2014/main" id="{6BF44E41-DF25-F29D-2047-08B4FF99D896}"/>
                </a:ext>
              </a:extLst>
            </p:cNvPr>
            <p:cNvSpPr/>
            <p:nvPr/>
          </p:nvSpPr>
          <p:spPr>
            <a:xfrm>
              <a:off x="7830695" y="651510"/>
              <a:ext cx="295592" cy="271456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1" name="Rectangle: Rounded Corners 270">
              <a:extLst>
                <a:ext uri="{FF2B5EF4-FFF2-40B4-BE49-F238E27FC236}">
                  <a16:creationId xmlns:a16="http://schemas.microsoft.com/office/drawing/2014/main" id="{B3F362AC-AAA2-4CAF-53EB-4D3512E3D743}"/>
                </a:ext>
              </a:extLst>
            </p:cNvPr>
            <p:cNvSpPr/>
            <p:nvPr/>
          </p:nvSpPr>
          <p:spPr>
            <a:xfrm>
              <a:off x="7830695" y="976377"/>
              <a:ext cx="295592" cy="271456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2" name="Rectangle: Rounded Corners 271">
              <a:extLst>
                <a:ext uri="{FF2B5EF4-FFF2-40B4-BE49-F238E27FC236}">
                  <a16:creationId xmlns:a16="http://schemas.microsoft.com/office/drawing/2014/main" id="{5A17D088-039D-D251-9179-BE9C7EDCC9DC}"/>
                </a:ext>
              </a:extLst>
            </p:cNvPr>
            <p:cNvSpPr/>
            <p:nvPr/>
          </p:nvSpPr>
          <p:spPr>
            <a:xfrm>
              <a:off x="7388918" y="651510"/>
              <a:ext cx="295592" cy="271456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3" name="Rectangle: Rounded Corners 272">
              <a:extLst>
                <a:ext uri="{FF2B5EF4-FFF2-40B4-BE49-F238E27FC236}">
                  <a16:creationId xmlns:a16="http://schemas.microsoft.com/office/drawing/2014/main" id="{145D9AE8-87AB-4C81-D2DB-356D9F9CB732}"/>
                </a:ext>
              </a:extLst>
            </p:cNvPr>
            <p:cNvSpPr/>
            <p:nvPr/>
          </p:nvSpPr>
          <p:spPr>
            <a:xfrm>
              <a:off x="7388918" y="976377"/>
              <a:ext cx="295592" cy="271456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4" name="Rectangle: Rounded Corners 273">
              <a:extLst>
                <a:ext uri="{FF2B5EF4-FFF2-40B4-BE49-F238E27FC236}">
                  <a16:creationId xmlns:a16="http://schemas.microsoft.com/office/drawing/2014/main" id="{9254208F-8AB3-4B0A-C92A-69576C87C9A3}"/>
                </a:ext>
              </a:extLst>
            </p:cNvPr>
            <p:cNvSpPr/>
            <p:nvPr/>
          </p:nvSpPr>
          <p:spPr>
            <a:xfrm>
              <a:off x="6947140" y="651510"/>
              <a:ext cx="295592" cy="271456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5" name="Rectangle: Rounded Corners 274">
              <a:extLst>
                <a:ext uri="{FF2B5EF4-FFF2-40B4-BE49-F238E27FC236}">
                  <a16:creationId xmlns:a16="http://schemas.microsoft.com/office/drawing/2014/main" id="{A528D5D6-FF28-742F-1E17-C483E4E7702B}"/>
                </a:ext>
              </a:extLst>
            </p:cNvPr>
            <p:cNvSpPr/>
            <p:nvPr/>
          </p:nvSpPr>
          <p:spPr>
            <a:xfrm>
              <a:off x="6947140" y="976377"/>
              <a:ext cx="295592" cy="271456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6" name="Rectangle: Rounded Corners 275">
              <a:extLst>
                <a:ext uri="{FF2B5EF4-FFF2-40B4-BE49-F238E27FC236}">
                  <a16:creationId xmlns:a16="http://schemas.microsoft.com/office/drawing/2014/main" id="{31632522-8178-450A-CBEB-837BC34B9AC0}"/>
                </a:ext>
              </a:extLst>
            </p:cNvPr>
            <p:cNvSpPr/>
            <p:nvPr/>
          </p:nvSpPr>
          <p:spPr>
            <a:xfrm>
              <a:off x="6505363" y="651510"/>
              <a:ext cx="295592" cy="271456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7" name="Rectangle: Rounded Corners 276">
              <a:extLst>
                <a:ext uri="{FF2B5EF4-FFF2-40B4-BE49-F238E27FC236}">
                  <a16:creationId xmlns:a16="http://schemas.microsoft.com/office/drawing/2014/main" id="{C724BC8C-DE13-6EA5-6C9F-7D194D655C7E}"/>
                </a:ext>
              </a:extLst>
            </p:cNvPr>
            <p:cNvSpPr/>
            <p:nvPr/>
          </p:nvSpPr>
          <p:spPr>
            <a:xfrm>
              <a:off x="6505363" y="976377"/>
              <a:ext cx="295592" cy="271456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8" name="Rectangle: Rounded Corners 277">
              <a:extLst>
                <a:ext uri="{FF2B5EF4-FFF2-40B4-BE49-F238E27FC236}">
                  <a16:creationId xmlns:a16="http://schemas.microsoft.com/office/drawing/2014/main" id="{8D197E3B-6BD8-63C2-164E-A1338EA42239}"/>
                </a:ext>
              </a:extLst>
            </p:cNvPr>
            <p:cNvSpPr/>
            <p:nvPr/>
          </p:nvSpPr>
          <p:spPr>
            <a:xfrm>
              <a:off x="6063586" y="651510"/>
              <a:ext cx="295592" cy="271456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9" name="Rectangle: Rounded Corners 278">
              <a:extLst>
                <a:ext uri="{FF2B5EF4-FFF2-40B4-BE49-F238E27FC236}">
                  <a16:creationId xmlns:a16="http://schemas.microsoft.com/office/drawing/2014/main" id="{591419CB-C529-020E-04CA-E0088F3AD479}"/>
                </a:ext>
              </a:extLst>
            </p:cNvPr>
            <p:cNvSpPr/>
            <p:nvPr/>
          </p:nvSpPr>
          <p:spPr>
            <a:xfrm>
              <a:off x="6063586" y="976377"/>
              <a:ext cx="295592" cy="271456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0" name="Rectangle: Rounded Corners 279">
              <a:extLst>
                <a:ext uri="{FF2B5EF4-FFF2-40B4-BE49-F238E27FC236}">
                  <a16:creationId xmlns:a16="http://schemas.microsoft.com/office/drawing/2014/main" id="{7C470EC0-C9F5-B398-E9C1-11B4E7508064}"/>
                </a:ext>
              </a:extLst>
            </p:cNvPr>
            <p:cNvSpPr/>
            <p:nvPr/>
          </p:nvSpPr>
          <p:spPr>
            <a:xfrm>
              <a:off x="5621809" y="651510"/>
              <a:ext cx="295592" cy="271456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1" name="Rectangle: Rounded Corners 280">
              <a:extLst>
                <a:ext uri="{FF2B5EF4-FFF2-40B4-BE49-F238E27FC236}">
                  <a16:creationId xmlns:a16="http://schemas.microsoft.com/office/drawing/2014/main" id="{710426C9-5D14-1BB7-47FB-15B279C7C890}"/>
                </a:ext>
              </a:extLst>
            </p:cNvPr>
            <p:cNvSpPr/>
            <p:nvPr/>
          </p:nvSpPr>
          <p:spPr>
            <a:xfrm>
              <a:off x="5621809" y="976377"/>
              <a:ext cx="295592" cy="271456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2" name="Rectangle: Rounded Corners 281">
              <a:extLst>
                <a:ext uri="{FF2B5EF4-FFF2-40B4-BE49-F238E27FC236}">
                  <a16:creationId xmlns:a16="http://schemas.microsoft.com/office/drawing/2014/main" id="{9805DA34-EDBB-9888-381F-92B2D41DE93B}"/>
                </a:ext>
              </a:extLst>
            </p:cNvPr>
            <p:cNvSpPr/>
            <p:nvPr/>
          </p:nvSpPr>
          <p:spPr>
            <a:xfrm>
              <a:off x="5180031" y="651510"/>
              <a:ext cx="295592" cy="271456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3" name="Rectangle: Rounded Corners 282">
              <a:extLst>
                <a:ext uri="{FF2B5EF4-FFF2-40B4-BE49-F238E27FC236}">
                  <a16:creationId xmlns:a16="http://schemas.microsoft.com/office/drawing/2014/main" id="{AD8F7169-4C71-2883-C0ED-1C39E2AD92F8}"/>
                </a:ext>
              </a:extLst>
            </p:cNvPr>
            <p:cNvSpPr/>
            <p:nvPr/>
          </p:nvSpPr>
          <p:spPr>
            <a:xfrm>
              <a:off x="5180031" y="976377"/>
              <a:ext cx="295592" cy="271456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4" name="Rectangle: Rounded Corners 283">
              <a:extLst>
                <a:ext uri="{FF2B5EF4-FFF2-40B4-BE49-F238E27FC236}">
                  <a16:creationId xmlns:a16="http://schemas.microsoft.com/office/drawing/2014/main" id="{0A40BF2B-9D4E-3F2F-59A5-C5A8615EA14A}"/>
                </a:ext>
              </a:extLst>
            </p:cNvPr>
            <p:cNvSpPr/>
            <p:nvPr/>
          </p:nvSpPr>
          <p:spPr>
            <a:xfrm>
              <a:off x="4738254" y="651510"/>
              <a:ext cx="295592" cy="271456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5" name="Rectangle: Rounded Corners 284">
              <a:extLst>
                <a:ext uri="{FF2B5EF4-FFF2-40B4-BE49-F238E27FC236}">
                  <a16:creationId xmlns:a16="http://schemas.microsoft.com/office/drawing/2014/main" id="{57181EDA-BE36-B128-B99C-3ECD352C201D}"/>
                </a:ext>
              </a:extLst>
            </p:cNvPr>
            <p:cNvSpPr/>
            <p:nvPr/>
          </p:nvSpPr>
          <p:spPr>
            <a:xfrm>
              <a:off x="4738254" y="976377"/>
              <a:ext cx="295592" cy="271456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86" name="Group 285">
            <a:extLst>
              <a:ext uri="{FF2B5EF4-FFF2-40B4-BE49-F238E27FC236}">
                <a16:creationId xmlns:a16="http://schemas.microsoft.com/office/drawing/2014/main" id="{6EEC8FE1-1AF5-432C-9504-325A8E047A46}"/>
              </a:ext>
            </a:extLst>
          </p:cNvPr>
          <p:cNvGrpSpPr/>
          <p:nvPr/>
        </p:nvGrpSpPr>
        <p:grpSpPr>
          <a:xfrm>
            <a:off x="5566410" y="5791836"/>
            <a:ext cx="5983605" cy="350519"/>
            <a:chOff x="4738254" y="651510"/>
            <a:chExt cx="6922251" cy="596323"/>
          </a:xfrm>
        </p:grpSpPr>
        <p:sp>
          <p:nvSpPr>
            <p:cNvPr id="287" name="Rectangle: Rounded Corners 286">
              <a:extLst>
                <a:ext uri="{FF2B5EF4-FFF2-40B4-BE49-F238E27FC236}">
                  <a16:creationId xmlns:a16="http://schemas.microsoft.com/office/drawing/2014/main" id="{CB962C28-0BD7-F919-61DE-5B670C86BA44}"/>
                </a:ext>
              </a:extLst>
            </p:cNvPr>
            <p:cNvSpPr/>
            <p:nvPr/>
          </p:nvSpPr>
          <p:spPr>
            <a:xfrm>
              <a:off x="11364913" y="651510"/>
              <a:ext cx="295592" cy="271456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8" name="Rectangle: Rounded Corners 287">
              <a:extLst>
                <a:ext uri="{FF2B5EF4-FFF2-40B4-BE49-F238E27FC236}">
                  <a16:creationId xmlns:a16="http://schemas.microsoft.com/office/drawing/2014/main" id="{4F8681BE-7C51-DCD8-C78B-B3286F614874}"/>
                </a:ext>
              </a:extLst>
            </p:cNvPr>
            <p:cNvSpPr/>
            <p:nvPr/>
          </p:nvSpPr>
          <p:spPr>
            <a:xfrm>
              <a:off x="11364913" y="976377"/>
              <a:ext cx="295592" cy="271456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9" name="Rectangle: Rounded Corners 288">
              <a:extLst>
                <a:ext uri="{FF2B5EF4-FFF2-40B4-BE49-F238E27FC236}">
                  <a16:creationId xmlns:a16="http://schemas.microsoft.com/office/drawing/2014/main" id="{BB2FA1AF-684E-EFC3-476B-561FF4B4DEA6}"/>
                </a:ext>
              </a:extLst>
            </p:cNvPr>
            <p:cNvSpPr/>
            <p:nvPr/>
          </p:nvSpPr>
          <p:spPr>
            <a:xfrm>
              <a:off x="10923136" y="651510"/>
              <a:ext cx="295592" cy="271456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0" name="Rectangle: Rounded Corners 289">
              <a:extLst>
                <a:ext uri="{FF2B5EF4-FFF2-40B4-BE49-F238E27FC236}">
                  <a16:creationId xmlns:a16="http://schemas.microsoft.com/office/drawing/2014/main" id="{3A2E8377-DF7B-E177-E3F4-5597C506DD07}"/>
                </a:ext>
              </a:extLst>
            </p:cNvPr>
            <p:cNvSpPr/>
            <p:nvPr/>
          </p:nvSpPr>
          <p:spPr>
            <a:xfrm>
              <a:off x="10923136" y="976377"/>
              <a:ext cx="295592" cy="271456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1" name="Rectangle: Rounded Corners 290">
              <a:extLst>
                <a:ext uri="{FF2B5EF4-FFF2-40B4-BE49-F238E27FC236}">
                  <a16:creationId xmlns:a16="http://schemas.microsoft.com/office/drawing/2014/main" id="{B211E172-97D2-A992-DEF7-F7EA1903EB66}"/>
                </a:ext>
              </a:extLst>
            </p:cNvPr>
            <p:cNvSpPr/>
            <p:nvPr/>
          </p:nvSpPr>
          <p:spPr>
            <a:xfrm>
              <a:off x="10481358" y="651510"/>
              <a:ext cx="295592" cy="271456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2" name="Rectangle: Rounded Corners 291">
              <a:extLst>
                <a:ext uri="{FF2B5EF4-FFF2-40B4-BE49-F238E27FC236}">
                  <a16:creationId xmlns:a16="http://schemas.microsoft.com/office/drawing/2014/main" id="{1C2F9493-03DF-BE4A-BDAD-E87D35736C1F}"/>
                </a:ext>
              </a:extLst>
            </p:cNvPr>
            <p:cNvSpPr/>
            <p:nvPr/>
          </p:nvSpPr>
          <p:spPr>
            <a:xfrm>
              <a:off x="10481358" y="976377"/>
              <a:ext cx="295592" cy="271456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3" name="Rectangle: Rounded Corners 292">
              <a:extLst>
                <a:ext uri="{FF2B5EF4-FFF2-40B4-BE49-F238E27FC236}">
                  <a16:creationId xmlns:a16="http://schemas.microsoft.com/office/drawing/2014/main" id="{97E01E28-E33D-D878-3D31-F8C771EE9445}"/>
                </a:ext>
              </a:extLst>
            </p:cNvPr>
            <p:cNvSpPr/>
            <p:nvPr/>
          </p:nvSpPr>
          <p:spPr>
            <a:xfrm>
              <a:off x="10039581" y="651510"/>
              <a:ext cx="295592" cy="271456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4" name="Rectangle: Rounded Corners 293">
              <a:extLst>
                <a:ext uri="{FF2B5EF4-FFF2-40B4-BE49-F238E27FC236}">
                  <a16:creationId xmlns:a16="http://schemas.microsoft.com/office/drawing/2014/main" id="{06FC8818-F08D-D0D3-FCDE-EB772AC1609E}"/>
                </a:ext>
              </a:extLst>
            </p:cNvPr>
            <p:cNvSpPr/>
            <p:nvPr/>
          </p:nvSpPr>
          <p:spPr>
            <a:xfrm>
              <a:off x="10039581" y="976377"/>
              <a:ext cx="295592" cy="271456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5" name="Rectangle: Rounded Corners 294">
              <a:extLst>
                <a:ext uri="{FF2B5EF4-FFF2-40B4-BE49-F238E27FC236}">
                  <a16:creationId xmlns:a16="http://schemas.microsoft.com/office/drawing/2014/main" id="{EF48122F-A215-8C11-3469-E5B23994BE00}"/>
                </a:ext>
              </a:extLst>
            </p:cNvPr>
            <p:cNvSpPr/>
            <p:nvPr/>
          </p:nvSpPr>
          <p:spPr>
            <a:xfrm>
              <a:off x="9597804" y="651510"/>
              <a:ext cx="295592" cy="271456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6" name="Rectangle: Rounded Corners 295">
              <a:extLst>
                <a:ext uri="{FF2B5EF4-FFF2-40B4-BE49-F238E27FC236}">
                  <a16:creationId xmlns:a16="http://schemas.microsoft.com/office/drawing/2014/main" id="{C0C76AA9-B763-7FDB-F293-B2170A86221C}"/>
                </a:ext>
              </a:extLst>
            </p:cNvPr>
            <p:cNvSpPr/>
            <p:nvPr/>
          </p:nvSpPr>
          <p:spPr>
            <a:xfrm>
              <a:off x="9597804" y="976377"/>
              <a:ext cx="295592" cy="271456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7" name="Rectangle: Rounded Corners 296">
              <a:extLst>
                <a:ext uri="{FF2B5EF4-FFF2-40B4-BE49-F238E27FC236}">
                  <a16:creationId xmlns:a16="http://schemas.microsoft.com/office/drawing/2014/main" id="{7DB40BC3-C10E-771F-F8C4-13031F92EFE8}"/>
                </a:ext>
              </a:extLst>
            </p:cNvPr>
            <p:cNvSpPr/>
            <p:nvPr/>
          </p:nvSpPr>
          <p:spPr>
            <a:xfrm>
              <a:off x="9156027" y="651510"/>
              <a:ext cx="295592" cy="271456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8" name="Rectangle: Rounded Corners 297">
              <a:extLst>
                <a:ext uri="{FF2B5EF4-FFF2-40B4-BE49-F238E27FC236}">
                  <a16:creationId xmlns:a16="http://schemas.microsoft.com/office/drawing/2014/main" id="{0E42F196-34B0-D798-C1D7-E134E5850AD2}"/>
                </a:ext>
              </a:extLst>
            </p:cNvPr>
            <p:cNvSpPr/>
            <p:nvPr/>
          </p:nvSpPr>
          <p:spPr>
            <a:xfrm>
              <a:off x="9156027" y="976377"/>
              <a:ext cx="295592" cy="271456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9" name="Rectangle: Rounded Corners 298">
              <a:extLst>
                <a:ext uri="{FF2B5EF4-FFF2-40B4-BE49-F238E27FC236}">
                  <a16:creationId xmlns:a16="http://schemas.microsoft.com/office/drawing/2014/main" id="{B4B94517-DB8F-72AC-C544-CE5E1CAD6A9B}"/>
                </a:ext>
              </a:extLst>
            </p:cNvPr>
            <p:cNvSpPr/>
            <p:nvPr/>
          </p:nvSpPr>
          <p:spPr>
            <a:xfrm>
              <a:off x="8714249" y="651510"/>
              <a:ext cx="295592" cy="271456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0" name="Rectangle: Rounded Corners 299">
              <a:extLst>
                <a:ext uri="{FF2B5EF4-FFF2-40B4-BE49-F238E27FC236}">
                  <a16:creationId xmlns:a16="http://schemas.microsoft.com/office/drawing/2014/main" id="{21736F40-D30C-3D15-2F84-7710E2317C12}"/>
                </a:ext>
              </a:extLst>
            </p:cNvPr>
            <p:cNvSpPr/>
            <p:nvPr/>
          </p:nvSpPr>
          <p:spPr>
            <a:xfrm>
              <a:off x="8714249" y="976377"/>
              <a:ext cx="295592" cy="271456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1" name="Rectangle: Rounded Corners 300">
              <a:extLst>
                <a:ext uri="{FF2B5EF4-FFF2-40B4-BE49-F238E27FC236}">
                  <a16:creationId xmlns:a16="http://schemas.microsoft.com/office/drawing/2014/main" id="{C2E87B87-C2D6-EB51-19E4-E867A338D5CD}"/>
                </a:ext>
              </a:extLst>
            </p:cNvPr>
            <p:cNvSpPr/>
            <p:nvPr/>
          </p:nvSpPr>
          <p:spPr>
            <a:xfrm>
              <a:off x="8272472" y="651510"/>
              <a:ext cx="295592" cy="271456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2" name="Rectangle: Rounded Corners 301">
              <a:extLst>
                <a:ext uri="{FF2B5EF4-FFF2-40B4-BE49-F238E27FC236}">
                  <a16:creationId xmlns:a16="http://schemas.microsoft.com/office/drawing/2014/main" id="{E57BD1CD-11A2-9B8F-2C45-A51162F9FCF7}"/>
                </a:ext>
              </a:extLst>
            </p:cNvPr>
            <p:cNvSpPr/>
            <p:nvPr/>
          </p:nvSpPr>
          <p:spPr>
            <a:xfrm>
              <a:off x="8272472" y="976377"/>
              <a:ext cx="295592" cy="271456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3" name="Rectangle: Rounded Corners 302">
              <a:extLst>
                <a:ext uri="{FF2B5EF4-FFF2-40B4-BE49-F238E27FC236}">
                  <a16:creationId xmlns:a16="http://schemas.microsoft.com/office/drawing/2014/main" id="{09AEC90F-0740-90E2-153A-41657D041F86}"/>
                </a:ext>
              </a:extLst>
            </p:cNvPr>
            <p:cNvSpPr/>
            <p:nvPr/>
          </p:nvSpPr>
          <p:spPr>
            <a:xfrm>
              <a:off x="7830695" y="651510"/>
              <a:ext cx="295592" cy="271456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4" name="Rectangle: Rounded Corners 303">
              <a:extLst>
                <a:ext uri="{FF2B5EF4-FFF2-40B4-BE49-F238E27FC236}">
                  <a16:creationId xmlns:a16="http://schemas.microsoft.com/office/drawing/2014/main" id="{9BE46D4E-8CCB-5B07-476E-D6AD4B413D7F}"/>
                </a:ext>
              </a:extLst>
            </p:cNvPr>
            <p:cNvSpPr/>
            <p:nvPr/>
          </p:nvSpPr>
          <p:spPr>
            <a:xfrm>
              <a:off x="7830695" y="976377"/>
              <a:ext cx="295592" cy="271456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5" name="Rectangle: Rounded Corners 304">
              <a:extLst>
                <a:ext uri="{FF2B5EF4-FFF2-40B4-BE49-F238E27FC236}">
                  <a16:creationId xmlns:a16="http://schemas.microsoft.com/office/drawing/2014/main" id="{5B9EAB59-C920-751E-CD6C-5BF64D404140}"/>
                </a:ext>
              </a:extLst>
            </p:cNvPr>
            <p:cNvSpPr/>
            <p:nvPr/>
          </p:nvSpPr>
          <p:spPr>
            <a:xfrm>
              <a:off x="7388918" y="651510"/>
              <a:ext cx="295592" cy="271456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6" name="Rectangle: Rounded Corners 305">
              <a:extLst>
                <a:ext uri="{FF2B5EF4-FFF2-40B4-BE49-F238E27FC236}">
                  <a16:creationId xmlns:a16="http://schemas.microsoft.com/office/drawing/2014/main" id="{333C2B7A-A5C8-7ED8-BEF5-6F77C02E8680}"/>
                </a:ext>
              </a:extLst>
            </p:cNvPr>
            <p:cNvSpPr/>
            <p:nvPr/>
          </p:nvSpPr>
          <p:spPr>
            <a:xfrm>
              <a:off x="7388918" y="976377"/>
              <a:ext cx="295592" cy="271456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7" name="Rectangle: Rounded Corners 306">
              <a:extLst>
                <a:ext uri="{FF2B5EF4-FFF2-40B4-BE49-F238E27FC236}">
                  <a16:creationId xmlns:a16="http://schemas.microsoft.com/office/drawing/2014/main" id="{D052E934-61D4-ED93-ED0E-CAA999420D47}"/>
                </a:ext>
              </a:extLst>
            </p:cNvPr>
            <p:cNvSpPr/>
            <p:nvPr/>
          </p:nvSpPr>
          <p:spPr>
            <a:xfrm>
              <a:off x="6947140" y="651510"/>
              <a:ext cx="295592" cy="271456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8" name="Rectangle: Rounded Corners 307">
              <a:extLst>
                <a:ext uri="{FF2B5EF4-FFF2-40B4-BE49-F238E27FC236}">
                  <a16:creationId xmlns:a16="http://schemas.microsoft.com/office/drawing/2014/main" id="{82D8B49C-05F7-5239-10A0-8B163585A35F}"/>
                </a:ext>
              </a:extLst>
            </p:cNvPr>
            <p:cNvSpPr/>
            <p:nvPr/>
          </p:nvSpPr>
          <p:spPr>
            <a:xfrm>
              <a:off x="6947140" y="976377"/>
              <a:ext cx="295592" cy="271456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9" name="Rectangle: Rounded Corners 308">
              <a:extLst>
                <a:ext uri="{FF2B5EF4-FFF2-40B4-BE49-F238E27FC236}">
                  <a16:creationId xmlns:a16="http://schemas.microsoft.com/office/drawing/2014/main" id="{86AF3516-5658-7F1C-C3D2-A38C517D1368}"/>
                </a:ext>
              </a:extLst>
            </p:cNvPr>
            <p:cNvSpPr/>
            <p:nvPr/>
          </p:nvSpPr>
          <p:spPr>
            <a:xfrm>
              <a:off x="6505363" y="651510"/>
              <a:ext cx="295592" cy="271456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0" name="Rectangle: Rounded Corners 309">
              <a:extLst>
                <a:ext uri="{FF2B5EF4-FFF2-40B4-BE49-F238E27FC236}">
                  <a16:creationId xmlns:a16="http://schemas.microsoft.com/office/drawing/2014/main" id="{B466B2A2-F18A-E084-1E82-B615D6F6657F}"/>
                </a:ext>
              </a:extLst>
            </p:cNvPr>
            <p:cNvSpPr/>
            <p:nvPr/>
          </p:nvSpPr>
          <p:spPr>
            <a:xfrm>
              <a:off x="6505363" y="976377"/>
              <a:ext cx="295592" cy="271456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1" name="Rectangle: Rounded Corners 310">
              <a:extLst>
                <a:ext uri="{FF2B5EF4-FFF2-40B4-BE49-F238E27FC236}">
                  <a16:creationId xmlns:a16="http://schemas.microsoft.com/office/drawing/2014/main" id="{FAE3F9A3-C1C7-358F-D8BC-E383005C2AC4}"/>
                </a:ext>
              </a:extLst>
            </p:cNvPr>
            <p:cNvSpPr/>
            <p:nvPr/>
          </p:nvSpPr>
          <p:spPr>
            <a:xfrm>
              <a:off x="6063586" y="651510"/>
              <a:ext cx="295592" cy="271456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2" name="Rectangle: Rounded Corners 311">
              <a:extLst>
                <a:ext uri="{FF2B5EF4-FFF2-40B4-BE49-F238E27FC236}">
                  <a16:creationId xmlns:a16="http://schemas.microsoft.com/office/drawing/2014/main" id="{42D69FCC-5D98-5AF7-0F09-EAF709BF7CA0}"/>
                </a:ext>
              </a:extLst>
            </p:cNvPr>
            <p:cNvSpPr/>
            <p:nvPr/>
          </p:nvSpPr>
          <p:spPr>
            <a:xfrm>
              <a:off x="6063586" y="976377"/>
              <a:ext cx="295592" cy="271456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3" name="Rectangle: Rounded Corners 312">
              <a:extLst>
                <a:ext uri="{FF2B5EF4-FFF2-40B4-BE49-F238E27FC236}">
                  <a16:creationId xmlns:a16="http://schemas.microsoft.com/office/drawing/2014/main" id="{A51EC785-F3C2-A3B3-7B31-40539E7F5E45}"/>
                </a:ext>
              </a:extLst>
            </p:cNvPr>
            <p:cNvSpPr/>
            <p:nvPr/>
          </p:nvSpPr>
          <p:spPr>
            <a:xfrm>
              <a:off x="5621809" y="651510"/>
              <a:ext cx="295592" cy="271456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4" name="Rectangle: Rounded Corners 313">
              <a:extLst>
                <a:ext uri="{FF2B5EF4-FFF2-40B4-BE49-F238E27FC236}">
                  <a16:creationId xmlns:a16="http://schemas.microsoft.com/office/drawing/2014/main" id="{800D4EB7-E0C6-0033-7BC6-D10CBFB3936F}"/>
                </a:ext>
              </a:extLst>
            </p:cNvPr>
            <p:cNvSpPr/>
            <p:nvPr/>
          </p:nvSpPr>
          <p:spPr>
            <a:xfrm>
              <a:off x="5621809" y="976377"/>
              <a:ext cx="295592" cy="271456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5" name="Rectangle: Rounded Corners 314">
              <a:extLst>
                <a:ext uri="{FF2B5EF4-FFF2-40B4-BE49-F238E27FC236}">
                  <a16:creationId xmlns:a16="http://schemas.microsoft.com/office/drawing/2014/main" id="{FE811639-78B0-02DC-2A9A-6399C92570D3}"/>
                </a:ext>
              </a:extLst>
            </p:cNvPr>
            <p:cNvSpPr/>
            <p:nvPr/>
          </p:nvSpPr>
          <p:spPr>
            <a:xfrm>
              <a:off x="5180031" y="651510"/>
              <a:ext cx="295592" cy="271456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6" name="Rectangle: Rounded Corners 315">
              <a:extLst>
                <a:ext uri="{FF2B5EF4-FFF2-40B4-BE49-F238E27FC236}">
                  <a16:creationId xmlns:a16="http://schemas.microsoft.com/office/drawing/2014/main" id="{B9A95F59-34D4-36A3-40AE-A488503BA059}"/>
                </a:ext>
              </a:extLst>
            </p:cNvPr>
            <p:cNvSpPr/>
            <p:nvPr/>
          </p:nvSpPr>
          <p:spPr>
            <a:xfrm>
              <a:off x="5180031" y="976377"/>
              <a:ext cx="295592" cy="271456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7" name="Rectangle: Rounded Corners 316">
              <a:extLst>
                <a:ext uri="{FF2B5EF4-FFF2-40B4-BE49-F238E27FC236}">
                  <a16:creationId xmlns:a16="http://schemas.microsoft.com/office/drawing/2014/main" id="{3BB9D37A-687C-4FF3-5F1C-3C05489682CC}"/>
                </a:ext>
              </a:extLst>
            </p:cNvPr>
            <p:cNvSpPr/>
            <p:nvPr/>
          </p:nvSpPr>
          <p:spPr>
            <a:xfrm>
              <a:off x="4738254" y="651510"/>
              <a:ext cx="295592" cy="271456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8" name="Rectangle: Rounded Corners 317">
              <a:extLst>
                <a:ext uri="{FF2B5EF4-FFF2-40B4-BE49-F238E27FC236}">
                  <a16:creationId xmlns:a16="http://schemas.microsoft.com/office/drawing/2014/main" id="{DAC49503-1E67-9C98-DA67-4B598D5BF7CE}"/>
                </a:ext>
              </a:extLst>
            </p:cNvPr>
            <p:cNvSpPr/>
            <p:nvPr/>
          </p:nvSpPr>
          <p:spPr>
            <a:xfrm>
              <a:off x="4738254" y="976377"/>
              <a:ext cx="295592" cy="271456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19" name="Group 318">
            <a:extLst>
              <a:ext uri="{FF2B5EF4-FFF2-40B4-BE49-F238E27FC236}">
                <a16:creationId xmlns:a16="http://schemas.microsoft.com/office/drawing/2014/main" id="{A4D99365-C1AC-3650-AA0F-0267A207FEDB}"/>
              </a:ext>
            </a:extLst>
          </p:cNvPr>
          <p:cNvGrpSpPr/>
          <p:nvPr/>
        </p:nvGrpSpPr>
        <p:grpSpPr>
          <a:xfrm>
            <a:off x="5566410" y="6309361"/>
            <a:ext cx="5983605" cy="350519"/>
            <a:chOff x="4738254" y="651510"/>
            <a:chExt cx="6922251" cy="596323"/>
          </a:xfrm>
        </p:grpSpPr>
        <p:sp>
          <p:nvSpPr>
            <p:cNvPr id="320" name="Rectangle: Rounded Corners 319">
              <a:extLst>
                <a:ext uri="{FF2B5EF4-FFF2-40B4-BE49-F238E27FC236}">
                  <a16:creationId xmlns:a16="http://schemas.microsoft.com/office/drawing/2014/main" id="{32C523A6-FA39-E73D-DB11-A2E971369A54}"/>
                </a:ext>
              </a:extLst>
            </p:cNvPr>
            <p:cNvSpPr/>
            <p:nvPr/>
          </p:nvSpPr>
          <p:spPr>
            <a:xfrm>
              <a:off x="11364913" y="651510"/>
              <a:ext cx="295592" cy="271456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1" name="Rectangle: Rounded Corners 320">
              <a:extLst>
                <a:ext uri="{FF2B5EF4-FFF2-40B4-BE49-F238E27FC236}">
                  <a16:creationId xmlns:a16="http://schemas.microsoft.com/office/drawing/2014/main" id="{63F51B00-FED9-3953-CE44-31C40E455B47}"/>
                </a:ext>
              </a:extLst>
            </p:cNvPr>
            <p:cNvSpPr/>
            <p:nvPr/>
          </p:nvSpPr>
          <p:spPr>
            <a:xfrm>
              <a:off x="11364913" y="976377"/>
              <a:ext cx="295592" cy="271456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2" name="Rectangle: Rounded Corners 321">
              <a:extLst>
                <a:ext uri="{FF2B5EF4-FFF2-40B4-BE49-F238E27FC236}">
                  <a16:creationId xmlns:a16="http://schemas.microsoft.com/office/drawing/2014/main" id="{B3C6D366-FB8D-3331-7EAA-7639B296AD00}"/>
                </a:ext>
              </a:extLst>
            </p:cNvPr>
            <p:cNvSpPr/>
            <p:nvPr/>
          </p:nvSpPr>
          <p:spPr>
            <a:xfrm>
              <a:off x="10923136" y="651510"/>
              <a:ext cx="295592" cy="271456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3" name="Rectangle: Rounded Corners 322">
              <a:extLst>
                <a:ext uri="{FF2B5EF4-FFF2-40B4-BE49-F238E27FC236}">
                  <a16:creationId xmlns:a16="http://schemas.microsoft.com/office/drawing/2014/main" id="{43CD04DA-E147-72DA-9843-ACE91EC15502}"/>
                </a:ext>
              </a:extLst>
            </p:cNvPr>
            <p:cNvSpPr/>
            <p:nvPr/>
          </p:nvSpPr>
          <p:spPr>
            <a:xfrm>
              <a:off x="10923136" y="976377"/>
              <a:ext cx="295592" cy="271456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4" name="Rectangle: Rounded Corners 323">
              <a:extLst>
                <a:ext uri="{FF2B5EF4-FFF2-40B4-BE49-F238E27FC236}">
                  <a16:creationId xmlns:a16="http://schemas.microsoft.com/office/drawing/2014/main" id="{F6054FD6-FB76-0103-8E6A-3FEAB31C6F32}"/>
                </a:ext>
              </a:extLst>
            </p:cNvPr>
            <p:cNvSpPr/>
            <p:nvPr/>
          </p:nvSpPr>
          <p:spPr>
            <a:xfrm>
              <a:off x="10481358" y="651510"/>
              <a:ext cx="295592" cy="271456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5" name="Rectangle: Rounded Corners 324">
              <a:extLst>
                <a:ext uri="{FF2B5EF4-FFF2-40B4-BE49-F238E27FC236}">
                  <a16:creationId xmlns:a16="http://schemas.microsoft.com/office/drawing/2014/main" id="{998A0AAA-7303-2154-5E9D-F760813A1006}"/>
                </a:ext>
              </a:extLst>
            </p:cNvPr>
            <p:cNvSpPr/>
            <p:nvPr/>
          </p:nvSpPr>
          <p:spPr>
            <a:xfrm>
              <a:off x="10481358" y="976377"/>
              <a:ext cx="295592" cy="271456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6" name="Rectangle: Rounded Corners 325">
              <a:extLst>
                <a:ext uri="{FF2B5EF4-FFF2-40B4-BE49-F238E27FC236}">
                  <a16:creationId xmlns:a16="http://schemas.microsoft.com/office/drawing/2014/main" id="{509A3ADD-44FD-20BC-B922-B52C5A5B4510}"/>
                </a:ext>
              </a:extLst>
            </p:cNvPr>
            <p:cNvSpPr/>
            <p:nvPr/>
          </p:nvSpPr>
          <p:spPr>
            <a:xfrm>
              <a:off x="10039581" y="651510"/>
              <a:ext cx="295592" cy="271456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7" name="Rectangle: Rounded Corners 326">
              <a:extLst>
                <a:ext uri="{FF2B5EF4-FFF2-40B4-BE49-F238E27FC236}">
                  <a16:creationId xmlns:a16="http://schemas.microsoft.com/office/drawing/2014/main" id="{A7B26E48-4895-271C-E413-60EAB181B7D1}"/>
                </a:ext>
              </a:extLst>
            </p:cNvPr>
            <p:cNvSpPr/>
            <p:nvPr/>
          </p:nvSpPr>
          <p:spPr>
            <a:xfrm>
              <a:off x="10039581" y="976377"/>
              <a:ext cx="295592" cy="271456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8" name="Rectangle: Rounded Corners 327">
              <a:extLst>
                <a:ext uri="{FF2B5EF4-FFF2-40B4-BE49-F238E27FC236}">
                  <a16:creationId xmlns:a16="http://schemas.microsoft.com/office/drawing/2014/main" id="{1F8CA753-9090-5739-A071-7492B59BAD83}"/>
                </a:ext>
              </a:extLst>
            </p:cNvPr>
            <p:cNvSpPr/>
            <p:nvPr/>
          </p:nvSpPr>
          <p:spPr>
            <a:xfrm>
              <a:off x="9597804" y="651510"/>
              <a:ext cx="295592" cy="271456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9" name="Rectangle: Rounded Corners 328">
              <a:extLst>
                <a:ext uri="{FF2B5EF4-FFF2-40B4-BE49-F238E27FC236}">
                  <a16:creationId xmlns:a16="http://schemas.microsoft.com/office/drawing/2014/main" id="{05E03FF8-4F9B-7A23-F862-72A37CD96531}"/>
                </a:ext>
              </a:extLst>
            </p:cNvPr>
            <p:cNvSpPr/>
            <p:nvPr/>
          </p:nvSpPr>
          <p:spPr>
            <a:xfrm>
              <a:off x="9597804" y="976377"/>
              <a:ext cx="295592" cy="271456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0" name="Rectangle: Rounded Corners 329">
              <a:extLst>
                <a:ext uri="{FF2B5EF4-FFF2-40B4-BE49-F238E27FC236}">
                  <a16:creationId xmlns:a16="http://schemas.microsoft.com/office/drawing/2014/main" id="{76D2D87D-6572-6DE0-27F8-E2361FF9558C}"/>
                </a:ext>
              </a:extLst>
            </p:cNvPr>
            <p:cNvSpPr/>
            <p:nvPr/>
          </p:nvSpPr>
          <p:spPr>
            <a:xfrm>
              <a:off x="9156027" y="651510"/>
              <a:ext cx="295592" cy="271456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1" name="Rectangle: Rounded Corners 330">
              <a:extLst>
                <a:ext uri="{FF2B5EF4-FFF2-40B4-BE49-F238E27FC236}">
                  <a16:creationId xmlns:a16="http://schemas.microsoft.com/office/drawing/2014/main" id="{54B3AF4E-E9C1-AB8F-E349-BAC41B9ECA63}"/>
                </a:ext>
              </a:extLst>
            </p:cNvPr>
            <p:cNvSpPr/>
            <p:nvPr/>
          </p:nvSpPr>
          <p:spPr>
            <a:xfrm>
              <a:off x="9156027" y="976377"/>
              <a:ext cx="295592" cy="271456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2" name="Rectangle: Rounded Corners 331">
              <a:extLst>
                <a:ext uri="{FF2B5EF4-FFF2-40B4-BE49-F238E27FC236}">
                  <a16:creationId xmlns:a16="http://schemas.microsoft.com/office/drawing/2014/main" id="{155F51B5-0849-A8EB-2DAD-770C82D76ED3}"/>
                </a:ext>
              </a:extLst>
            </p:cNvPr>
            <p:cNvSpPr/>
            <p:nvPr/>
          </p:nvSpPr>
          <p:spPr>
            <a:xfrm>
              <a:off x="8714249" y="651510"/>
              <a:ext cx="295592" cy="271456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3" name="Rectangle: Rounded Corners 332">
              <a:extLst>
                <a:ext uri="{FF2B5EF4-FFF2-40B4-BE49-F238E27FC236}">
                  <a16:creationId xmlns:a16="http://schemas.microsoft.com/office/drawing/2014/main" id="{1C988EDB-0ECC-29C2-EFD7-28C0E7B89D50}"/>
                </a:ext>
              </a:extLst>
            </p:cNvPr>
            <p:cNvSpPr/>
            <p:nvPr/>
          </p:nvSpPr>
          <p:spPr>
            <a:xfrm>
              <a:off x="8714249" y="976377"/>
              <a:ext cx="295592" cy="271456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4" name="Rectangle: Rounded Corners 333">
              <a:extLst>
                <a:ext uri="{FF2B5EF4-FFF2-40B4-BE49-F238E27FC236}">
                  <a16:creationId xmlns:a16="http://schemas.microsoft.com/office/drawing/2014/main" id="{0BE220D5-B3C5-0A50-5F66-DF0BBC0DB4B6}"/>
                </a:ext>
              </a:extLst>
            </p:cNvPr>
            <p:cNvSpPr/>
            <p:nvPr/>
          </p:nvSpPr>
          <p:spPr>
            <a:xfrm>
              <a:off x="8272472" y="651510"/>
              <a:ext cx="295592" cy="271456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5" name="Rectangle: Rounded Corners 334">
              <a:extLst>
                <a:ext uri="{FF2B5EF4-FFF2-40B4-BE49-F238E27FC236}">
                  <a16:creationId xmlns:a16="http://schemas.microsoft.com/office/drawing/2014/main" id="{4292B24B-2132-B3E5-DFB4-5CE5351707D8}"/>
                </a:ext>
              </a:extLst>
            </p:cNvPr>
            <p:cNvSpPr/>
            <p:nvPr/>
          </p:nvSpPr>
          <p:spPr>
            <a:xfrm>
              <a:off x="8272472" y="976377"/>
              <a:ext cx="295592" cy="271456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6" name="Rectangle: Rounded Corners 335">
              <a:extLst>
                <a:ext uri="{FF2B5EF4-FFF2-40B4-BE49-F238E27FC236}">
                  <a16:creationId xmlns:a16="http://schemas.microsoft.com/office/drawing/2014/main" id="{495660B0-E9F4-61A9-BC61-36856F07AD50}"/>
                </a:ext>
              </a:extLst>
            </p:cNvPr>
            <p:cNvSpPr/>
            <p:nvPr/>
          </p:nvSpPr>
          <p:spPr>
            <a:xfrm>
              <a:off x="7830695" y="651510"/>
              <a:ext cx="295592" cy="271456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7" name="Rectangle: Rounded Corners 336">
              <a:extLst>
                <a:ext uri="{FF2B5EF4-FFF2-40B4-BE49-F238E27FC236}">
                  <a16:creationId xmlns:a16="http://schemas.microsoft.com/office/drawing/2014/main" id="{B49F8E21-9C44-C4D0-B0D5-42D04C7A8138}"/>
                </a:ext>
              </a:extLst>
            </p:cNvPr>
            <p:cNvSpPr/>
            <p:nvPr/>
          </p:nvSpPr>
          <p:spPr>
            <a:xfrm>
              <a:off x="7830695" y="976377"/>
              <a:ext cx="295592" cy="271456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8" name="Rectangle: Rounded Corners 337">
              <a:extLst>
                <a:ext uri="{FF2B5EF4-FFF2-40B4-BE49-F238E27FC236}">
                  <a16:creationId xmlns:a16="http://schemas.microsoft.com/office/drawing/2014/main" id="{7E38CEFA-CA04-1E88-6514-99C18384EEF0}"/>
                </a:ext>
              </a:extLst>
            </p:cNvPr>
            <p:cNvSpPr/>
            <p:nvPr/>
          </p:nvSpPr>
          <p:spPr>
            <a:xfrm>
              <a:off x="7388918" y="651510"/>
              <a:ext cx="295592" cy="271456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9" name="Rectangle: Rounded Corners 338">
              <a:extLst>
                <a:ext uri="{FF2B5EF4-FFF2-40B4-BE49-F238E27FC236}">
                  <a16:creationId xmlns:a16="http://schemas.microsoft.com/office/drawing/2014/main" id="{A0D77151-2DB5-94C8-CCDE-BD66A11C48B2}"/>
                </a:ext>
              </a:extLst>
            </p:cNvPr>
            <p:cNvSpPr/>
            <p:nvPr/>
          </p:nvSpPr>
          <p:spPr>
            <a:xfrm>
              <a:off x="7388918" y="976377"/>
              <a:ext cx="295592" cy="271456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0" name="Rectangle: Rounded Corners 339">
              <a:extLst>
                <a:ext uri="{FF2B5EF4-FFF2-40B4-BE49-F238E27FC236}">
                  <a16:creationId xmlns:a16="http://schemas.microsoft.com/office/drawing/2014/main" id="{2303C5FB-1476-EEA8-4396-DC6404D3534A}"/>
                </a:ext>
              </a:extLst>
            </p:cNvPr>
            <p:cNvSpPr/>
            <p:nvPr/>
          </p:nvSpPr>
          <p:spPr>
            <a:xfrm>
              <a:off x="6947140" y="651510"/>
              <a:ext cx="295592" cy="271456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1" name="Rectangle: Rounded Corners 340">
              <a:extLst>
                <a:ext uri="{FF2B5EF4-FFF2-40B4-BE49-F238E27FC236}">
                  <a16:creationId xmlns:a16="http://schemas.microsoft.com/office/drawing/2014/main" id="{F174FD17-F2F6-81B7-7678-DE0280F9B441}"/>
                </a:ext>
              </a:extLst>
            </p:cNvPr>
            <p:cNvSpPr/>
            <p:nvPr/>
          </p:nvSpPr>
          <p:spPr>
            <a:xfrm>
              <a:off x="6947140" y="976377"/>
              <a:ext cx="295592" cy="271456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2" name="Rectangle: Rounded Corners 341">
              <a:extLst>
                <a:ext uri="{FF2B5EF4-FFF2-40B4-BE49-F238E27FC236}">
                  <a16:creationId xmlns:a16="http://schemas.microsoft.com/office/drawing/2014/main" id="{D722E082-555A-EEE1-402B-8E9ADA5A1915}"/>
                </a:ext>
              </a:extLst>
            </p:cNvPr>
            <p:cNvSpPr/>
            <p:nvPr/>
          </p:nvSpPr>
          <p:spPr>
            <a:xfrm>
              <a:off x="6505363" y="651510"/>
              <a:ext cx="295592" cy="271456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3" name="Rectangle: Rounded Corners 342">
              <a:extLst>
                <a:ext uri="{FF2B5EF4-FFF2-40B4-BE49-F238E27FC236}">
                  <a16:creationId xmlns:a16="http://schemas.microsoft.com/office/drawing/2014/main" id="{2E5104BB-BF78-AC21-5290-2AF7A786D509}"/>
                </a:ext>
              </a:extLst>
            </p:cNvPr>
            <p:cNvSpPr/>
            <p:nvPr/>
          </p:nvSpPr>
          <p:spPr>
            <a:xfrm>
              <a:off x="6505363" y="976377"/>
              <a:ext cx="295592" cy="271456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4" name="Rectangle: Rounded Corners 343">
              <a:extLst>
                <a:ext uri="{FF2B5EF4-FFF2-40B4-BE49-F238E27FC236}">
                  <a16:creationId xmlns:a16="http://schemas.microsoft.com/office/drawing/2014/main" id="{3FD233D0-6144-2F69-0478-909A4485A88E}"/>
                </a:ext>
              </a:extLst>
            </p:cNvPr>
            <p:cNvSpPr/>
            <p:nvPr/>
          </p:nvSpPr>
          <p:spPr>
            <a:xfrm>
              <a:off x="6063586" y="651510"/>
              <a:ext cx="295592" cy="271456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5" name="Rectangle: Rounded Corners 344">
              <a:extLst>
                <a:ext uri="{FF2B5EF4-FFF2-40B4-BE49-F238E27FC236}">
                  <a16:creationId xmlns:a16="http://schemas.microsoft.com/office/drawing/2014/main" id="{B406A86D-8F70-03EC-665F-3DBFA7C76687}"/>
                </a:ext>
              </a:extLst>
            </p:cNvPr>
            <p:cNvSpPr/>
            <p:nvPr/>
          </p:nvSpPr>
          <p:spPr>
            <a:xfrm>
              <a:off x="6063586" y="976377"/>
              <a:ext cx="295592" cy="271456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6" name="Rectangle: Rounded Corners 345">
              <a:extLst>
                <a:ext uri="{FF2B5EF4-FFF2-40B4-BE49-F238E27FC236}">
                  <a16:creationId xmlns:a16="http://schemas.microsoft.com/office/drawing/2014/main" id="{3F4F9A9C-AFB7-BB07-3B70-8CBD9F8262F5}"/>
                </a:ext>
              </a:extLst>
            </p:cNvPr>
            <p:cNvSpPr/>
            <p:nvPr/>
          </p:nvSpPr>
          <p:spPr>
            <a:xfrm>
              <a:off x="5621809" y="651510"/>
              <a:ext cx="295592" cy="271456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7" name="Rectangle: Rounded Corners 346">
              <a:extLst>
                <a:ext uri="{FF2B5EF4-FFF2-40B4-BE49-F238E27FC236}">
                  <a16:creationId xmlns:a16="http://schemas.microsoft.com/office/drawing/2014/main" id="{AF5DFF4D-FF31-EA22-229F-356882D72266}"/>
                </a:ext>
              </a:extLst>
            </p:cNvPr>
            <p:cNvSpPr/>
            <p:nvPr/>
          </p:nvSpPr>
          <p:spPr>
            <a:xfrm>
              <a:off x="5621809" y="976377"/>
              <a:ext cx="295592" cy="271456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8" name="Rectangle: Rounded Corners 347">
              <a:extLst>
                <a:ext uri="{FF2B5EF4-FFF2-40B4-BE49-F238E27FC236}">
                  <a16:creationId xmlns:a16="http://schemas.microsoft.com/office/drawing/2014/main" id="{755E2A33-4F80-9698-6108-5EB8163CF9CC}"/>
                </a:ext>
              </a:extLst>
            </p:cNvPr>
            <p:cNvSpPr/>
            <p:nvPr/>
          </p:nvSpPr>
          <p:spPr>
            <a:xfrm>
              <a:off x="5180031" y="651510"/>
              <a:ext cx="295592" cy="271456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9" name="Rectangle: Rounded Corners 348">
              <a:extLst>
                <a:ext uri="{FF2B5EF4-FFF2-40B4-BE49-F238E27FC236}">
                  <a16:creationId xmlns:a16="http://schemas.microsoft.com/office/drawing/2014/main" id="{E995DEFF-EB07-60E0-67E5-E6CE6C75393B}"/>
                </a:ext>
              </a:extLst>
            </p:cNvPr>
            <p:cNvSpPr/>
            <p:nvPr/>
          </p:nvSpPr>
          <p:spPr>
            <a:xfrm>
              <a:off x="5180031" y="976377"/>
              <a:ext cx="295592" cy="271456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0" name="Rectangle: Rounded Corners 349">
              <a:extLst>
                <a:ext uri="{FF2B5EF4-FFF2-40B4-BE49-F238E27FC236}">
                  <a16:creationId xmlns:a16="http://schemas.microsoft.com/office/drawing/2014/main" id="{ABA06AA8-E2E1-1813-C0E8-1EF8ABE3DCD0}"/>
                </a:ext>
              </a:extLst>
            </p:cNvPr>
            <p:cNvSpPr/>
            <p:nvPr/>
          </p:nvSpPr>
          <p:spPr>
            <a:xfrm>
              <a:off x="4738254" y="651510"/>
              <a:ext cx="295592" cy="271456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1" name="Rectangle: Rounded Corners 350">
              <a:extLst>
                <a:ext uri="{FF2B5EF4-FFF2-40B4-BE49-F238E27FC236}">
                  <a16:creationId xmlns:a16="http://schemas.microsoft.com/office/drawing/2014/main" id="{9F68A6E0-709B-75CF-8CBE-9913F572BE4F}"/>
                </a:ext>
              </a:extLst>
            </p:cNvPr>
            <p:cNvSpPr/>
            <p:nvPr/>
          </p:nvSpPr>
          <p:spPr>
            <a:xfrm>
              <a:off x="4738254" y="976377"/>
              <a:ext cx="295592" cy="271456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52" name="Group 351">
            <a:extLst>
              <a:ext uri="{FF2B5EF4-FFF2-40B4-BE49-F238E27FC236}">
                <a16:creationId xmlns:a16="http://schemas.microsoft.com/office/drawing/2014/main" id="{0DAA5CC3-09FD-721F-B2D0-BE530CD8B4D1}"/>
              </a:ext>
            </a:extLst>
          </p:cNvPr>
          <p:cNvGrpSpPr/>
          <p:nvPr/>
        </p:nvGrpSpPr>
        <p:grpSpPr>
          <a:xfrm>
            <a:off x="5566410" y="2169161"/>
            <a:ext cx="5983605" cy="350519"/>
            <a:chOff x="4738254" y="651510"/>
            <a:chExt cx="6922251" cy="596323"/>
          </a:xfrm>
        </p:grpSpPr>
        <p:sp>
          <p:nvSpPr>
            <p:cNvPr id="353" name="Rectangle: Rounded Corners 352">
              <a:extLst>
                <a:ext uri="{FF2B5EF4-FFF2-40B4-BE49-F238E27FC236}">
                  <a16:creationId xmlns:a16="http://schemas.microsoft.com/office/drawing/2014/main" id="{99E6CC4C-81E6-A5CE-5D4B-C720DC1D1FB6}"/>
                </a:ext>
              </a:extLst>
            </p:cNvPr>
            <p:cNvSpPr/>
            <p:nvPr/>
          </p:nvSpPr>
          <p:spPr>
            <a:xfrm>
              <a:off x="11364913" y="651510"/>
              <a:ext cx="295592" cy="271456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4" name="Rectangle: Rounded Corners 353">
              <a:extLst>
                <a:ext uri="{FF2B5EF4-FFF2-40B4-BE49-F238E27FC236}">
                  <a16:creationId xmlns:a16="http://schemas.microsoft.com/office/drawing/2014/main" id="{D68EAABF-6C43-884F-CC8A-B345A1A4A307}"/>
                </a:ext>
              </a:extLst>
            </p:cNvPr>
            <p:cNvSpPr/>
            <p:nvPr/>
          </p:nvSpPr>
          <p:spPr>
            <a:xfrm>
              <a:off x="11364913" y="976377"/>
              <a:ext cx="295592" cy="271456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5" name="Rectangle: Rounded Corners 354">
              <a:extLst>
                <a:ext uri="{FF2B5EF4-FFF2-40B4-BE49-F238E27FC236}">
                  <a16:creationId xmlns:a16="http://schemas.microsoft.com/office/drawing/2014/main" id="{3EA6E948-624D-AF12-FC4F-A35FF41075C1}"/>
                </a:ext>
              </a:extLst>
            </p:cNvPr>
            <p:cNvSpPr/>
            <p:nvPr/>
          </p:nvSpPr>
          <p:spPr>
            <a:xfrm>
              <a:off x="10923136" y="651510"/>
              <a:ext cx="295592" cy="271456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6" name="Rectangle: Rounded Corners 355">
              <a:extLst>
                <a:ext uri="{FF2B5EF4-FFF2-40B4-BE49-F238E27FC236}">
                  <a16:creationId xmlns:a16="http://schemas.microsoft.com/office/drawing/2014/main" id="{3AFB4876-A2E8-88C1-42DB-961EC5B1DA3D}"/>
                </a:ext>
              </a:extLst>
            </p:cNvPr>
            <p:cNvSpPr/>
            <p:nvPr/>
          </p:nvSpPr>
          <p:spPr>
            <a:xfrm>
              <a:off x="10923136" y="976377"/>
              <a:ext cx="295592" cy="271456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7" name="Rectangle: Rounded Corners 356">
              <a:extLst>
                <a:ext uri="{FF2B5EF4-FFF2-40B4-BE49-F238E27FC236}">
                  <a16:creationId xmlns:a16="http://schemas.microsoft.com/office/drawing/2014/main" id="{043B5BCE-BD81-68A9-96CE-AB86F345DCE0}"/>
                </a:ext>
              </a:extLst>
            </p:cNvPr>
            <p:cNvSpPr/>
            <p:nvPr/>
          </p:nvSpPr>
          <p:spPr>
            <a:xfrm>
              <a:off x="10481358" y="651510"/>
              <a:ext cx="295592" cy="271456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8" name="Rectangle: Rounded Corners 357">
              <a:extLst>
                <a:ext uri="{FF2B5EF4-FFF2-40B4-BE49-F238E27FC236}">
                  <a16:creationId xmlns:a16="http://schemas.microsoft.com/office/drawing/2014/main" id="{884D4668-7673-4B17-4994-D838A0E44BD9}"/>
                </a:ext>
              </a:extLst>
            </p:cNvPr>
            <p:cNvSpPr/>
            <p:nvPr/>
          </p:nvSpPr>
          <p:spPr>
            <a:xfrm>
              <a:off x="10481358" y="976377"/>
              <a:ext cx="295592" cy="271456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9" name="Rectangle: Rounded Corners 358">
              <a:extLst>
                <a:ext uri="{FF2B5EF4-FFF2-40B4-BE49-F238E27FC236}">
                  <a16:creationId xmlns:a16="http://schemas.microsoft.com/office/drawing/2014/main" id="{2DB29847-EAAD-404E-D949-7002B9E8E7D8}"/>
                </a:ext>
              </a:extLst>
            </p:cNvPr>
            <p:cNvSpPr/>
            <p:nvPr/>
          </p:nvSpPr>
          <p:spPr>
            <a:xfrm>
              <a:off x="10039581" y="651510"/>
              <a:ext cx="295592" cy="271456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0" name="Rectangle: Rounded Corners 359">
              <a:extLst>
                <a:ext uri="{FF2B5EF4-FFF2-40B4-BE49-F238E27FC236}">
                  <a16:creationId xmlns:a16="http://schemas.microsoft.com/office/drawing/2014/main" id="{6BA5B246-1CC3-98E7-7913-913DCD033AA4}"/>
                </a:ext>
              </a:extLst>
            </p:cNvPr>
            <p:cNvSpPr/>
            <p:nvPr/>
          </p:nvSpPr>
          <p:spPr>
            <a:xfrm>
              <a:off x="10039581" y="976377"/>
              <a:ext cx="295592" cy="271456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1" name="Rectangle: Rounded Corners 360">
              <a:extLst>
                <a:ext uri="{FF2B5EF4-FFF2-40B4-BE49-F238E27FC236}">
                  <a16:creationId xmlns:a16="http://schemas.microsoft.com/office/drawing/2014/main" id="{9F1F7BC6-8F71-09F4-1EA8-6E48B88D2ACF}"/>
                </a:ext>
              </a:extLst>
            </p:cNvPr>
            <p:cNvSpPr/>
            <p:nvPr/>
          </p:nvSpPr>
          <p:spPr>
            <a:xfrm>
              <a:off x="9597804" y="651510"/>
              <a:ext cx="295592" cy="271456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2" name="Rectangle: Rounded Corners 361">
              <a:extLst>
                <a:ext uri="{FF2B5EF4-FFF2-40B4-BE49-F238E27FC236}">
                  <a16:creationId xmlns:a16="http://schemas.microsoft.com/office/drawing/2014/main" id="{599BED4C-217C-08CF-0783-A7ED29BE38B4}"/>
                </a:ext>
              </a:extLst>
            </p:cNvPr>
            <p:cNvSpPr/>
            <p:nvPr/>
          </p:nvSpPr>
          <p:spPr>
            <a:xfrm>
              <a:off x="9597804" y="976377"/>
              <a:ext cx="295592" cy="271456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3" name="Rectangle: Rounded Corners 362">
              <a:extLst>
                <a:ext uri="{FF2B5EF4-FFF2-40B4-BE49-F238E27FC236}">
                  <a16:creationId xmlns:a16="http://schemas.microsoft.com/office/drawing/2014/main" id="{BAD9C18C-3FCA-F971-8C0F-E2B8745AC5A0}"/>
                </a:ext>
              </a:extLst>
            </p:cNvPr>
            <p:cNvSpPr/>
            <p:nvPr/>
          </p:nvSpPr>
          <p:spPr>
            <a:xfrm>
              <a:off x="9156027" y="651510"/>
              <a:ext cx="295592" cy="271456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4" name="Rectangle: Rounded Corners 363">
              <a:extLst>
                <a:ext uri="{FF2B5EF4-FFF2-40B4-BE49-F238E27FC236}">
                  <a16:creationId xmlns:a16="http://schemas.microsoft.com/office/drawing/2014/main" id="{FB47B804-1275-5A96-41A4-2F510DA4D0E1}"/>
                </a:ext>
              </a:extLst>
            </p:cNvPr>
            <p:cNvSpPr/>
            <p:nvPr/>
          </p:nvSpPr>
          <p:spPr>
            <a:xfrm>
              <a:off x="9156027" y="976377"/>
              <a:ext cx="295592" cy="271456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5" name="Rectangle: Rounded Corners 364">
              <a:extLst>
                <a:ext uri="{FF2B5EF4-FFF2-40B4-BE49-F238E27FC236}">
                  <a16:creationId xmlns:a16="http://schemas.microsoft.com/office/drawing/2014/main" id="{55F9269D-140A-521C-761F-823EB3F8430E}"/>
                </a:ext>
              </a:extLst>
            </p:cNvPr>
            <p:cNvSpPr/>
            <p:nvPr/>
          </p:nvSpPr>
          <p:spPr>
            <a:xfrm>
              <a:off x="8714249" y="651510"/>
              <a:ext cx="295592" cy="271456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6" name="Rectangle: Rounded Corners 365">
              <a:extLst>
                <a:ext uri="{FF2B5EF4-FFF2-40B4-BE49-F238E27FC236}">
                  <a16:creationId xmlns:a16="http://schemas.microsoft.com/office/drawing/2014/main" id="{E5948C5E-D9D2-5113-2F7F-B37D52937644}"/>
                </a:ext>
              </a:extLst>
            </p:cNvPr>
            <p:cNvSpPr/>
            <p:nvPr/>
          </p:nvSpPr>
          <p:spPr>
            <a:xfrm>
              <a:off x="8714249" y="976377"/>
              <a:ext cx="295592" cy="271456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7" name="Rectangle: Rounded Corners 366">
              <a:extLst>
                <a:ext uri="{FF2B5EF4-FFF2-40B4-BE49-F238E27FC236}">
                  <a16:creationId xmlns:a16="http://schemas.microsoft.com/office/drawing/2014/main" id="{C8F6307F-60AF-32D1-E2DE-553B1CC07500}"/>
                </a:ext>
              </a:extLst>
            </p:cNvPr>
            <p:cNvSpPr/>
            <p:nvPr/>
          </p:nvSpPr>
          <p:spPr>
            <a:xfrm>
              <a:off x="8272472" y="651510"/>
              <a:ext cx="295592" cy="271456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8" name="Rectangle: Rounded Corners 367">
              <a:extLst>
                <a:ext uri="{FF2B5EF4-FFF2-40B4-BE49-F238E27FC236}">
                  <a16:creationId xmlns:a16="http://schemas.microsoft.com/office/drawing/2014/main" id="{7B0C48A6-D914-7C53-33F9-B899C0831418}"/>
                </a:ext>
              </a:extLst>
            </p:cNvPr>
            <p:cNvSpPr/>
            <p:nvPr/>
          </p:nvSpPr>
          <p:spPr>
            <a:xfrm>
              <a:off x="8272472" y="976377"/>
              <a:ext cx="295592" cy="271456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9" name="Rectangle: Rounded Corners 368">
              <a:extLst>
                <a:ext uri="{FF2B5EF4-FFF2-40B4-BE49-F238E27FC236}">
                  <a16:creationId xmlns:a16="http://schemas.microsoft.com/office/drawing/2014/main" id="{DC811677-0420-CE92-FF27-1C5960D67050}"/>
                </a:ext>
              </a:extLst>
            </p:cNvPr>
            <p:cNvSpPr/>
            <p:nvPr/>
          </p:nvSpPr>
          <p:spPr>
            <a:xfrm>
              <a:off x="7830695" y="651510"/>
              <a:ext cx="295592" cy="271456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0" name="Rectangle: Rounded Corners 369">
              <a:extLst>
                <a:ext uri="{FF2B5EF4-FFF2-40B4-BE49-F238E27FC236}">
                  <a16:creationId xmlns:a16="http://schemas.microsoft.com/office/drawing/2014/main" id="{A531B53F-C943-3FAB-7F75-483162D81762}"/>
                </a:ext>
              </a:extLst>
            </p:cNvPr>
            <p:cNvSpPr/>
            <p:nvPr/>
          </p:nvSpPr>
          <p:spPr>
            <a:xfrm>
              <a:off x="7830695" y="976377"/>
              <a:ext cx="295592" cy="271456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1" name="Rectangle: Rounded Corners 370">
              <a:extLst>
                <a:ext uri="{FF2B5EF4-FFF2-40B4-BE49-F238E27FC236}">
                  <a16:creationId xmlns:a16="http://schemas.microsoft.com/office/drawing/2014/main" id="{AE6DA814-D056-614C-428F-D770DF2D1EB5}"/>
                </a:ext>
              </a:extLst>
            </p:cNvPr>
            <p:cNvSpPr/>
            <p:nvPr/>
          </p:nvSpPr>
          <p:spPr>
            <a:xfrm>
              <a:off x="7388918" y="651510"/>
              <a:ext cx="295592" cy="271456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2" name="Rectangle: Rounded Corners 371">
              <a:extLst>
                <a:ext uri="{FF2B5EF4-FFF2-40B4-BE49-F238E27FC236}">
                  <a16:creationId xmlns:a16="http://schemas.microsoft.com/office/drawing/2014/main" id="{E970F403-7AFC-5056-4E06-F7CA839B3EF2}"/>
                </a:ext>
              </a:extLst>
            </p:cNvPr>
            <p:cNvSpPr/>
            <p:nvPr/>
          </p:nvSpPr>
          <p:spPr>
            <a:xfrm>
              <a:off x="7388918" y="976377"/>
              <a:ext cx="295592" cy="271456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3" name="Rectangle: Rounded Corners 372">
              <a:extLst>
                <a:ext uri="{FF2B5EF4-FFF2-40B4-BE49-F238E27FC236}">
                  <a16:creationId xmlns:a16="http://schemas.microsoft.com/office/drawing/2014/main" id="{73E60EA8-A9AA-69E6-8C4E-B6BCF7B2558E}"/>
                </a:ext>
              </a:extLst>
            </p:cNvPr>
            <p:cNvSpPr/>
            <p:nvPr/>
          </p:nvSpPr>
          <p:spPr>
            <a:xfrm>
              <a:off x="6947140" y="651510"/>
              <a:ext cx="295592" cy="271456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4" name="Rectangle: Rounded Corners 373">
              <a:extLst>
                <a:ext uri="{FF2B5EF4-FFF2-40B4-BE49-F238E27FC236}">
                  <a16:creationId xmlns:a16="http://schemas.microsoft.com/office/drawing/2014/main" id="{4B026BBD-8737-919D-75A1-CD3D31369B10}"/>
                </a:ext>
              </a:extLst>
            </p:cNvPr>
            <p:cNvSpPr/>
            <p:nvPr/>
          </p:nvSpPr>
          <p:spPr>
            <a:xfrm>
              <a:off x="6947140" y="976377"/>
              <a:ext cx="295592" cy="271456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5" name="Rectangle: Rounded Corners 374">
              <a:extLst>
                <a:ext uri="{FF2B5EF4-FFF2-40B4-BE49-F238E27FC236}">
                  <a16:creationId xmlns:a16="http://schemas.microsoft.com/office/drawing/2014/main" id="{8A715EB5-D49C-A8D4-68CE-8AC6CA6E4FAF}"/>
                </a:ext>
              </a:extLst>
            </p:cNvPr>
            <p:cNvSpPr/>
            <p:nvPr/>
          </p:nvSpPr>
          <p:spPr>
            <a:xfrm>
              <a:off x="6505363" y="651510"/>
              <a:ext cx="295592" cy="271456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6" name="Rectangle: Rounded Corners 375">
              <a:extLst>
                <a:ext uri="{FF2B5EF4-FFF2-40B4-BE49-F238E27FC236}">
                  <a16:creationId xmlns:a16="http://schemas.microsoft.com/office/drawing/2014/main" id="{8F2E2654-5CEE-D107-23E4-0347587DC51F}"/>
                </a:ext>
              </a:extLst>
            </p:cNvPr>
            <p:cNvSpPr/>
            <p:nvPr/>
          </p:nvSpPr>
          <p:spPr>
            <a:xfrm>
              <a:off x="6505363" y="976377"/>
              <a:ext cx="295592" cy="271456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7" name="Rectangle: Rounded Corners 376">
              <a:extLst>
                <a:ext uri="{FF2B5EF4-FFF2-40B4-BE49-F238E27FC236}">
                  <a16:creationId xmlns:a16="http://schemas.microsoft.com/office/drawing/2014/main" id="{CE21217A-0C24-6F52-68A5-F3349CF83B6F}"/>
                </a:ext>
              </a:extLst>
            </p:cNvPr>
            <p:cNvSpPr/>
            <p:nvPr/>
          </p:nvSpPr>
          <p:spPr>
            <a:xfrm>
              <a:off x="6063586" y="651510"/>
              <a:ext cx="295592" cy="271456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8" name="Rectangle: Rounded Corners 377">
              <a:extLst>
                <a:ext uri="{FF2B5EF4-FFF2-40B4-BE49-F238E27FC236}">
                  <a16:creationId xmlns:a16="http://schemas.microsoft.com/office/drawing/2014/main" id="{CDB8BCDD-05CF-984B-7D01-5FDBE3645C29}"/>
                </a:ext>
              </a:extLst>
            </p:cNvPr>
            <p:cNvSpPr/>
            <p:nvPr/>
          </p:nvSpPr>
          <p:spPr>
            <a:xfrm>
              <a:off x="6063586" y="976377"/>
              <a:ext cx="295592" cy="271456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9" name="Rectangle: Rounded Corners 378">
              <a:extLst>
                <a:ext uri="{FF2B5EF4-FFF2-40B4-BE49-F238E27FC236}">
                  <a16:creationId xmlns:a16="http://schemas.microsoft.com/office/drawing/2014/main" id="{1D000162-DE19-972B-297D-8232E9E82C9A}"/>
                </a:ext>
              </a:extLst>
            </p:cNvPr>
            <p:cNvSpPr/>
            <p:nvPr/>
          </p:nvSpPr>
          <p:spPr>
            <a:xfrm>
              <a:off x="5621809" y="651510"/>
              <a:ext cx="295592" cy="271456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0" name="Rectangle: Rounded Corners 379">
              <a:extLst>
                <a:ext uri="{FF2B5EF4-FFF2-40B4-BE49-F238E27FC236}">
                  <a16:creationId xmlns:a16="http://schemas.microsoft.com/office/drawing/2014/main" id="{E1736D78-BC31-D98B-C4B9-3E4752E14385}"/>
                </a:ext>
              </a:extLst>
            </p:cNvPr>
            <p:cNvSpPr/>
            <p:nvPr/>
          </p:nvSpPr>
          <p:spPr>
            <a:xfrm>
              <a:off x="5621809" y="976377"/>
              <a:ext cx="295592" cy="271456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1" name="Rectangle: Rounded Corners 380">
              <a:extLst>
                <a:ext uri="{FF2B5EF4-FFF2-40B4-BE49-F238E27FC236}">
                  <a16:creationId xmlns:a16="http://schemas.microsoft.com/office/drawing/2014/main" id="{9D91DE23-CABE-6863-A559-71B84D1EB6A7}"/>
                </a:ext>
              </a:extLst>
            </p:cNvPr>
            <p:cNvSpPr/>
            <p:nvPr/>
          </p:nvSpPr>
          <p:spPr>
            <a:xfrm>
              <a:off x="5180031" y="651510"/>
              <a:ext cx="295592" cy="271456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2" name="Rectangle: Rounded Corners 381">
              <a:extLst>
                <a:ext uri="{FF2B5EF4-FFF2-40B4-BE49-F238E27FC236}">
                  <a16:creationId xmlns:a16="http://schemas.microsoft.com/office/drawing/2014/main" id="{0809E9C9-C6DC-5DA4-8F26-B78186CCA8CA}"/>
                </a:ext>
              </a:extLst>
            </p:cNvPr>
            <p:cNvSpPr/>
            <p:nvPr/>
          </p:nvSpPr>
          <p:spPr>
            <a:xfrm>
              <a:off x="5180031" y="976377"/>
              <a:ext cx="295592" cy="271456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3" name="Rectangle: Rounded Corners 382">
              <a:extLst>
                <a:ext uri="{FF2B5EF4-FFF2-40B4-BE49-F238E27FC236}">
                  <a16:creationId xmlns:a16="http://schemas.microsoft.com/office/drawing/2014/main" id="{6361FF07-439D-0059-33F6-0EED54AB4DA5}"/>
                </a:ext>
              </a:extLst>
            </p:cNvPr>
            <p:cNvSpPr/>
            <p:nvPr/>
          </p:nvSpPr>
          <p:spPr>
            <a:xfrm>
              <a:off x="4738254" y="651510"/>
              <a:ext cx="295592" cy="271456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4" name="Rectangle: Rounded Corners 383">
              <a:extLst>
                <a:ext uri="{FF2B5EF4-FFF2-40B4-BE49-F238E27FC236}">
                  <a16:creationId xmlns:a16="http://schemas.microsoft.com/office/drawing/2014/main" id="{E3B6EF67-859D-D42D-FEE1-AF7CCD7EDCEC}"/>
                </a:ext>
              </a:extLst>
            </p:cNvPr>
            <p:cNvSpPr/>
            <p:nvPr/>
          </p:nvSpPr>
          <p:spPr>
            <a:xfrm>
              <a:off x="4738254" y="976377"/>
              <a:ext cx="295592" cy="271456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85" name="Group 384">
            <a:extLst>
              <a:ext uri="{FF2B5EF4-FFF2-40B4-BE49-F238E27FC236}">
                <a16:creationId xmlns:a16="http://schemas.microsoft.com/office/drawing/2014/main" id="{150CB383-3E6B-CA4A-6100-69B7DE1AFA45}"/>
              </a:ext>
            </a:extLst>
          </p:cNvPr>
          <p:cNvGrpSpPr/>
          <p:nvPr/>
        </p:nvGrpSpPr>
        <p:grpSpPr>
          <a:xfrm>
            <a:off x="5566410" y="99061"/>
            <a:ext cx="5983605" cy="350519"/>
            <a:chOff x="4738254" y="651510"/>
            <a:chExt cx="6922251" cy="596323"/>
          </a:xfrm>
        </p:grpSpPr>
        <p:sp>
          <p:nvSpPr>
            <p:cNvPr id="386" name="Rectangle: Rounded Corners 385">
              <a:extLst>
                <a:ext uri="{FF2B5EF4-FFF2-40B4-BE49-F238E27FC236}">
                  <a16:creationId xmlns:a16="http://schemas.microsoft.com/office/drawing/2014/main" id="{A5D4F221-3E26-E3A7-95EB-6D15D1EEE166}"/>
                </a:ext>
              </a:extLst>
            </p:cNvPr>
            <p:cNvSpPr/>
            <p:nvPr/>
          </p:nvSpPr>
          <p:spPr>
            <a:xfrm>
              <a:off x="11364913" y="651510"/>
              <a:ext cx="295592" cy="271456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7" name="Rectangle: Rounded Corners 386">
              <a:extLst>
                <a:ext uri="{FF2B5EF4-FFF2-40B4-BE49-F238E27FC236}">
                  <a16:creationId xmlns:a16="http://schemas.microsoft.com/office/drawing/2014/main" id="{3446C558-9C9C-0DF8-E5B3-4C72B60C4044}"/>
                </a:ext>
              </a:extLst>
            </p:cNvPr>
            <p:cNvSpPr/>
            <p:nvPr/>
          </p:nvSpPr>
          <p:spPr>
            <a:xfrm>
              <a:off x="11364913" y="976377"/>
              <a:ext cx="295592" cy="271456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8" name="Rectangle: Rounded Corners 387">
              <a:extLst>
                <a:ext uri="{FF2B5EF4-FFF2-40B4-BE49-F238E27FC236}">
                  <a16:creationId xmlns:a16="http://schemas.microsoft.com/office/drawing/2014/main" id="{4E5E1A51-FBE7-0799-3B24-FBFB1EA58C64}"/>
                </a:ext>
              </a:extLst>
            </p:cNvPr>
            <p:cNvSpPr/>
            <p:nvPr/>
          </p:nvSpPr>
          <p:spPr>
            <a:xfrm>
              <a:off x="10923136" y="651510"/>
              <a:ext cx="295592" cy="271456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9" name="Rectangle: Rounded Corners 388">
              <a:extLst>
                <a:ext uri="{FF2B5EF4-FFF2-40B4-BE49-F238E27FC236}">
                  <a16:creationId xmlns:a16="http://schemas.microsoft.com/office/drawing/2014/main" id="{4C52D47A-81D1-9FC7-52BA-DE54641368B5}"/>
                </a:ext>
              </a:extLst>
            </p:cNvPr>
            <p:cNvSpPr/>
            <p:nvPr/>
          </p:nvSpPr>
          <p:spPr>
            <a:xfrm>
              <a:off x="10923136" y="976377"/>
              <a:ext cx="295592" cy="271456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0" name="Rectangle: Rounded Corners 389">
              <a:extLst>
                <a:ext uri="{FF2B5EF4-FFF2-40B4-BE49-F238E27FC236}">
                  <a16:creationId xmlns:a16="http://schemas.microsoft.com/office/drawing/2014/main" id="{9D14E6E8-8A79-ACB1-C93F-F9E7B9BF0D52}"/>
                </a:ext>
              </a:extLst>
            </p:cNvPr>
            <p:cNvSpPr/>
            <p:nvPr/>
          </p:nvSpPr>
          <p:spPr>
            <a:xfrm>
              <a:off x="10481358" y="651510"/>
              <a:ext cx="295592" cy="271456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1" name="Rectangle: Rounded Corners 390">
              <a:extLst>
                <a:ext uri="{FF2B5EF4-FFF2-40B4-BE49-F238E27FC236}">
                  <a16:creationId xmlns:a16="http://schemas.microsoft.com/office/drawing/2014/main" id="{EC42F6A5-0645-6B05-77C2-31797B86022A}"/>
                </a:ext>
              </a:extLst>
            </p:cNvPr>
            <p:cNvSpPr/>
            <p:nvPr/>
          </p:nvSpPr>
          <p:spPr>
            <a:xfrm>
              <a:off x="10481358" y="976377"/>
              <a:ext cx="295592" cy="271456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2" name="Rectangle: Rounded Corners 391">
              <a:extLst>
                <a:ext uri="{FF2B5EF4-FFF2-40B4-BE49-F238E27FC236}">
                  <a16:creationId xmlns:a16="http://schemas.microsoft.com/office/drawing/2014/main" id="{FD6CD66C-749D-3169-E6D7-5D1FAB1FFAE4}"/>
                </a:ext>
              </a:extLst>
            </p:cNvPr>
            <p:cNvSpPr/>
            <p:nvPr/>
          </p:nvSpPr>
          <p:spPr>
            <a:xfrm>
              <a:off x="10039581" y="651510"/>
              <a:ext cx="295592" cy="271456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3" name="Rectangle: Rounded Corners 392">
              <a:extLst>
                <a:ext uri="{FF2B5EF4-FFF2-40B4-BE49-F238E27FC236}">
                  <a16:creationId xmlns:a16="http://schemas.microsoft.com/office/drawing/2014/main" id="{BDD76E14-815D-BAA3-A782-7A1672F21B81}"/>
                </a:ext>
              </a:extLst>
            </p:cNvPr>
            <p:cNvSpPr/>
            <p:nvPr/>
          </p:nvSpPr>
          <p:spPr>
            <a:xfrm>
              <a:off x="10039581" y="976377"/>
              <a:ext cx="295592" cy="271456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4" name="Rectangle: Rounded Corners 393">
              <a:extLst>
                <a:ext uri="{FF2B5EF4-FFF2-40B4-BE49-F238E27FC236}">
                  <a16:creationId xmlns:a16="http://schemas.microsoft.com/office/drawing/2014/main" id="{B4FA9D6C-5BE2-E7E5-8E88-245E92BCAB44}"/>
                </a:ext>
              </a:extLst>
            </p:cNvPr>
            <p:cNvSpPr/>
            <p:nvPr/>
          </p:nvSpPr>
          <p:spPr>
            <a:xfrm>
              <a:off x="9597804" y="651510"/>
              <a:ext cx="295592" cy="271456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5" name="Rectangle: Rounded Corners 394">
              <a:extLst>
                <a:ext uri="{FF2B5EF4-FFF2-40B4-BE49-F238E27FC236}">
                  <a16:creationId xmlns:a16="http://schemas.microsoft.com/office/drawing/2014/main" id="{8C3D55C9-C12D-910F-BD53-3ECDFC3839C7}"/>
                </a:ext>
              </a:extLst>
            </p:cNvPr>
            <p:cNvSpPr/>
            <p:nvPr/>
          </p:nvSpPr>
          <p:spPr>
            <a:xfrm>
              <a:off x="9597804" y="976377"/>
              <a:ext cx="295592" cy="271456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6" name="Rectangle: Rounded Corners 395">
              <a:extLst>
                <a:ext uri="{FF2B5EF4-FFF2-40B4-BE49-F238E27FC236}">
                  <a16:creationId xmlns:a16="http://schemas.microsoft.com/office/drawing/2014/main" id="{57B15D6D-4EA1-073F-34BF-9DDC299D471D}"/>
                </a:ext>
              </a:extLst>
            </p:cNvPr>
            <p:cNvSpPr/>
            <p:nvPr/>
          </p:nvSpPr>
          <p:spPr>
            <a:xfrm>
              <a:off x="9156027" y="651510"/>
              <a:ext cx="295592" cy="271456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7" name="Rectangle: Rounded Corners 396">
              <a:extLst>
                <a:ext uri="{FF2B5EF4-FFF2-40B4-BE49-F238E27FC236}">
                  <a16:creationId xmlns:a16="http://schemas.microsoft.com/office/drawing/2014/main" id="{F443AA95-123D-BFF9-9F4C-9833546F5DCE}"/>
                </a:ext>
              </a:extLst>
            </p:cNvPr>
            <p:cNvSpPr/>
            <p:nvPr/>
          </p:nvSpPr>
          <p:spPr>
            <a:xfrm>
              <a:off x="9156027" y="976377"/>
              <a:ext cx="295592" cy="271456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8" name="Rectangle: Rounded Corners 397">
              <a:extLst>
                <a:ext uri="{FF2B5EF4-FFF2-40B4-BE49-F238E27FC236}">
                  <a16:creationId xmlns:a16="http://schemas.microsoft.com/office/drawing/2014/main" id="{53FF1BBB-6EDF-CD94-74B0-7648EBC17F7A}"/>
                </a:ext>
              </a:extLst>
            </p:cNvPr>
            <p:cNvSpPr/>
            <p:nvPr/>
          </p:nvSpPr>
          <p:spPr>
            <a:xfrm>
              <a:off x="8714249" y="651510"/>
              <a:ext cx="295592" cy="271456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9" name="Rectangle: Rounded Corners 398">
              <a:extLst>
                <a:ext uri="{FF2B5EF4-FFF2-40B4-BE49-F238E27FC236}">
                  <a16:creationId xmlns:a16="http://schemas.microsoft.com/office/drawing/2014/main" id="{0BDBF351-DA23-393A-D317-5D12E104D107}"/>
                </a:ext>
              </a:extLst>
            </p:cNvPr>
            <p:cNvSpPr/>
            <p:nvPr/>
          </p:nvSpPr>
          <p:spPr>
            <a:xfrm>
              <a:off x="8714249" y="976377"/>
              <a:ext cx="295592" cy="271456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0" name="Rectangle: Rounded Corners 399">
              <a:extLst>
                <a:ext uri="{FF2B5EF4-FFF2-40B4-BE49-F238E27FC236}">
                  <a16:creationId xmlns:a16="http://schemas.microsoft.com/office/drawing/2014/main" id="{12FD91A6-B032-CF0D-F337-20C3E4376605}"/>
                </a:ext>
              </a:extLst>
            </p:cNvPr>
            <p:cNvSpPr/>
            <p:nvPr/>
          </p:nvSpPr>
          <p:spPr>
            <a:xfrm>
              <a:off x="8272472" y="651510"/>
              <a:ext cx="295592" cy="271456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1" name="Rectangle: Rounded Corners 400">
              <a:extLst>
                <a:ext uri="{FF2B5EF4-FFF2-40B4-BE49-F238E27FC236}">
                  <a16:creationId xmlns:a16="http://schemas.microsoft.com/office/drawing/2014/main" id="{FDD998E0-D949-84D9-F43A-57E4D94B0268}"/>
                </a:ext>
              </a:extLst>
            </p:cNvPr>
            <p:cNvSpPr/>
            <p:nvPr/>
          </p:nvSpPr>
          <p:spPr>
            <a:xfrm>
              <a:off x="8272472" y="976377"/>
              <a:ext cx="295592" cy="271456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2" name="Rectangle: Rounded Corners 401">
              <a:extLst>
                <a:ext uri="{FF2B5EF4-FFF2-40B4-BE49-F238E27FC236}">
                  <a16:creationId xmlns:a16="http://schemas.microsoft.com/office/drawing/2014/main" id="{40BF51C2-A910-8F48-4BD9-70FE79B3CCEB}"/>
                </a:ext>
              </a:extLst>
            </p:cNvPr>
            <p:cNvSpPr/>
            <p:nvPr/>
          </p:nvSpPr>
          <p:spPr>
            <a:xfrm>
              <a:off x="7830695" y="651510"/>
              <a:ext cx="295592" cy="271456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3" name="Rectangle: Rounded Corners 402">
              <a:extLst>
                <a:ext uri="{FF2B5EF4-FFF2-40B4-BE49-F238E27FC236}">
                  <a16:creationId xmlns:a16="http://schemas.microsoft.com/office/drawing/2014/main" id="{9C6894E5-249D-1763-557B-31DE2C1C2327}"/>
                </a:ext>
              </a:extLst>
            </p:cNvPr>
            <p:cNvSpPr/>
            <p:nvPr/>
          </p:nvSpPr>
          <p:spPr>
            <a:xfrm>
              <a:off x="7830695" y="976377"/>
              <a:ext cx="295592" cy="271456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4" name="Rectangle: Rounded Corners 403">
              <a:extLst>
                <a:ext uri="{FF2B5EF4-FFF2-40B4-BE49-F238E27FC236}">
                  <a16:creationId xmlns:a16="http://schemas.microsoft.com/office/drawing/2014/main" id="{D9DD5137-CEB1-66D7-014F-61DF56EBCDBE}"/>
                </a:ext>
              </a:extLst>
            </p:cNvPr>
            <p:cNvSpPr/>
            <p:nvPr/>
          </p:nvSpPr>
          <p:spPr>
            <a:xfrm>
              <a:off x="7388918" y="651510"/>
              <a:ext cx="295592" cy="271456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5" name="Rectangle: Rounded Corners 404">
              <a:extLst>
                <a:ext uri="{FF2B5EF4-FFF2-40B4-BE49-F238E27FC236}">
                  <a16:creationId xmlns:a16="http://schemas.microsoft.com/office/drawing/2014/main" id="{C023FA37-1C12-386B-4CDE-0D4ABAEB40D1}"/>
                </a:ext>
              </a:extLst>
            </p:cNvPr>
            <p:cNvSpPr/>
            <p:nvPr/>
          </p:nvSpPr>
          <p:spPr>
            <a:xfrm>
              <a:off x="7388918" y="976377"/>
              <a:ext cx="295592" cy="271456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6" name="Rectangle: Rounded Corners 405">
              <a:extLst>
                <a:ext uri="{FF2B5EF4-FFF2-40B4-BE49-F238E27FC236}">
                  <a16:creationId xmlns:a16="http://schemas.microsoft.com/office/drawing/2014/main" id="{6F2AA79A-3191-4E4E-310A-D46987A3BB5E}"/>
                </a:ext>
              </a:extLst>
            </p:cNvPr>
            <p:cNvSpPr/>
            <p:nvPr/>
          </p:nvSpPr>
          <p:spPr>
            <a:xfrm>
              <a:off x="6947140" y="651510"/>
              <a:ext cx="295592" cy="271456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7" name="Rectangle: Rounded Corners 406">
              <a:extLst>
                <a:ext uri="{FF2B5EF4-FFF2-40B4-BE49-F238E27FC236}">
                  <a16:creationId xmlns:a16="http://schemas.microsoft.com/office/drawing/2014/main" id="{C9EE55C5-EFF6-1484-635F-2D611CE14C56}"/>
                </a:ext>
              </a:extLst>
            </p:cNvPr>
            <p:cNvSpPr/>
            <p:nvPr/>
          </p:nvSpPr>
          <p:spPr>
            <a:xfrm>
              <a:off x="6947140" y="976377"/>
              <a:ext cx="295592" cy="271456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8" name="Rectangle: Rounded Corners 407">
              <a:extLst>
                <a:ext uri="{FF2B5EF4-FFF2-40B4-BE49-F238E27FC236}">
                  <a16:creationId xmlns:a16="http://schemas.microsoft.com/office/drawing/2014/main" id="{69CCF752-E966-A4DB-C32A-8624F6A2F3EB}"/>
                </a:ext>
              </a:extLst>
            </p:cNvPr>
            <p:cNvSpPr/>
            <p:nvPr/>
          </p:nvSpPr>
          <p:spPr>
            <a:xfrm>
              <a:off x="6505363" y="651510"/>
              <a:ext cx="295592" cy="271456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9" name="Rectangle: Rounded Corners 408">
              <a:extLst>
                <a:ext uri="{FF2B5EF4-FFF2-40B4-BE49-F238E27FC236}">
                  <a16:creationId xmlns:a16="http://schemas.microsoft.com/office/drawing/2014/main" id="{5804B817-1173-AB6E-780C-7C09715D431F}"/>
                </a:ext>
              </a:extLst>
            </p:cNvPr>
            <p:cNvSpPr/>
            <p:nvPr/>
          </p:nvSpPr>
          <p:spPr>
            <a:xfrm>
              <a:off x="6505363" y="976377"/>
              <a:ext cx="295592" cy="271456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0" name="Rectangle: Rounded Corners 409">
              <a:extLst>
                <a:ext uri="{FF2B5EF4-FFF2-40B4-BE49-F238E27FC236}">
                  <a16:creationId xmlns:a16="http://schemas.microsoft.com/office/drawing/2014/main" id="{CF36E247-0DC0-82FA-96FB-3B047090FC26}"/>
                </a:ext>
              </a:extLst>
            </p:cNvPr>
            <p:cNvSpPr/>
            <p:nvPr/>
          </p:nvSpPr>
          <p:spPr>
            <a:xfrm>
              <a:off x="6063586" y="651510"/>
              <a:ext cx="295592" cy="271456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1" name="Rectangle: Rounded Corners 410">
              <a:extLst>
                <a:ext uri="{FF2B5EF4-FFF2-40B4-BE49-F238E27FC236}">
                  <a16:creationId xmlns:a16="http://schemas.microsoft.com/office/drawing/2014/main" id="{5F5A7360-66E7-E8EC-7FDC-B9218CEF6067}"/>
                </a:ext>
              </a:extLst>
            </p:cNvPr>
            <p:cNvSpPr/>
            <p:nvPr/>
          </p:nvSpPr>
          <p:spPr>
            <a:xfrm>
              <a:off x="6063586" y="976377"/>
              <a:ext cx="295592" cy="271456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2" name="Rectangle: Rounded Corners 411">
              <a:extLst>
                <a:ext uri="{FF2B5EF4-FFF2-40B4-BE49-F238E27FC236}">
                  <a16:creationId xmlns:a16="http://schemas.microsoft.com/office/drawing/2014/main" id="{6C444468-6F0A-7828-4AAB-918A98D8CEC8}"/>
                </a:ext>
              </a:extLst>
            </p:cNvPr>
            <p:cNvSpPr/>
            <p:nvPr/>
          </p:nvSpPr>
          <p:spPr>
            <a:xfrm>
              <a:off x="5621809" y="651510"/>
              <a:ext cx="295592" cy="271456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3" name="Rectangle: Rounded Corners 412">
              <a:extLst>
                <a:ext uri="{FF2B5EF4-FFF2-40B4-BE49-F238E27FC236}">
                  <a16:creationId xmlns:a16="http://schemas.microsoft.com/office/drawing/2014/main" id="{9B62D67E-72E4-3255-32CC-7E8B80A98819}"/>
                </a:ext>
              </a:extLst>
            </p:cNvPr>
            <p:cNvSpPr/>
            <p:nvPr/>
          </p:nvSpPr>
          <p:spPr>
            <a:xfrm>
              <a:off x="5621809" y="976377"/>
              <a:ext cx="295592" cy="271456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4" name="Rectangle: Rounded Corners 413">
              <a:extLst>
                <a:ext uri="{FF2B5EF4-FFF2-40B4-BE49-F238E27FC236}">
                  <a16:creationId xmlns:a16="http://schemas.microsoft.com/office/drawing/2014/main" id="{D783E8EF-9A8F-A0B3-C8CB-3276AADDDD23}"/>
                </a:ext>
              </a:extLst>
            </p:cNvPr>
            <p:cNvSpPr/>
            <p:nvPr/>
          </p:nvSpPr>
          <p:spPr>
            <a:xfrm>
              <a:off x="5180031" y="651510"/>
              <a:ext cx="295592" cy="271456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5" name="Rectangle: Rounded Corners 414">
              <a:extLst>
                <a:ext uri="{FF2B5EF4-FFF2-40B4-BE49-F238E27FC236}">
                  <a16:creationId xmlns:a16="http://schemas.microsoft.com/office/drawing/2014/main" id="{ED73F609-8978-BCC6-8E0F-B04B51362937}"/>
                </a:ext>
              </a:extLst>
            </p:cNvPr>
            <p:cNvSpPr/>
            <p:nvPr/>
          </p:nvSpPr>
          <p:spPr>
            <a:xfrm>
              <a:off x="5180031" y="976377"/>
              <a:ext cx="295592" cy="271456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6" name="Rectangle: Rounded Corners 415">
              <a:extLst>
                <a:ext uri="{FF2B5EF4-FFF2-40B4-BE49-F238E27FC236}">
                  <a16:creationId xmlns:a16="http://schemas.microsoft.com/office/drawing/2014/main" id="{D676F751-6911-D2B1-F5CE-5A3D589C7BCD}"/>
                </a:ext>
              </a:extLst>
            </p:cNvPr>
            <p:cNvSpPr/>
            <p:nvPr/>
          </p:nvSpPr>
          <p:spPr>
            <a:xfrm>
              <a:off x="4738254" y="651510"/>
              <a:ext cx="295592" cy="271456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7" name="Rectangle: Rounded Corners 416">
              <a:extLst>
                <a:ext uri="{FF2B5EF4-FFF2-40B4-BE49-F238E27FC236}">
                  <a16:creationId xmlns:a16="http://schemas.microsoft.com/office/drawing/2014/main" id="{ABC2F021-9176-B84E-6057-8F48D052F414}"/>
                </a:ext>
              </a:extLst>
            </p:cNvPr>
            <p:cNvSpPr/>
            <p:nvPr/>
          </p:nvSpPr>
          <p:spPr>
            <a:xfrm>
              <a:off x="4738254" y="976377"/>
              <a:ext cx="295592" cy="271456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18" name="Group 417">
            <a:extLst>
              <a:ext uri="{FF2B5EF4-FFF2-40B4-BE49-F238E27FC236}">
                <a16:creationId xmlns:a16="http://schemas.microsoft.com/office/drawing/2014/main" id="{408AB9A6-12D6-AD18-8699-9692E6D33518}"/>
              </a:ext>
            </a:extLst>
          </p:cNvPr>
          <p:cNvGrpSpPr/>
          <p:nvPr/>
        </p:nvGrpSpPr>
        <p:grpSpPr>
          <a:xfrm>
            <a:off x="5566410" y="616586"/>
            <a:ext cx="5983605" cy="350519"/>
            <a:chOff x="4738254" y="651510"/>
            <a:chExt cx="6922251" cy="596323"/>
          </a:xfrm>
        </p:grpSpPr>
        <p:sp>
          <p:nvSpPr>
            <p:cNvPr id="419" name="Rectangle: Rounded Corners 418">
              <a:extLst>
                <a:ext uri="{FF2B5EF4-FFF2-40B4-BE49-F238E27FC236}">
                  <a16:creationId xmlns:a16="http://schemas.microsoft.com/office/drawing/2014/main" id="{4B24C1CA-2462-993B-36EC-E5BD3300954A}"/>
                </a:ext>
              </a:extLst>
            </p:cNvPr>
            <p:cNvSpPr/>
            <p:nvPr/>
          </p:nvSpPr>
          <p:spPr>
            <a:xfrm>
              <a:off x="11364913" y="651510"/>
              <a:ext cx="295592" cy="271456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0" name="Rectangle: Rounded Corners 419">
              <a:extLst>
                <a:ext uri="{FF2B5EF4-FFF2-40B4-BE49-F238E27FC236}">
                  <a16:creationId xmlns:a16="http://schemas.microsoft.com/office/drawing/2014/main" id="{E40F1F35-0249-63AD-D418-80BEFEEA6B98}"/>
                </a:ext>
              </a:extLst>
            </p:cNvPr>
            <p:cNvSpPr/>
            <p:nvPr/>
          </p:nvSpPr>
          <p:spPr>
            <a:xfrm>
              <a:off x="11364913" y="976377"/>
              <a:ext cx="295592" cy="271456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1" name="Rectangle: Rounded Corners 420">
              <a:extLst>
                <a:ext uri="{FF2B5EF4-FFF2-40B4-BE49-F238E27FC236}">
                  <a16:creationId xmlns:a16="http://schemas.microsoft.com/office/drawing/2014/main" id="{619E8943-EF51-B1BD-2E54-0F17B8A730E6}"/>
                </a:ext>
              </a:extLst>
            </p:cNvPr>
            <p:cNvSpPr/>
            <p:nvPr/>
          </p:nvSpPr>
          <p:spPr>
            <a:xfrm>
              <a:off x="10923136" y="651510"/>
              <a:ext cx="295592" cy="271456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2" name="Rectangle: Rounded Corners 421">
              <a:extLst>
                <a:ext uri="{FF2B5EF4-FFF2-40B4-BE49-F238E27FC236}">
                  <a16:creationId xmlns:a16="http://schemas.microsoft.com/office/drawing/2014/main" id="{8F9BEF33-5112-6B1B-5BAD-55AD9ECB2237}"/>
                </a:ext>
              </a:extLst>
            </p:cNvPr>
            <p:cNvSpPr/>
            <p:nvPr/>
          </p:nvSpPr>
          <p:spPr>
            <a:xfrm>
              <a:off x="10923136" y="976377"/>
              <a:ext cx="295592" cy="271456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3" name="Rectangle: Rounded Corners 422">
              <a:extLst>
                <a:ext uri="{FF2B5EF4-FFF2-40B4-BE49-F238E27FC236}">
                  <a16:creationId xmlns:a16="http://schemas.microsoft.com/office/drawing/2014/main" id="{2FD9BFAD-9A8B-AA3B-5409-CF2BBE6F39E8}"/>
                </a:ext>
              </a:extLst>
            </p:cNvPr>
            <p:cNvSpPr/>
            <p:nvPr/>
          </p:nvSpPr>
          <p:spPr>
            <a:xfrm>
              <a:off x="10481358" y="651510"/>
              <a:ext cx="295592" cy="271456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4" name="Rectangle: Rounded Corners 423">
              <a:extLst>
                <a:ext uri="{FF2B5EF4-FFF2-40B4-BE49-F238E27FC236}">
                  <a16:creationId xmlns:a16="http://schemas.microsoft.com/office/drawing/2014/main" id="{B6D5BAB5-4275-BD57-8C42-268BAFA71098}"/>
                </a:ext>
              </a:extLst>
            </p:cNvPr>
            <p:cNvSpPr/>
            <p:nvPr/>
          </p:nvSpPr>
          <p:spPr>
            <a:xfrm>
              <a:off x="10481358" y="976377"/>
              <a:ext cx="295592" cy="271456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5" name="Rectangle: Rounded Corners 424">
              <a:extLst>
                <a:ext uri="{FF2B5EF4-FFF2-40B4-BE49-F238E27FC236}">
                  <a16:creationId xmlns:a16="http://schemas.microsoft.com/office/drawing/2014/main" id="{6429DB1F-B1D1-5CEC-2620-B0B8D8F89B14}"/>
                </a:ext>
              </a:extLst>
            </p:cNvPr>
            <p:cNvSpPr/>
            <p:nvPr/>
          </p:nvSpPr>
          <p:spPr>
            <a:xfrm>
              <a:off x="10039581" y="651510"/>
              <a:ext cx="295592" cy="271456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6" name="Rectangle: Rounded Corners 425">
              <a:extLst>
                <a:ext uri="{FF2B5EF4-FFF2-40B4-BE49-F238E27FC236}">
                  <a16:creationId xmlns:a16="http://schemas.microsoft.com/office/drawing/2014/main" id="{8A3F9238-2CAF-1391-F19F-0E56BA92C172}"/>
                </a:ext>
              </a:extLst>
            </p:cNvPr>
            <p:cNvSpPr/>
            <p:nvPr/>
          </p:nvSpPr>
          <p:spPr>
            <a:xfrm>
              <a:off x="10039581" y="976377"/>
              <a:ext cx="295592" cy="271456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7" name="Rectangle: Rounded Corners 426">
              <a:extLst>
                <a:ext uri="{FF2B5EF4-FFF2-40B4-BE49-F238E27FC236}">
                  <a16:creationId xmlns:a16="http://schemas.microsoft.com/office/drawing/2014/main" id="{8D23569D-7CFB-4241-04CB-4E1CF6809864}"/>
                </a:ext>
              </a:extLst>
            </p:cNvPr>
            <p:cNvSpPr/>
            <p:nvPr/>
          </p:nvSpPr>
          <p:spPr>
            <a:xfrm>
              <a:off x="9597804" y="651510"/>
              <a:ext cx="295592" cy="271456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8" name="Rectangle: Rounded Corners 427">
              <a:extLst>
                <a:ext uri="{FF2B5EF4-FFF2-40B4-BE49-F238E27FC236}">
                  <a16:creationId xmlns:a16="http://schemas.microsoft.com/office/drawing/2014/main" id="{19F336B2-876C-6826-3002-7AE44C460266}"/>
                </a:ext>
              </a:extLst>
            </p:cNvPr>
            <p:cNvSpPr/>
            <p:nvPr/>
          </p:nvSpPr>
          <p:spPr>
            <a:xfrm>
              <a:off x="9597804" y="976377"/>
              <a:ext cx="295592" cy="271456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9" name="Rectangle: Rounded Corners 428">
              <a:extLst>
                <a:ext uri="{FF2B5EF4-FFF2-40B4-BE49-F238E27FC236}">
                  <a16:creationId xmlns:a16="http://schemas.microsoft.com/office/drawing/2014/main" id="{D711A44B-76BF-616E-64D7-C864046E95FF}"/>
                </a:ext>
              </a:extLst>
            </p:cNvPr>
            <p:cNvSpPr/>
            <p:nvPr/>
          </p:nvSpPr>
          <p:spPr>
            <a:xfrm>
              <a:off x="9156027" y="651510"/>
              <a:ext cx="295592" cy="271456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0" name="Rectangle: Rounded Corners 429">
              <a:extLst>
                <a:ext uri="{FF2B5EF4-FFF2-40B4-BE49-F238E27FC236}">
                  <a16:creationId xmlns:a16="http://schemas.microsoft.com/office/drawing/2014/main" id="{1A8A3814-D239-F234-77CC-932AA6378478}"/>
                </a:ext>
              </a:extLst>
            </p:cNvPr>
            <p:cNvSpPr/>
            <p:nvPr/>
          </p:nvSpPr>
          <p:spPr>
            <a:xfrm>
              <a:off x="9156027" y="976377"/>
              <a:ext cx="295592" cy="271456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1" name="Rectangle: Rounded Corners 430">
              <a:extLst>
                <a:ext uri="{FF2B5EF4-FFF2-40B4-BE49-F238E27FC236}">
                  <a16:creationId xmlns:a16="http://schemas.microsoft.com/office/drawing/2014/main" id="{E6959FE2-FA37-7929-266E-C17BFE326A51}"/>
                </a:ext>
              </a:extLst>
            </p:cNvPr>
            <p:cNvSpPr/>
            <p:nvPr/>
          </p:nvSpPr>
          <p:spPr>
            <a:xfrm>
              <a:off x="8714249" y="651510"/>
              <a:ext cx="295592" cy="271456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2" name="Rectangle: Rounded Corners 431">
              <a:extLst>
                <a:ext uri="{FF2B5EF4-FFF2-40B4-BE49-F238E27FC236}">
                  <a16:creationId xmlns:a16="http://schemas.microsoft.com/office/drawing/2014/main" id="{D691A2D5-575A-D4CF-AC23-B12675CBA385}"/>
                </a:ext>
              </a:extLst>
            </p:cNvPr>
            <p:cNvSpPr/>
            <p:nvPr/>
          </p:nvSpPr>
          <p:spPr>
            <a:xfrm>
              <a:off x="8714249" y="976377"/>
              <a:ext cx="295592" cy="271456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3" name="Rectangle: Rounded Corners 432">
              <a:extLst>
                <a:ext uri="{FF2B5EF4-FFF2-40B4-BE49-F238E27FC236}">
                  <a16:creationId xmlns:a16="http://schemas.microsoft.com/office/drawing/2014/main" id="{7EE6A725-12D2-824D-3EEE-8C9CACD6977A}"/>
                </a:ext>
              </a:extLst>
            </p:cNvPr>
            <p:cNvSpPr/>
            <p:nvPr/>
          </p:nvSpPr>
          <p:spPr>
            <a:xfrm>
              <a:off x="8272472" y="651510"/>
              <a:ext cx="295592" cy="271456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4" name="Rectangle: Rounded Corners 433">
              <a:extLst>
                <a:ext uri="{FF2B5EF4-FFF2-40B4-BE49-F238E27FC236}">
                  <a16:creationId xmlns:a16="http://schemas.microsoft.com/office/drawing/2014/main" id="{0C8C2138-2217-8494-182A-112918B08253}"/>
                </a:ext>
              </a:extLst>
            </p:cNvPr>
            <p:cNvSpPr/>
            <p:nvPr/>
          </p:nvSpPr>
          <p:spPr>
            <a:xfrm>
              <a:off x="8272472" y="976377"/>
              <a:ext cx="295592" cy="271456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5" name="Rectangle: Rounded Corners 434">
              <a:extLst>
                <a:ext uri="{FF2B5EF4-FFF2-40B4-BE49-F238E27FC236}">
                  <a16:creationId xmlns:a16="http://schemas.microsoft.com/office/drawing/2014/main" id="{5D72E1C3-6E9A-1374-59D8-D0E1697A2E3E}"/>
                </a:ext>
              </a:extLst>
            </p:cNvPr>
            <p:cNvSpPr/>
            <p:nvPr/>
          </p:nvSpPr>
          <p:spPr>
            <a:xfrm>
              <a:off x="7830695" y="651510"/>
              <a:ext cx="295592" cy="271456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6" name="Rectangle: Rounded Corners 435">
              <a:extLst>
                <a:ext uri="{FF2B5EF4-FFF2-40B4-BE49-F238E27FC236}">
                  <a16:creationId xmlns:a16="http://schemas.microsoft.com/office/drawing/2014/main" id="{BE99D7F9-855F-E7C1-8798-0933D0269E58}"/>
                </a:ext>
              </a:extLst>
            </p:cNvPr>
            <p:cNvSpPr/>
            <p:nvPr/>
          </p:nvSpPr>
          <p:spPr>
            <a:xfrm>
              <a:off x="7830695" y="976377"/>
              <a:ext cx="295592" cy="271456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7" name="Rectangle: Rounded Corners 436">
              <a:extLst>
                <a:ext uri="{FF2B5EF4-FFF2-40B4-BE49-F238E27FC236}">
                  <a16:creationId xmlns:a16="http://schemas.microsoft.com/office/drawing/2014/main" id="{27FDCB5C-FCE0-394A-F452-BA93F60829EB}"/>
                </a:ext>
              </a:extLst>
            </p:cNvPr>
            <p:cNvSpPr/>
            <p:nvPr/>
          </p:nvSpPr>
          <p:spPr>
            <a:xfrm>
              <a:off x="7388918" y="651510"/>
              <a:ext cx="295592" cy="271456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8" name="Rectangle: Rounded Corners 437">
              <a:extLst>
                <a:ext uri="{FF2B5EF4-FFF2-40B4-BE49-F238E27FC236}">
                  <a16:creationId xmlns:a16="http://schemas.microsoft.com/office/drawing/2014/main" id="{2A92710A-2E59-7AC5-89CD-958A0AC095A5}"/>
                </a:ext>
              </a:extLst>
            </p:cNvPr>
            <p:cNvSpPr/>
            <p:nvPr/>
          </p:nvSpPr>
          <p:spPr>
            <a:xfrm>
              <a:off x="7388918" y="976377"/>
              <a:ext cx="295592" cy="271456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9" name="Rectangle: Rounded Corners 438">
              <a:extLst>
                <a:ext uri="{FF2B5EF4-FFF2-40B4-BE49-F238E27FC236}">
                  <a16:creationId xmlns:a16="http://schemas.microsoft.com/office/drawing/2014/main" id="{6D111958-5B31-DF35-9640-57845A2A5FED}"/>
                </a:ext>
              </a:extLst>
            </p:cNvPr>
            <p:cNvSpPr/>
            <p:nvPr/>
          </p:nvSpPr>
          <p:spPr>
            <a:xfrm>
              <a:off x="6947140" y="651510"/>
              <a:ext cx="295592" cy="271456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0" name="Rectangle: Rounded Corners 439">
              <a:extLst>
                <a:ext uri="{FF2B5EF4-FFF2-40B4-BE49-F238E27FC236}">
                  <a16:creationId xmlns:a16="http://schemas.microsoft.com/office/drawing/2014/main" id="{C4D2F7C8-490A-378A-C772-6986CB2F98B9}"/>
                </a:ext>
              </a:extLst>
            </p:cNvPr>
            <p:cNvSpPr/>
            <p:nvPr/>
          </p:nvSpPr>
          <p:spPr>
            <a:xfrm>
              <a:off x="6947140" y="976377"/>
              <a:ext cx="295592" cy="271456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1" name="Rectangle: Rounded Corners 440">
              <a:extLst>
                <a:ext uri="{FF2B5EF4-FFF2-40B4-BE49-F238E27FC236}">
                  <a16:creationId xmlns:a16="http://schemas.microsoft.com/office/drawing/2014/main" id="{8AF9D6F2-F2AF-B2AA-881F-7018F5AEB0BF}"/>
                </a:ext>
              </a:extLst>
            </p:cNvPr>
            <p:cNvSpPr/>
            <p:nvPr/>
          </p:nvSpPr>
          <p:spPr>
            <a:xfrm>
              <a:off x="6505363" y="651510"/>
              <a:ext cx="295592" cy="271456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2" name="Rectangle: Rounded Corners 441">
              <a:extLst>
                <a:ext uri="{FF2B5EF4-FFF2-40B4-BE49-F238E27FC236}">
                  <a16:creationId xmlns:a16="http://schemas.microsoft.com/office/drawing/2014/main" id="{5B128BB5-3E0C-F79A-6767-0A907750D926}"/>
                </a:ext>
              </a:extLst>
            </p:cNvPr>
            <p:cNvSpPr/>
            <p:nvPr/>
          </p:nvSpPr>
          <p:spPr>
            <a:xfrm>
              <a:off x="6505363" y="976377"/>
              <a:ext cx="295592" cy="271456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3" name="Rectangle: Rounded Corners 442">
              <a:extLst>
                <a:ext uri="{FF2B5EF4-FFF2-40B4-BE49-F238E27FC236}">
                  <a16:creationId xmlns:a16="http://schemas.microsoft.com/office/drawing/2014/main" id="{5FC81A93-30CA-7935-0503-3086529A2712}"/>
                </a:ext>
              </a:extLst>
            </p:cNvPr>
            <p:cNvSpPr/>
            <p:nvPr/>
          </p:nvSpPr>
          <p:spPr>
            <a:xfrm>
              <a:off x="6063586" y="651510"/>
              <a:ext cx="295592" cy="271456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4" name="Rectangle: Rounded Corners 443">
              <a:extLst>
                <a:ext uri="{FF2B5EF4-FFF2-40B4-BE49-F238E27FC236}">
                  <a16:creationId xmlns:a16="http://schemas.microsoft.com/office/drawing/2014/main" id="{C2DBF623-E676-C708-5EB6-E57648520285}"/>
                </a:ext>
              </a:extLst>
            </p:cNvPr>
            <p:cNvSpPr/>
            <p:nvPr/>
          </p:nvSpPr>
          <p:spPr>
            <a:xfrm>
              <a:off x="6063586" y="976377"/>
              <a:ext cx="295592" cy="271456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5" name="Rectangle: Rounded Corners 444">
              <a:extLst>
                <a:ext uri="{FF2B5EF4-FFF2-40B4-BE49-F238E27FC236}">
                  <a16:creationId xmlns:a16="http://schemas.microsoft.com/office/drawing/2014/main" id="{885EDFF4-C973-78C8-0CAC-D02684B55DD7}"/>
                </a:ext>
              </a:extLst>
            </p:cNvPr>
            <p:cNvSpPr/>
            <p:nvPr/>
          </p:nvSpPr>
          <p:spPr>
            <a:xfrm>
              <a:off x="5621809" y="651510"/>
              <a:ext cx="295592" cy="271456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6" name="Rectangle: Rounded Corners 445">
              <a:extLst>
                <a:ext uri="{FF2B5EF4-FFF2-40B4-BE49-F238E27FC236}">
                  <a16:creationId xmlns:a16="http://schemas.microsoft.com/office/drawing/2014/main" id="{CDE1B25A-AF59-4895-7BDF-D01DE4744B88}"/>
                </a:ext>
              </a:extLst>
            </p:cNvPr>
            <p:cNvSpPr/>
            <p:nvPr/>
          </p:nvSpPr>
          <p:spPr>
            <a:xfrm>
              <a:off x="5621809" y="976377"/>
              <a:ext cx="295592" cy="271456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7" name="Rectangle: Rounded Corners 446">
              <a:extLst>
                <a:ext uri="{FF2B5EF4-FFF2-40B4-BE49-F238E27FC236}">
                  <a16:creationId xmlns:a16="http://schemas.microsoft.com/office/drawing/2014/main" id="{88F04FB0-08CE-8097-9682-4A1AB5309540}"/>
                </a:ext>
              </a:extLst>
            </p:cNvPr>
            <p:cNvSpPr/>
            <p:nvPr/>
          </p:nvSpPr>
          <p:spPr>
            <a:xfrm>
              <a:off x="5180031" y="651510"/>
              <a:ext cx="295592" cy="271456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8" name="Rectangle: Rounded Corners 447">
              <a:extLst>
                <a:ext uri="{FF2B5EF4-FFF2-40B4-BE49-F238E27FC236}">
                  <a16:creationId xmlns:a16="http://schemas.microsoft.com/office/drawing/2014/main" id="{89953841-8D03-72BC-DA04-530D37895AD5}"/>
                </a:ext>
              </a:extLst>
            </p:cNvPr>
            <p:cNvSpPr/>
            <p:nvPr/>
          </p:nvSpPr>
          <p:spPr>
            <a:xfrm>
              <a:off x="5180031" y="976377"/>
              <a:ext cx="295592" cy="271456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9" name="Rectangle: Rounded Corners 448">
              <a:extLst>
                <a:ext uri="{FF2B5EF4-FFF2-40B4-BE49-F238E27FC236}">
                  <a16:creationId xmlns:a16="http://schemas.microsoft.com/office/drawing/2014/main" id="{480A2FBB-93C8-D91A-EDF6-0B7C687D978F}"/>
                </a:ext>
              </a:extLst>
            </p:cNvPr>
            <p:cNvSpPr/>
            <p:nvPr/>
          </p:nvSpPr>
          <p:spPr>
            <a:xfrm>
              <a:off x="4738254" y="651510"/>
              <a:ext cx="295592" cy="271456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0" name="Rectangle: Rounded Corners 449">
              <a:extLst>
                <a:ext uri="{FF2B5EF4-FFF2-40B4-BE49-F238E27FC236}">
                  <a16:creationId xmlns:a16="http://schemas.microsoft.com/office/drawing/2014/main" id="{C7FDE96B-9085-4690-6576-B07367178F92}"/>
                </a:ext>
              </a:extLst>
            </p:cNvPr>
            <p:cNvSpPr/>
            <p:nvPr/>
          </p:nvSpPr>
          <p:spPr>
            <a:xfrm>
              <a:off x="4738254" y="976377"/>
              <a:ext cx="295592" cy="271456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51" name="Group 450">
            <a:extLst>
              <a:ext uri="{FF2B5EF4-FFF2-40B4-BE49-F238E27FC236}">
                <a16:creationId xmlns:a16="http://schemas.microsoft.com/office/drawing/2014/main" id="{4F791717-9B02-0309-B135-039E07866342}"/>
              </a:ext>
            </a:extLst>
          </p:cNvPr>
          <p:cNvGrpSpPr/>
          <p:nvPr/>
        </p:nvGrpSpPr>
        <p:grpSpPr>
          <a:xfrm>
            <a:off x="5566410" y="1134111"/>
            <a:ext cx="5983605" cy="350519"/>
            <a:chOff x="4738254" y="651510"/>
            <a:chExt cx="6922251" cy="596323"/>
          </a:xfrm>
        </p:grpSpPr>
        <p:sp>
          <p:nvSpPr>
            <p:cNvPr id="452" name="Rectangle: Rounded Corners 451">
              <a:extLst>
                <a:ext uri="{FF2B5EF4-FFF2-40B4-BE49-F238E27FC236}">
                  <a16:creationId xmlns:a16="http://schemas.microsoft.com/office/drawing/2014/main" id="{C45DC11C-E0BB-267D-120A-69506E463F4D}"/>
                </a:ext>
              </a:extLst>
            </p:cNvPr>
            <p:cNvSpPr/>
            <p:nvPr/>
          </p:nvSpPr>
          <p:spPr>
            <a:xfrm>
              <a:off x="11364913" y="651510"/>
              <a:ext cx="295592" cy="271456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3" name="Rectangle: Rounded Corners 452">
              <a:extLst>
                <a:ext uri="{FF2B5EF4-FFF2-40B4-BE49-F238E27FC236}">
                  <a16:creationId xmlns:a16="http://schemas.microsoft.com/office/drawing/2014/main" id="{AE6D095C-1046-8BC3-07F4-37119D3743DC}"/>
                </a:ext>
              </a:extLst>
            </p:cNvPr>
            <p:cNvSpPr/>
            <p:nvPr/>
          </p:nvSpPr>
          <p:spPr>
            <a:xfrm>
              <a:off x="11364913" y="976377"/>
              <a:ext cx="295592" cy="271456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4" name="Rectangle: Rounded Corners 453">
              <a:extLst>
                <a:ext uri="{FF2B5EF4-FFF2-40B4-BE49-F238E27FC236}">
                  <a16:creationId xmlns:a16="http://schemas.microsoft.com/office/drawing/2014/main" id="{E2A3EA4D-A107-9B34-6412-08E40A109BE7}"/>
                </a:ext>
              </a:extLst>
            </p:cNvPr>
            <p:cNvSpPr/>
            <p:nvPr/>
          </p:nvSpPr>
          <p:spPr>
            <a:xfrm>
              <a:off x="10923136" y="651510"/>
              <a:ext cx="295592" cy="271456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5" name="Rectangle: Rounded Corners 454">
              <a:extLst>
                <a:ext uri="{FF2B5EF4-FFF2-40B4-BE49-F238E27FC236}">
                  <a16:creationId xmlns:a16="http://schemas.microsoft.com/office/drawing/2014/main" id="{8EBEEDEF-F85D-26C2-FA52-0CCCEBB14E77}"/>
                </a:ext>
              </a:extLst>
            </p:cNvPr>
            <p:cNvSpPr/>
            <p:nvPr/>
          </p:nvSpPr>
          <p:spPr>
            <a:xfrm>
              <a:off x="10923136" y="976377"/>
              <a:ext cx="295592" cy="271456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6" name="Rectangle: Rounded Corners 455">
              <a:extLst>
                <a:ext uri="{FF2B5EF4-FFF2-40B4-BE49-F238E27FC236}">
                  <a16:creationId xmlns:a16="http://schemas.microsoft.com/office/drawing/2014/main" id="{FED1408D-C042-1827-0020-656371621F49}"/>
                </a:ext>
              </a:extLst>
            </p:cNvPr>
            <p:cNvSpPr/>
            <p:nvPr/>
          </p:nvSpPr>
          <p:spPr>
            <a:xfrm>
              <a:off x="10481358" y="651510"/>
              <a:ext cx="295592" cy="271456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7" name="Rectangle: Rounded Corners 456">
              <a:extLst>
                <a:ext uri="{FF2B5EF4-FFF2-40B4-BE49-F238E27FC236}">
                  <a16:creationId xmlns:a16="http://schemas.microsoft.com/office/drawing/2014/main" id="{7A63EC63-25B6-C0A2-2890-2CEEDCDA80D9}"/>
                </a:ext>
              </a:extLst>
            </p:cNvPr>
            <p:cNvSpPr/>
            <p:nvPr/>
          </p:nvSpPr>
          <p:spPr>
            <a:xfrm>
              <a:off x="10481358" y="976377"/>
              <a:ext cx="295592" cy="271456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8" name="Rectangle: Rounded Corners 457">
              <a:extLst>
                <a:ext uri="{FF2B5EF4-FFF2-40B4-BE49-F238E27FC236}">
                  <a16:creationId xmlns:a16="http://schemas.microsoft.com/office/drawing/2014/main" id="{4EACAEFE-EDAC-30A5-8DDE-0E47CFB5BD79}"/>
                </a:ext>
              </a:extLst>
            </p:cNvPr>
            <p:cNvSpPr/>
            <p:nvPr/>
          </p:nvSpPr>
          <p:spPr>
            <a:xfrm>
              <a:off x="10039581" y="651510"/>
              <a:ext cx="295592" cy="271456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9" name="Rectangle: Rounded Corners 458">
              <a:extLst>
                <a:ext uri="{FF2B5EF4-FFF2-40B4-BE49-F238E27FC236}">
                  <a16:creationId xmlns:a16="http://schemas.microsoft.com/office/drawing/2014/main" id="{13285141-3275-C0C6-2BAC-F23E7671C7A2}"/>
                </a:ext>
              </a:extLst>
            </p:cNvPr>
            <p:cNvSpPr/>
            <p:nvPr/>
          </p:nvSpPr>
          <p:spPr>
            <a:xfrm>
              <a:off x="10039581" y="976377"/>
              <a:ext cx="295592" cy="271456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0" name="Rectangle: Rounded Corners 459">
              <a:extLst>
                <a:ext uri="{FF2B5EF4-FFF2-40B4-BE49-F238E27FC236}">
                  <a16:creationId xmlns:a16="http://schemas.microsoft.com/office/drawing/2014/main" id="{4B60F07B-DFFE-2C0F-11CA-E05DE08A522D}"/>
                </a:ext>
              </a:extLst>
            </p:cNvPr>
            <p:cNvSpPr/>
            <p:nvPr/>
          </p:nvSpPr>
          <p:spPr>
            <a:xfrm>
              <a:off x="9597804" y="651510"/>
              <a:ext cx="295592" cy="271456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1" name="Rectangle: Rounded Corners 460">
              <a:extLst>
                <a:ext uri="{FF2B5EF4-FFF2-40B4-BE49-F238E27FC236}">
                  <a16:creationId xmlns:a16="http://schemas.microsoft.com/office/drawing/2014/main" id="{CB914BC1-A9B2-3088-8A98-119B86888B6F}"/>
                </a:ext>
              </a:extLst>
            </p:cNvPr>
            <p:cNvSpPr/>
            <p:nvPr/>
          </p:nvSpPr>
          <p:spPr>
            <a:xfrm>
              <a:off x="9597804" y="976377"/>
              <a:ext cx="295592" cy="271456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2" name="Rectangle: Rounded Corners 461">
              <a:extLst>
                <a:ext uri="{FF2B5EF4-FFF2-40B4-BE49-F238E27FC236}">
                  <a16:creationId xmlns:a16="http://schemas.microsoft.com/office/drawing/2014/main" id="{43E5F476-BC88-9D92-3449-AD59BCE2AC6F}"/>
                </a:ext>
              </a:extLst>
            </p:cNvPr>
            <p:cNvSpPr/>
            <p:nvPr/>
          </p:nvSpPr>
          <p:spPr>
            <a:xfrm>
              <a:off x="9156027" y="651510"/>
              <a:ext cx="295592" cy="271456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3" name="Rectangle: Rounded Corners 462">
              <a:extLst>
                <a:ext uri="{FF2B5EF4-FFF2-40B4-BE49-F238E27FC236}">
                  <a16:creationId xmlns:a16="http://schemas.microsoft.com/office/drawing/2014/main" id="{FC7B7B1E-82A5-9E96-F929-8BB2CED9080A}"/>
                </a:ext>
              </a:extLst>
            </p:cNvPr>
            <p:cNvSpPr/>
            <p:nvPr/>
          </p:nvSpPr>
          <p:spPr>
            <a:xfrm>
              <a:off x="9156027" y="976377"/>
              <a:ext cx="295592" cy="271456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4" name="Rectangle: Rounded Corners 463">
              <a:extLst>
                <a:ext uri="{FF2B5EF4-FFF2-40B4-BE49-F238E27FC236}">
                  <a16:creationId xmlns:a16="http://schemas.microsoft.com/office/drawing/2014/main" id="{6ADF579A-7A61-10B8-6A54-D0C75F258316}"/>
                </a:ext>
              </a:extLst>
            </p:cNvPr>
            <p:cNvSpPr/>
            <p:nvPr/>
          </p:nvSpPr>
          <p:spPr>
            <a:xfrm>
              <a:off x="8714249" y="651510"/>
              <a:ext cx="295592" cy="271456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5" name="Rectangle: Rounded Corners 464">
              <a:extLst>
                <a:ext uri="{FF2B5EF4-FFF2-40B4-BE49-F238E27FC236}">
                  <a16:creationId xmlns:a16="http://schemas.microsoft.com/office/drawing/2014/main" id="{DB01328F-594B-4C63-2BAA-18EDB3F448C5}"/>
                </a:ext>
              </a:extLst>
            </p:cNvPr>
            <p:cNvSpPr/>
            <p:nvPr/>
          </p:nvSpPr>
          <p:spPr>
            <a:xfrm>
              <a:off x="8714249" y="976377"/>
              <a:ext cx="295592" cy="271456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6" name="Rectangle: Rounded Corners 465">
              <a:extLst>
                <a:ext uri="{FF2B5EF4-FFF2-40B4-BE49-F238E27FC236}">
                  <a16:creationId xmlns:a16="http://schemas.microsoft.com/office/drawing/2014/main" id="{CD274F42-0318-99FD-455E-BCC175E6761B}"/>
                </a:ext>
              </a:extLst>
            </p:cNvPr>
            <p:cNvSpPr/>
            <p:nvPr/>
          </p:nvSpPr>
          <p:spPr>
            <a:xfrm>
              <a:off x="8272472" y="651510"/>
              <a:ext cx="295592" cy="271456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7" name="Rectangle: Rounded Corners 466">
              <a:extLst>
                <a:ext uri="{FF2B5EF4-FFF2-40B4-BE49-F238E27FC236}">
                  <a16:creationId xmlns:a16="http://schemas.microsoft.com/office/drawing/2014/main" id="{2A523240-EC36-D441-00D5-2290004BF2C4}"/>
                </a:ext>
              </a:extLst>
            </p:cNvPr>
            <p:cNvSpPr/>
            <p:nvPr/>
          </p:nvSpPr>
          <p:spPr>
            <a:xfrm>
              <a:off x="8272472" y="976377"/>
              <a:ext cx="295592" cy="271456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8" name="Rectangle: Rounded Corners 467">
              <a:extLst>
                <a:ext uri="{FF2B5EF4-FFF2-40B4-BE49-F238E27FC236}">
                  <a16:creationId xmlns:a16="http://schemas.microsoft.com/office/drawing/2014/main" id="{D10A80F1-463D-89F4-472E-DC3C7AC8A439}"/>
                </a:ext>
              </a:extLst>
            </p:cNvPr>
            <p:cNvSpPr/>
            <p:nvPr/>
          </p:nvSpPr>
          <p:spPr>
            <a:xfrm>
              <a:off x="7830695" y="651510"/>
              <a:ext cx="295592" cy="271456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9" name="Rectangle: Rounded Corners 468">
              <a:extLst>
                <a:ext uri="{FF2B5EF4-FFF2-40B4-BE49-F238E27FC236}">
                  <a16:creationId xmlns:a16="http://schemas.microsoft.com/office/drawing/2014/main" id="{20E54B1D-650A-4C59-D534-58327E712B85}"/>
                </a:ext>
              </a:extLst>
            </p:cNvPr>
            <p:cNvSpPr/>
            <p:nvPr/>
          </p:nvSpPr>
          <p:spPr>
            <a:xfrm>
              <a:off x="7830695" y="976377"/>
              <a:ext cx="295592" cy="271456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0" name="Rectangle: Rounded Corners 469">
              <a:extLst>
                <a:ext uri="{FF2B5EF4-FFF2-40B4-BE49-F238E27FC236}">
                  <a16:creationId xmlns:a16="http://schemas.microsoft.com/office/drawing/2014/main" id="{BEAE5B94-0BAB-80C0-D6D9-E66D26ADE0A3}"/>
                </a:ext>
              </a:extLst>
            </p:cNvPr>
            <p:cNvSpPr/>
            <p:nvPr/>
          </p:nvSpPr>
          <p:spPr>
            <a:xfrm>
              <a:off x="7388918" y="651510"/>
              <a:ext cx="295592" cy="271456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1" name="Rectangle: Rounded Corners 470">
              <a:extLst>
                <a:ext uri="{FF2B5EF4-FFF2-40B4-BE49-F238E27FC236}">
                  <a16:creationId xmlns:a16="http://schemas.microsoft.com/office/drawing/2014/main" id="{98ABC398-37DD-C6AA-C785-8B105DEDB5E4}"/>
                </a:ext>
              </a:extLst>
            </p:cNvPr>
            <p:cNvSpPr/>
            <p:nvPr/>
          </p:nvSpPr>
          <p:spPr>
            <a:xfrm>
              <a:off x="7388918" y="976377"/>
              <a:ext cx="295592" cy="271456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2" name="Rectangle: Rounded Corners 471">
              <a:extLst>
                <a:ext uri="{FF2B5EF4-FFF2-40B4-BE49-F238E27FC236}">
                  <a16:creationId xmlns:a16="http://schemas.microsoft.com/office/drawing/2014/main" id="{BE0FA906-72F6-7BEE-11F1-2E68366EC25E}"/>
                </a:ext>
              </a:extLst>
            </p:cNvPr>
            <p:cNvSpPr/>
            <p:nvPr/>
          </p:nvSpPr>
          <p:spPr>
            <a:xfrm>
              <a:off x="6947140" y="651510"/>
              <a:ext cx="295592" cy="271456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3" name="Rectangle: Rounded Corners 472">
              <a:extLst>
                <a:ext uri="{FF2B5EF4-FFF2-40B4-BE49-F238E27FC236}">
                  <a16:creationId xmlns:a16="http://schemas.microsoft.com/office/drawing/2014/main" id="{2B7DB2D2-43C8-B34F-B1C6-8580F9023040}"/>
                </a:ext>
              </a:extLst>
            </p:cNvPr>
            <p:cNvSpPr/>
            <p:nvPr/>
          </p:nvSpPr>
          <p:spPr>
            <a:xfrm>
              <a:off x="6947140" y="976377"/>
              <a:ext cx="295592" cy="271456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4" name="Rectangle: Rounded Corners 473">
              <a:extLst>
                <a:ext uri="{FF2B5EF4-FFF2-40B4-BE49-F238E27FC236}">
                  <a16:creationId xmlns:a16="http://schemas.microsoft.com/office/drawing/2014/main" id="{232F4274-D76C-1A5F-D424-A1C780E3845B}"/>
                </a:ext>
              </a:extLst>
            </p:cNvPr>
            <p:cNvSpPr/>
            <p:nvPr/>
          </p:nvSpPr>
          <p:spPr>
            <a:xfrm>
              <a:off x="6505363" y="651510"/>
              <a:ext cx="295592" cy="271456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5" name="Rectangle: Rounded Corners 474">
              <a:extLst>
                <a:ext uri="{FF2B5EF4-FFF2-40B4-BE49-F238E27FC236}">
                  <a16:creationId xmlns:a16="http://schemas.microsoft.com/office/drawing/2014/main" id="{50492626-A22F-A187-8156-28E79DA76954}"/>
                </a:ext>
              </a:extLst>
            </p:cNvPr>
            <p:cNvSpPr/>
            <p:nvPr/>
          </p:nvSpPr>
          <p:spPr>
            <a:xfrm>
              <a:off x="6505363" y="976377"/>
              <a:ext cx="295592" cy="271456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6" name="Rectangle: Rounded Corners 475">
              <a:extLst>
                <a:ext uri="{FF2B5EF4-FFF2-40B4-BE49-F238E27FC236}">
                  <a16:creationId xmlns:a16="http://schemas.microsoft.com/office/drawing/2014/main" id="{4E6C2E36-A4B4-464D-6469-454757A1336A}"/>
                </a:ext>
              </a:extLst>
            </p:cNvPr>
            <p:cNvSpPr/>
            <p:nvPr/>
          </p:nvSpPr>
          <p:spPr>
            <a:xfrm>
              <a:off x="6063586" y="651510"/>
              <a:ext cx="295592" cy="271456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7" name="Rectangle: Rounded Corners 476">
              <a:extLst>
                <a:ext uri="{FF2B5EF4-FFF2-40B4-BE49-F238E27FC236}">
                  <a16:creationId xmlns:a16="http://schemas.microsoft.com/office/drawing/2014/main" id="{85626657-8D61-5223-706C-AF4B8DF7959E}"/>
                </a:ext>
              </a:extLst>
            </p:cNvPr>
            <p:cNvSpPr/>
            <p:nvPr/>
          </p:nvSpPr>
          <p:spPr>
            <a:xfrm>
              <a:off x="6063586" y="976377"/>
              <a:ext cx="295592" cy="271456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8" name="Rectangle: Rounded Corners 477">
              <a:extLst>
                <a:ext uri="{FF2B5EF4-FFF2-40B4-BE49-F238E27FC236}">
                  <a16:creationId xmlns:a16="http://schemas.microsoft.com/office/drawing/2014/main" id="{B034A39B-48DC-3080-69E6-CF7AA68F2D96}"/>
                </a:ext>
              </a:extLst>
            </p:cNvPr>
            <p:cNvSpPr/>
            <p:nvPr/>
          </p:nvSpPr>
          <p:spPr>
            <a:xfrm>
              <a:off x="5621809" y="651510"/>
              <a:ext cx="295592" cy="271456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9" name="Rectangle: Rounded Corners 478">
              <a:extLst>
                <a:ext uri="{FF2B5EF4-FFF2-40B4-BE49-F238E27FC236}">
                  <a16:creationId xmlns:a16="http://schemas.microsoft.com/office/drawing/2014/main" id="{1682E3B0-285E-7ABC-F04B-3F6CBB62C8F0}"/>
                </a:ext>
              </a:extLst>
            </p:cNvPr>
            <p:cNvSpPr/>
            <p:nvPr/>
          </p:nvSpPr>
          <p:spPr>
            <a:xfrm>
              <a:off x="5621809" y="976377"/>
              <a:ext cx="295592" cy="271456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0" name="Rectangle: Rounded Corners 479">
              <a:extLst>
                <a:ext uri="{FF2B5EF4-FFF2-40B4-BE49-F238E27FC236}">
                  <a16:creationId xmlns:a16="http://schemas.microsoft.com/office/drawing/2014/main" id="{60C3E7C1-B1D3-966D-3A06-B4AE0591E73D}"/>
                </a:ext>
              </a:extLst>
            </p:cNvPr>
            <p:cNvSpPr/>
            <p:nvPr/>
          </p:nvSpPr>
          <p:spPr>
            <a:xfrm>
              <a:off x="5180031" y="651510"/>
              <a:ext cx="295592" cy="271456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1" name="Rectangle: Rounded Corners 480">
              <a:extLst>
                <a:ext uri="{FF2B5EF4-FFF2-40B4-BE49-F238E27FC236}">
                  <a16:creationId xmlns:a16="http://schemas.microsoft.com/office/drawing/2014/main" id="{3E3A6ED3-B5BA-2B16-5992-ECFA56DA1117}"/>
                </a:ext>
              </a:extLst>
            </p:cNvPr>
            <p:cNvSpPr/>
            <p:nvPr/>
          </p:nvSpPr>
          <p:spPr>
            <a:xfrm>
              <a:off x="5180031" y="976377"/>
              <a:ext cx="295592" cy="271456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2" name="Rectangle: Rounded Corners 481">
              <a:extLst>
                <a:ext uri="{FF2B5EF4-FFF2-40B4-BE49-F238E27FC236}">
                  <a16:creationId xmlns:a16="http://schemas.microsoft.com/office/drawing/2014/main" id="{AA3F3795-59A9-EDD9-4DFB-4A0866C5FE47}"/>
                </a:ext>
              </a:extLst>
            </p:cNvPr>
            <p:cNvSpPr/>
            <p:nvPr/>
          </p:nvSpPr>
          <p:spPr>
            <a:xfrm>
              <a:off x="4738254" y="651510"/>
              <a:ext cx="295592" cy="271456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3" name="Rectangle: Rounded Corners 482">
              <a:extLst>
                <a:ext uri="{FF2B5EF4-FFF2-40B4-BE49-F238E27FC236}">
                  <a16:creationId xmlns:a16="http://schemas.microsoft.com/office/drawing/2014/main" id="{26F26C0A-9F85-1BC4-EB70-48946F1DF31A}"/>
                </a:ext>
              </a:extLst>
            </p:cNvPr>
            <p:cNvSpPr/>
            <p:nvPr/>
          </p:nvSpPr>
          <p:spPr>
            <a:xfrm>
              <a:off x="4738254" y="976377"/>
              <a:ext cx="295592" cy="271456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84" name="Group 483">
            <a:extLst>
              <a:ext uri="{FF2B5EF4-FFF2-40B4-BE49-F238E27FC236}">
                <a16:creationId xmlns:a16="http://schemas.microsoft.com/office/drawing/2014/main" id="{B2A4347F-A3A6-5DDA-B8B9-F54FFA94C498}"/>
              </a:ext>
            </a:extLst>
          </p:cNvPr>
          <p:cNvGrpSpPr/>
          <p:nvPr/>
        </p:nvGrpSpPr>
        <p:grpSpPr>
          <a:xfrm>
            <a:off x="5566410" y="1651636"/>
            <a:ext cx="5983605" cy="350519"/>
            <a:chOff x="4738254" y="651510"/>
            <a:chExt cx="6922251" cy="596323"/>
          </a:xfrm>
        </p:grpSpPr>
        <p:sp>
          <p:nvSpPr>
            <p:cNvPr id="485" name="Rectangle: Rounded Corners 484">
              <a:extLst>
                <a:ext uri="{FF2B5EF4-FFF2-40B4-BE49-F238E27FC236}">
                  <a16:creationId xmlns:a16="http://schemas.microsoft.com/office/drawing/2014/main" id="{5680757D-B694-2436-6403-E17CAA0346D1}"/>
                </a:ext>
              </a:extLst>
            </p:cNvPr>
            <p:cNvSpPr/>
            <p:nvPr/>
          </p:nvSpPr>
          <p:spPr>
            <a:xfrm>
              <a:off x="11364913" y="651510"/>
              <a:ext cx="295592" cy="271456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6" name="Rectangle: Rounded Corners 485">
              <a:extLst>
                <a:ext uri="{FF2B5EF4-FFF2-40B4-BE49-F238E27FC236}">
                  <a16:creationId xmlns:a16="http://schemas.microsoft.com/office/drawing/2014/main" id="{F5547363-FD29-5E3E-0E2F-15A0C6C708E9}"/>
                </a:ext>
              </a:extLst>
            </p:cNvPr>
            <p:cNvSpPr/>
            <p:nvPr/>
          </p:nvSpPr>
          <p:spPr>
            <a:xfrm>
              <a:off x="11364913" y="976377"/>
              <a:ext cx="295592" cy="271456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7" name="Rectangle: Rounded Corners 486">
              <a:extLst>
                <a:ext uri="{FF2B5EF4-FFF2-40B4-BE49-F238E27FC236}">
                  <a16:creationId xmlns:a16="http://schemas.microsoft.com/office/drawing/2014/main" id="{62011A51-9F2A-1483-7039-46393670C0B6}"/>
                </a:ext>
              </a:extLst>
            </p:cNvPr>
            <p:cNvSpPr/>
            <p:nvPr/>
          </p:nvSpPr>
          <p:spPr>
            <a:xfrm>
              <a:off x="10923136" y="651510"/>
              <a:ext cx="295592" cy="271456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8" name="Rectangle: Rounded Corners 487">
              <a:extLst>
                <a:ext uri="{FF2B5EF4-FFF2-40B4-BE49-F238E27FC236}">
                  <a16:creationId xmlns:a16="http://schemas.microsoft.com/office/drawing/2014/main" id="{B639A0D7-D7DE-1071-2830-54A756EF8199}"/>
                </a:ext>
              </a:extLst>
            </p:cNvPr>
            <p:cNvSpPr/>
            <p:nvPr/>
          </p:nvSpPr>
          <p:spPr>
            <a:xfrm>
              <a:off x="10923136" y="976377"/>
              <a:ext cx="295592" cy="271456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9" name="Rectangle: Rounded Corners 488">
              <a:extLst>
                <a:ext uri="{FF2B5EF4-FFF2-40B4-BE49-F238E27FC236}">
                  <a16:creationId xmlns:a16="http://schemas.microsoft.com/office/drawing/2014/main" id="{7CD76ABC-70F7-740E-6617-267F51CF2B75}"/>
                </a:ext>
              </a:extLst>
            </p:cNvPr>
            <p:cNvSpPr/>
            <p:nvPr/>
          </p:nvSpPr>
          <p:spPr>
            <a:xfrm>
              <a:off x="10481358" y="651510"/>
              <a:ext cx="295592" cy="271456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0" name="Rectangle: Rounded Corners 489">
              <a:extLst>
                <a:ext uri="{FF2B5EF4-FFF2-40B4-BE49-F238E27FC236}">
                  <a16:creationId xmlns:a16="http://schemas.microsoft.com/office/drawing/2014/main" id="{05C65436-9AF2-FC10-757B-208D7307FB46}"/>
                </a:ext>
              </a:extLst>
            </p:cNvPr>
            <p:cNvSpPr/>
            <p:nvPr/>
          </p:nvSpPr>
          <p:spPr>
            <a:xfrm>
              <a:off x="10481358" y="976377"/>
              <a:ext cx="295592" cy="271456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1" name="Rectangle: Rounded Corners 490">
              <a:extLst>
                <a:ext uri="{FF2B5EF4-FFF2-40B4-BE49-F238E27FC236}">
                  <a16:creationId xmlns:a16="http://schemas.microsoft.com/office/drawing/2014/main" id="{CD286A25-5D03-C0FA-3B03-6F5509878F5A}"/>
                </a:ext>
              </a:extLst>
            </p:cNvPr>
            <p:cNvSpPr/>
            <p:nvPr/>
          </p:nvSpPr>
          <p:spPr>
            <a:xfrm>
              <a:off x="10039581" y="651510"/>
              <a:ext cx="295592" cy="271456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2" name="Rectangle: Rounded Corners 491">
              <a:extLst>
                <a:ext uri="{FF2B5EF4-FFF2-40B4-BE49-F238E27FC236}">
                  <a16:creationId xmlns:a16="http://schemas.microsoft.com/office/drawing/2014/main" id="{23E34AA6-8F3D-F15C-64EB-E6C56A8808D1}"/>
                </a:ext>
              </a:extLst>
            </p:cNvPr>
            <p:cNvSpPr/>
            <p:nvPr/>
          </p:nvSpPr>
          <p:spPr>
            <a:xfrm>
              <a:off x="10039581" y="976377"/>
              <a:ext cx="295592" cy="271456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3" name="Rectangle: Rounded Corners 492">
              <a:extLst>
                <a:ext uri="{FF2B5EF4-FFF2-40B4-BE49-F238E27FC236}">
                  <a16:creationId xmlns:a16="http://schemas.microsoft.com/office/drawing/2014/main" id="{46904331-B318-2BBB-A72F-E8FD006F1368}"/>
                </a:ext>
              </a:extLst>
            </p:cNvPr>
            <p:cNvSpPr/>
            <p:nvPr/>
          </p:nvSpPr>
          <p:spPr>
            <a:xfrm>
              <a:off x="9597804" y="651510"/>
              <a:ext cx="295592" cy="271456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4" name="Rectangle: Rounded Corners 493">
              <a:extLst>
                <a:ext uri="{FF2B5EF4-FFF2-40B4-BE49-F238E27FC236}">
                  <a16:creationId xmlns:a16="http://schemas.microsoft.com/office/drawing/2014/main" id="{95435D79-9354-6107-1E41-B4AC4ED17255}"/>
                </a:ext>
              </a:extLst>
            </p:cNvPr>
            <p:cNvSpPr/>
            <p:nvPr/>
          </p:nvSpPr>
          <p:spPr>
            <a:xfrm>
              <a:off x="9597804" y="976377"/>
              <a:ext cx="295592" cy="271456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5" name="Rectangle: Rounded Corners 494">
              <a:extLst>
                <a:ext uri="{FF2B5EF4-FFF2-40B4-BE49-F238E27FC236}">
                  <a16:creationId xmlns:a16="http://schemas.microsoft.com/office/drawing/2014/main" id="{3AEDCCB6-D104-889B-650B-DB0C8A6FCBD4}"/>
                </a:ext>
              </a:extLst>
            </p:cNvPr>
            <p:cNvSpPr/>
            <p:nvPr/>
          </p:nvSpPr>
          <p:spPr>
            <a:xfrm>
              <a:off x="9156027" y="651510"/>
              <a:ext cx="295592" cy="271456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6" name="Rectangle: Rounded Corners 495">
              <a:extLst>
                <a:ext uri="{FF2B5EF4-FFF2-40B4-BE49-F238E27FC236}">
                  <a16:creationId xmlns:a16="http://schemas.microsoft.com/office/drawing/2014/main" id="{18120519-1564-BC95-59A7-14749D2F4BB0}"/>
                </a:ext>
              </a:extLst>
            </p:cNvPr>
            <p:cNvSpPr/>
            <p:nvPr/>
          </p:nvSpPr>
          <p:spPr>
            <a:xfrm>
              <a:off x="9156027" y="976377"/>
              <a:ext cx="295592" cy="271456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7" name="Rectangle: Rounded Corners 496">
              <a:extLst>
                <a:ext uri="{FF2B5EF4-FFF2-40B4-BE49-F238E27FC236}">
                  <a16:creationId xmlns:a16="http://schemas.microsoft.com/office/drawing/2014/main" id="{C8F82954-38F3-0677-5B48-7C1FB8198894}"/>
                </a:ext>
              </a:extLst>
            </p:cNvPr>
            <p:cNvSpPr/>
            <p:nvPr/>
          </p:nvSpPr>
          <p:spPr>
            <a:xfrm>
              <a:off x="8714249" y="651510"/>
              <a:ext cx="295592" cy="271456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8" name="Rectangle: Rounded Corners 497">
              <a:extLst>
                <a:ext uri="{FF2B5EF4-FFF2-40B4-BE49-F238E27FC236}">
                  <a16:creationId xmlns:a16="http://schemas.microsoft.com/office/drawing/2014/main" id="{358E40FF-2CFC-DEB1-778B-1529A3805064}"/>
                </a:ext>
              </a:extLst>
            </p:cNvPr>
            <p:cNvSpPr/>
            <p:nvPr/>
          </p:nvSpPr>
          <p:spPr>
            <a:xfrm>
              <a:off x="8714249" y="976377"/>
              <a:ext cx="295592" cy="271456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9" name="Rectangle: Rounded Corners 498">
              <a:extLst>
                <a:ext uri="{FF2B5EF4-FFF2-40B4-BE49-F238E27FC236}">
                  <a16:creationId xmlns:a16="http://schemas.microsoft.com/office/drawing/2014/main" id="{231E1DBE-D1AD-6399-6F64-A499071A91BE}"/>
                </a:ext>
              </a:extLst>
            </p:cNvPr>
            <p:cNvSpPr/>
            <p:nvPr/>
          </p:nvSpPr>
          <p:spPr>
            <a:xfrm>
              <a:off x="8272472" y="651510"/>
              <a:ext cx="295592" cy="271456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0" name="Rectangle: Rounded Corners 499">
              <a:extLst>
                <a:ext uri="{FF2B5EF4-FFF2-40B4-BE49-F238E27FC236}">
                  <a16:creationId xmlns:a16="http://schemas.microsoft.com/office/drawing/2014/main" id="{9B54E5B7-DAA7-4DF9-5A1F-4807F9D70C19}"/>
                </a:ext>
              </a:extLst>
            </p:cNvPr>
            <p:cNvSpPr/>
            <p:nvPr/>
          </p:nvSpPr>
          <p:spPr>
            <a:xfrm>
              <a:off x="8272472" y="976377"/>
              <a:ext cx="295592" cy="271456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1" name="Rectangle: Rounded Corners 500">
              <a:extLst>
                <a:ext uri="{FF2B5EF4-FFF2-40B4-BE49-F238E27FC236}">
                  <a16:creationId xmlns:a16="http://schemas.microsoft.com/office/drawing/2014/main" id="{14ACB83D-B991-3AA1-9B6C-97C351625437}"/>
                </a:ext>
              </a:extLst>
            </p:cNvPr>
            <p:cNvSpPr/>
            <p:nvPr/>
          </p:nvSpPr>
          <p:spPr>
            <a:xfrm>
              <a:off x="7830695" y="651510"/>
              <a:ext cx="295592" cy="271456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2" name="Rectangle: Rounded Corners 501">
              <a:extLst>
                <a:ext uri="{FF2B5EF4-FFF2-40B4-BE49-F238E27FC236}">
                  <a16:creationId xmlns:a16="http://schemas.microsoft.com/office/drawing/2014/main" id="{ABF8740B-1C96-BC02-7EFD-C0F5EB3ECC28}"/>
                </a:ext>
              </a:extLst>
            </p:cNvPr>
            <p:cNvSpPr/>
            <p:nvPr/>
          </p:nvSpPr>
          <p:spPr>
            <a:xfrm>
              <a:off x="7830695" y="976377"/>
              <a:ext cx="295592" cy="271456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3" name="Rectangle: Rounded Corners 502">
              <a:extLst>
                <a:ext uri="{FF2B5EF4-FFF2-40B4-BE49-F238E27FC236}">
                  <a16:creationId xmlns:a16="http://schemas.microsoft.com/office/drawing/2014/main" id="{C2527FB3-D768-3A30-4F1A-6BD0830550FA}"/>
                </a:ext>
              </a:extLst>
            </p:cNvPr>
            <p:cNvSpPr/>
            <p:nvPr/>
          </p:nvSpPr>
          <p:spPr>
            <a:xfrm>
              <a:off x="7388918" y="651510"/>
              <a:ext cx="295592" cy="271456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4" name="Rectangle: Rounded Corners 503">
              <a:extLst>
                <a:ext uri="{FF2B5EF4-FFF2-40B4-BE49-F238E27FC236}">
                  <a16:creationId xmlns:a16="http://schemas.microsoft.com/office/drawing/2014/main" id="{BB05CD3F-F58C-A664-78C8-C0493E777E52}"/>
                </a:ext>
              </a:extLst>
            </p:cNvPr>
            <p:cNvSpPr/>
            <p:nvPr/>
          </p:nvSpPr>
          <p:spPr>
            <a:xfrm>
              <a:off x="7388918" y="976377"/>
              <a:ext cx="295592" cy="271456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5" name="Rectangle: Rounded Corners 504">
              <a:extLst>
                <a:ext uri="{FF2B5EF4-FFF2-40B4-BE49-F238E27FC236}">
                  <a16:creationId xmlns:a16="http://schemas.microsoft.com/office/drawing/2014/main" id="{A2C5387D-1E9D-230B-DE01-E7710BE25732}"/>
                </a:ext>
              </a:extLst>
            </p:cNvPr>
            <p:cNvSpPr/>
            <p:nvPr/>
          </p:nvSpPr>
          <p:spPr>
            <a:xfrm>
              <a:off x="6947140" y="651510"/>
              <a:ext cx="295592" cy="271456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6" name="Rectangle: Rounded Corners 505">
              <a:extLst>
                <a:ext uri="{FF2B5EF4-FFF2-40B4-BE49-F238E27FC236}">
                  <a16:creationId xmlns:a16="http://schemas.microsoft.com/office/drawing/2014/main" id="{9D1EB3AF-C7AE-B6B4-5273-5C7AF892DB83}"/>
                </a:ext>
              </a:extLst>
            </p:cNvPr>
            <p:cNvSpPr/>
            <p:nvPr/>
          </p:nvSpPr>
          <p:spPr>
            <a:xfrm>
              <a:off x="6947140" y="976377"/>
              <a:ext cx="295592" cy="271456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7" name="Rectangle: Rounded Corners 506">
              <a:extLst>
                <a:ext uri="{FF2B5EF4-FFF2-40B4-BE49-F238E27FC236}">
                  <a16:creationId xmlns:a16="http://schemas.microsoft.com/office/drawing/2014/main" id="{1ABB4B79-C95B-AD48-231A-5727F6037FCB}"/>
                </a:ext>
              </a:extLst>
            </p:cNvPr>
            <p:cNvSpPr/>
            <p:nvPr/>
          </p:nvSpPr>
          <p:spPr>
            <a:xfrm>
              <a:off x="6505363" y="651510"/>
              <a:ext cx="295592" cy="271456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8" name="Rectangle: Rounded Corners 507">
              <a:extLst>
                <a:ext uri="{FF2B5EF4-FFF2-40B4-BE49-F238E27FC236}">
                  <a16:creationId xmlns:a16="http://schemas.microsoft.com/office/drawing/2014/main" id="{5CF7B7EC-32A0-7DDD-64F9-67B8175EF6E5}"/>
                </a:ext>
              </a:extLst>
            </p:cNvPr>
            <p:cNvSpPr/>
            <p:nvPr/>
          </p:nvSpPr>
          <p:spPr>
            <a:xfrm>
              <a:off x="6505363" y="976377"/>
              <a:ext cx="295592" cy="271456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9" name="Rectangle: Rounded Corners 508">
              <a:extLst>
                <a:ext uri="{FF2B5EF4-FFF2-40B4-BE49-F238E27FC236}">
                  <a16:creationId xmlns:a16="http://schemas.microsoft.com/office/drawing/2014/main" id="{35E6757B-A28F-3957-88C1-A94EAA56F9E0}"/>
                </a:ext>
              </a:extLst>
            </p:cNvPr>
            <p:cNvSpPr/>
            <p:nvPr/>
          </p:nvSpPr>
          <p:spPr>
            <a:xfrm>
              <a:off x="6063586" y="651510"/>
              <a:ext cx="295592" cy="271456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0" name="Rectangle: Rounded Corners 509">
              <a:extLst>
                <a:ext uri="{FF2B5EF4-FFF2-40B4-BE49-F238E27FC236}">
                  <a16:creationId xmlns:a16="http://schemas.microsoft.com/office/drawing/2014/main" id="{9FB24E73-B646-351F-E52F-86FCF69BB57E}"/>
                </a:ext>
              </a:extLst>
            </p:cNvPr>
            <p:cNvSpPr/>
            <p:nvPr/>
          </p:nvSpPr>
          <p:spPr>
            <a:xfrm>
              <a:off x="6063586" y="976377"/>
              <a:ext cx="295592" cy="271456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1" name="Rectangle: Rounded Corners 510">
              <a:extLst>
                <a:ext uri="{FF2B5EF4-FFF2-40B4-BE49-F238E27FC236}">
                  <a16:creationId xmlns:a16="http://schemas.microsoft.com/office/drawing/2014/main" id="{BC0A0489-482E-53D9-2DED-30E10542309E}"/>
                </a:ext>
              </a:extLst>
            </p:cNvPr>
            <p:cNvSpPr/>
            <p:nvPr/>
          </p:nvSpPr>
          <p:spPr>
            <a:xfrm>
              <a:off x="5621809" y="651510"/>
              <a:ext cx="295592" cy="271456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2" name="Rectangle: Rounded Corners 511">
              <a:extLst>
                <a:ext uri="{FF2B5EF4-FFF2-40B4-BE49-F238E27FC236}">
                  <a16:creationId xmlns:a16="http://schemas.microsoft.com/office/drawing/2014/main" id="{1B65C2F3-3E7C-2178-8608-EC5A93580263}"/>
                </a:ext>
              </a:extLst>
            </p:cNvPr>
            <p:cNvSpPr/>
            <p:nvPr/>
          </p:nvSpPr>
          <p:spPr>
            <a:xfrm>
              <a:off x="5621809" y="976377"/>
              <a:ext cx="295592" cy="271456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3" name="Rectangle: Rounded Corners 512">
              <a:extLst>
                <a:ext uri="{FF2B5EF4-FFF2-40B4-BE49-F238E27FC236}">
                  <a16:creationId xmlns:a16="http://schemas.microsoft.com/office/drawing/2014/main" id="{9841E235-AB11-AED5-CBF0-DB3D2F5F0678}"/>
                </a:ext>
              </a:extLst>
            </p:cNvPr>
            <p:cNvSpPr/>
            <p:nvPr/>
          </p:nvSpPr>
          <p:spPr>
            <a:xfrm>
              <a:off x="5180031" y="651510"/>
              <a:ext cx="295592" cy="271456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4" name="Rectangle: Rounded Corners 513">
              <a:extLst>
                <a:ext uri="{FF2B5EF4-FFF2-40B4-BE49-F238E27FC236}">
                  <a16:creationId xmlns:a16="http://schemas.microsoft.com/office/drawing/2014/main" id="{B49FECA7-9CAF-2AFA-7B18-493DE5C5BFEE}"/>
                </a:ext>
              </a:extLst>
            </p:cNvPr>
            <p:cNvSpPr/>
            <p:nvPr/>
          </p:nvSpPr>
          <p:spPr>
            <a:xfrm>
              <a:off x="5180031" y="976377"/>
              <a:ext cx="295592" cy="271456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5" name="Rectangle: Rounded Corners 514">
              <a:extLst>
                <a:ext uri="{FF2B5EF4-FFF2-40B4-BE49-F238E27FC236}">
                  <a16:creationId xmlns:a16="http://schemas.microsoft.com/office/drawing/2014/main" id="{E1C99C33-3FFD-3596-D247-12FF32009D1D}"/>
                </a:ext>
              </a:extLst>
            </p:cNvPr>
            <p:cNvSpPr/>
            <p:nvPr/>
          </p:nvSpPr>
          <p:spPr>
            <a:xfrm>
              <a:off x="4738254" y="651510"/>
              <a:ext cx="295592" cy="271456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6" name="Rectangle: Rounded Corners 515">
              <a:extLst>
                <a:ext uri="{FF2B5EF4-FFF2-40B4-BE49-F238E27FC236}">
                  <a16:creationId xmlns:a16="http://schemas.microsoft.com/office/drawing/2014/main" id="{B44990C1-FF69-BC83-4394-97B61C6A7AE1}"/>
                </a:ext>
              </a:extLst>
            </p:cNvPr>
            <p:cNvSpPr/>
            <p:nvPr/>
          </p:nvSpPr>
          <p:spPr>
            <a:xfrm>
              <a:off x="4738254" y="976377"/>
              <a:ext cx="295592" cy="271456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517" name="Group 516">
            <a:extLst>
              <a:ext uri="{FF2B5EF4-FFF2-40B4-BE49-F238E27FC236}">
                <a16:creationId xmlns:a16="http://schemas.microsoft.com/office/drawing/2014/main" id="{5C06D41B-A23D-44DC-D5CC-A742A0E6F7E7}"/>
              </a:ext>
            </a:extLst>
          </p:cNvPr>
          <p:cNvGrpSpPr/>
          <p:nvPr/>
        </p:nvGrpSpPr>
        <p:grpSpPr>
          <a:xfrm>
            <a:off x="5566410" y="3204211"/>
            <a:ext cx="5983605" cy="350519"/>
            <a:chOff x="4738254" y="651510"/>
            <a:chExt cx="6922251" cy="596323"/>
          </a:xfrm>
        </p:grpSpPr>
        <p:sp>
          <p:nvSpPr>
            <p:cNvPr id="518" name="Rectangle: Rounded Corners 517">
              <a:extLst>
                <a:ext uri="{FF2B5EF4-FFF2-40B4-BE49-F238E27FC236}">
                  <a16:creationId xmlns:a16="http://schemas.microsoft.com/office/drawing/2014/main" id="{AB2685F0-18B7-AED4-FB9D-5F955DA6D436}"/>
                </a:ext>
              </a:extLst>
            </p:cNvPr>
            <p:cNvSpPr/>
            <p:nvPr/>
          </p:nvSpPr>
          <p:spPr>
            <a:xfrm>
              <a:off x="11364913" y="651510"/>
              <a:ext cx="295592" cy="271456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9" name="Rectangle: Rounded Corners 518">
              <a:extLst>
                <a:ext uri="{FF2B5EF4-FFF2-40B4-BE49-F238E27FC236}">
                  <a16:creationId xmlns:a16="http://schemas.microsoft.com/office/drawing/2014/main" id="{E03551FA-65C9-EF03-32D7-09937A9E1007}"/>
                </a:ext>
              </a:extLst>
            </p:cNvPr>
            <p:cNvSpPr/>
            <p:nvPr/>
          </p:nvSpPr>
          <p:spPr>
            <a:xfrm>
              <a:off x="11364913" y="976377"/>
              <a:ext cx="295592" cy="271456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0" name="Rectangle: Rounded Corners 519">
              <a:extLst>
                <a:ext uri="{FF2B5EF4-FFF2-40B4-BE49-F238E27FC236}">
                  <a16:creationId xmlns:a16="http://schemas.microsoft.com/office/drawing/2014/main" id="{94D07CD5-15F4-5135-72A8-A9CF733B1C95}"/>
                </a:ext>
              </a:extLst>
            </p:cNvPr>
            <p:cNvSpPr/>
            <p:nvPr/>
          </p:nvSpPr>
          <p:spPr>
            <a:xfrm>
              <a:off x="10923136" y="651510"/>
              <a:ext cx="295592" cy="271456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1" name="Rectangle: Rounded Corners 520">
              <a:extLst>
                <a:ext uri="{FF2B5EF4-FFF2-40B4-BE49-F238E27FC236}">
                  <a16:creationId xmlns:a16="http://schemas.microsoft.com/office/drawing/2014/main" id="{9E495DB5-B86C-6A8B-7B3E-5F5115E63D02}"/>
                </a:ext>
              </a:extLst>
            </p:cNvPr>
            <p:cNvSpPr/>
            <p:nvPr/>
          </p:nvSpPr>
          <p:spPr>
            <a:xfrm>
              <a:off x="10923136" y="976377"/>
              <a:ext cx="295592" cy="271456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2" name="Rectangle: Rounded Corners 521">
              <a:extLst>
                <a:ext uri="{FF2B5EF4-FFF2-40B4-BE49-F238E27FC236}">
                  <a16:creationId xmlns:a16="http://schemas.microsoft.com/office/drawing/2014/main" id="{35154973-B4F8-C648-A405-00CCD28B5B4E}"/>
                </a:ext>
              </a:extLst>
            </p:cNvPr>
            <p:cNvSpPr/>
            <p:nvPr/>
          </p:nvSpPr>
          <p:spPr>
            <a:xfrm>
              <a:off x="10481358" y="651510"/>
              <a:ext cx="295592" cy="271456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3" name="Rectangle: Rounded Corners 522">
              <a:extLst>
                <a:ext uri="{FF2B5EF4-FFF2-40B4-BE49-F238E27FC236}">
                  <a16:creationId xmlns:a16="http://schemas.microsoft.com/office/drawing/2014/main" id="{83D45E7A-A2D2-7573-68BB-F9D26599ACDB}"/>
                </a:ext>
              </a:extLst>
            </p:cNvPr>
            <p:cNvSpPr/>
            <p:nvPr/>
          </p:nvSpPr>
          <p:spPr>
            <a:xfrm>
              <a:off x="10481358" y="976377"/>
              <a:ext cx="295592" cy="271456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4" name="Rectangle: Rounded Corners 523">
              <a:extLst>
                <a:ext uri="{FF2B5EF4-FFF2-40B4-BE49-F238E27FC236}">
                  <a16:creationId xmlns:a16="http://schemas.microsoft.com/office/drawing/2014/main" id="{1ADB1085-DD00-0831-F7FB-A36705BF11BA}"/>
                </a:ext>
              </a:extLst>
            </p:cNvPr>
            <p:cNvSpPr/>
            <p:nvPr/>
          </p:nvSpPr>
          <p:spPr>
            <a:xfrm>
              <a:off x="10039581" y="651510"/>
              <a:ext cx="295592" cy="271456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5" name="Rectangle: Rounded Corners 524">
              <a:extLst>
                <a:ext uri="{FF2B5EF4-FFF2-40B4-BE49-F238E27FC236}">
                  <a16:creationId xmlns:a16="http://schemas.microsoft.com/office/drawing/2014/main" id="{2D3062AF-CCAE-39BA-6EDF-F38B138C0D00}"/>
                </a:ext>
              </a:extLst>
            </p:cNvPr>
            <p:cNvSpPr/>
            <p:nvPr/>
          </p:nvSpPr>
          <p:spPr>
            <a:xfrm>
              <a:off x="10039581" y="976377"/>
              <a:ext cx="295592" cy="271456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6" name="Rectangle: Rounded Corners 525">
              <a:extLst>
                <a:ext uri="{FF2B5EF4-FFF2-40B4-BE49-F238E27FC236}">
                  <a16:creationId xmlns:a16="http://schemas.microsoft.com/office/drawing/2014/main" id="{D2F6FD1E-D91B-C87F-8FCE-B2991F82FB6E}"/>
                </a:ext>
              </a:extLst>
            </p:cNvPr>
            <p:cNvSpPr/>
            <p:nvPr/>
          </p:nvSpPr>
          <p:spPr>
            <a:xfrm>
              <a:off x="9597804" y="651510"/>
              <a:ext cx="295592" cy="271456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7" name="Rectangle: Rounded Corners 526">
              <a:extLst>
                <a:ext uri="{FF2B5EF4-FFF2-40B4-BE49-F238E27FC236}">
                  <a16:creationId xmlns:a16="http://schemas.microsoft.com/office/drawing/2014/main" id="{BA373B90-1A88-2F7B-8EAC-0CEDEB0AE16C}"/>
                </a:ext>
              </a:extLst>
            </p:cNvPr>
            <p:cNvSpPr/>
            <p:nvPr/>
          </p:nvSpPr>
          <p:spPr>
            <a:xfrm>
              <a:off x="9597804" y="976377"/>
              <a:ext cx="295592" cy="271456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8" name="Rectangle: Rounded Corners 527">
              <a:extLst>
                <a:ext uri="{FF2B5EF4-FFF2-40B4-BE49-F238E27FC236}">
                  <a16:creationId xmlns:a16="http://schemas.microsoft.com/office/drawing/2014/main" id="{E913C8B2-54CC-FB37-A9FC-9DAFED187407}"/>
                </a:ext>
              </a:extLst>
            </p:cNvPr>
            <p:cNvSpPr/>
            <p:nvPr/>
          </p:nvSpPr>
          <p:spPr>
            <a:xfrm>
              <a:off x="9156027" y="651510"/>
              <a:ext cx="295592" cy="271456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9" name="Rectangle: Rounded Corners 528">
              <a:extLst>
                <a:ext uri="{FF2B5EF4-FFF2-40B4-BE49-F238E27FC236}">
                  <a16:creationId xmlns:a16="http://schemas.microsoft.com/office/drawing/2014/main" id="{CA811E5C-58A8-428D-D089-EB63DE828FDD}"/>
                </a:ext>
              </a:extLst>
            </p:cNvPr>
            <p:cNvSpPr/>
            <p:nvPr/>
          </p:nvSpPr>
          <p:spPr>
            <a:xfrm>
              <a:off x="9156027" y="976377"/>
              <a:ext cx="295592" cy="271456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0" name="Rectangle: Rounded Corners 529">
              <a:extLst>
                <a:ext uri="{FF2B5EF4-FFF2-40B4-BE49-F238E27FC236}">
                  <a16:creationId xmlns:a16="http://schemas.microsoft.com/office/drawing/2014/main" id="{6A0B6255-568A-0974-E652-49D5BD5EFB57}"/>
                </a:ext>
              </a:extLst>
            </p:cNvPr>
            <p:cNvSpPr/>
            <p:nvPr/>
          </p:nvSpPr>
          <p:spPr>
            <a:xfrm>
              <a:off x="8714249" y="651510"/>
              <a:ext cx="295592" cy="271456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1" name="Rectangle: Rounded Corners 530">
              <a:extLst>
                <a:ext uri="{FF2B5EF4-FFF2-40B4-BE49-F238E27FC236}">
                  <a16:creationId xmlns:a16="http://schemas.microsoft.com/office/drawing/2014/main" id="{5F544561-305F-7027-99FA-C19C02E6109F}"/>
                </a:ext>
              </a:extLst>
            </p:cNvPr>
            <p:cNvSpPr/>
            <p:nvPr/>
          </p:nvSpPr>
          <p:spPr>
            <a:xfrm>
              <a:off x="8714249" y="976377"/>
              <a:ext cx="295592" cy="271456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2" name="Rectangle: Rounded Corners 531">
              <a:extLst>
                <a:ext uri="{FF2B5EF4-FFF2-40B4-BE49-F238E27FC236}">
                  <a16:creationId xmlns:a16="http://schemas.microsoft.com/office/drawing/2014/main" id="{52C0F744-1C88-CD29-8DEE-0DA7088071E1}"/>
                </a:ext>
              </a:extLst>
            </p:cNvPr>
            <p:cNvSpPr/>
            <p:nvPr/>
          </p:nvSpPr>
          <p:spPr>
            <a:xfrm>
              <a:off x="8272472" y="651510"/>
              <a:ext cx="295592" cy="271456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3" name="Rectangle: Rounded Corners 532">
              <a:extLst>
                <a:ext uri="{FF2B5EF4-FFF2-40B4-BE49-F238E27FC236}">
                  <a16:creationId xmlns:a16="http://schemas.microsoft.com/office/drawing/2014/main" id="{3DD6DA66-DEAC-B775-7117-9DCCCE59BF26}"/>
                </a:ext>
              </a:extLst>
            </p:cNvPr>
            <p:cNvSpPr/>
            <p:nvPr/>
          </p:nvSpPr>
          <p:spPr>
            <a:xfrm>
              <a:off x="8272472" y="976377"/>
              <a:ext cx="295592" cy="271456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4" name="Rectangle: Rounded Corners 533">
              <a:extLst>
                <a:ext uri="{FF2B5EF4-FFF2-40B4-BE49-F238E27FC236}">
                  <a16:creationId xmlns:a16="http://schemas.microsoft.com/office/drawing/2014/main" id="{9EDD2E61-F88A-AB3A-1CA0-1EFDDB00128E}"/>
                </a:ext>
              </a:extLst>
            </p:cNvPr>
            <p:cNvSpPr/>
            <p:nvPr/>
          </p:nvSpPr>
          <p:spPr>
            <a:xfrm>
              <a:off x="7830695" y="651510"/>
              <a:ext cx="295592" cy="271456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5" name="Rectangle: Rounded Corners 534">
              <a:extLst>
                <a:ext uri="{FF2B5EF4-FFF2-40B4-BE49-F238E27FC236}">
                  <a16:creationId xmlns:a16="http://schemas.microsoft.com/office/drawing/2014/main" id="{571342CC-14B3-45A3-6BDE-7EEC5CFD74F9}"/>
                </a:ext>
              </a:extLst>
            </p:cNvPr>
            <p:cNvSpPr/>
            <p:nvPr/>
          </p:nvSpPr>
          <p:spPr>
            <a:xfrm>
              <a:off x="7830695" y="976377"/>
              <a:ext cx="295592" cy="271456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6" name="Rectangle: Rounded Corners 535">
              <a:extLst>
                <a:ext uri="{FF2B5EF4-FFF2-40B4-BE49-F238E27FC236}">
                  <a16:creationId xmlns:a16="http://schemas.microsoft.com/office/drawing/2014/main" id="{89C48801-E18E-2B93-A47D-A288238A5E00}"/>
                </a:ext>
              </a:extLst>
            </p:cNvPr>
            <p:cNvSpPr/>
            <p:nvPr/>
          </p:nvSpPr>
          <p:spPr>
            <a:xfrm>
              <a:off x="7388918" y="651510"/>
              <a:ext cx="295592" cy="271456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7" name="Rectangle: Rounded Corners 536">
              <a:extLst>
                <a:ext uri="{FF2B5EF4-FFF2-40B4-BE49-F238E27FC236}">
                  <a16:creationId xmlns:a16="http://schemas.microsoft.com/office/drawing/2014/main" id="{78FDE2FA-573D-449C-F063-5CAAB1901C40}"/>
                </a:ext>
              </a:extLst>
            </p:cNvPr>
            <p:cNvSpPr/>
            <p:nvPr/>
          </p:nvSpPr>
          <p:spPr>
            <a:xfrm>
              <a:off x="7388918" y="976377"/>
              <a:ext cx="295592" cy="271456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8" name="Rectangle: Rounded Corners 537">
              <a:extLst>
                <a:ext uri="{FF2B5EF4-FFF2-40B4-BE49-F238E27FC236}">
                  <a16:creationId xmlns:a16="http://schemas.microsoft.com/office/drawing/2014/main" id="{0B2C119E-2103-9AA9-D1F5-334047B14922}"/>
                </a:ext>
              </a:extLst>
            </p:cNvPr>
            <p:cNvSpPr/>
            <p:nvPr/>
          </p:nvSpPr>
          <p:spPr>
            <a:xfrm>
              <a:off x="6947140" y="651510"/>
              <a:ext cx="295592" cy="271456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9" name="Rectangle: Rounded Corners 538">
              <a:extLst>
                <a:ext uri="{FF2B5EF4-FFF2-40B4-BE49-F238E27FC236}">
                  <a16:creationId xmlns:a16="http://schemas.microsoft.com/office/drawing/2014/main" id="{B6E41131-356E-C13A-D1D8-7C54A033AD51}"/>
                </a:ext>
              </a:extLst>
            </p:cNvPr>
            <p:cNvSpPr/>
            <p:nvPr/>
          </p:nvSpPr>
          <p:spPr>
            <a:xfrm>
              <a:off x="6947140" y="976377"/>
              <a:ext cx="295592" cy="271456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0" name="Rectangle: Rounded Corners 539">
              <a:extLst>
                <a:ext uri="{FF2B5EF4-FFF2-40B4-BE49-F238E27FC236}">
                  <a16:creationId xmlns:a16="http://schemas.microsoft.com/office/drawing/2014/main" id="{20A5CDA5-9968-D31F-8068-F794DCB260FF}"/>
                </a:ext>
              </a:extLst>
            </p:cNvPr>
            <p:cNvSpPr/>
            <p:nvPr/>
          </p:nvSpPr>
          <p:spPr>
            <a:xfrm>
              <a:off x="6505363" y="651510"/>
              <a:ext cx="295592" cy="271456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1" name="Rectangle: Rounded Corners 540">
              <a:extLst>
                <a:ext uri="{FF2B5EF4-FFF2-40B4-BE49-F238E27FC236}">
                  <a16:creationId xmlns:a16="http://schemas.microsoft.com/office/drawing/2014/main" id="{314D4CD9-FCA5-5911-93A1-425568ACBFD8}"/>
                </a:ext>
              </a:extLst>
            </p:cNvPr>
            <p:cNvSpPr/>
            <p:nvPr/>
          </p:nvSpPr>
          <p:spPr>
            <a:xfrm>
              <a:off x="6505363" y="976377"/>
              <a:ext cx="295592" cy="271456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2" name="Rectangle: Rounded Corners 541">
              <a:extLst>
                <a:ext uri="{FF2B5EF4-FFF2-40B4-BE49-F238E27FC236}">
                  <a16:creationId xmlns:a16="http://schemas.microsoft.com/office/drawing/2014/main" id="{9F808126-D450-DBC4-C390-4941A94CEB31}"/>
                </a:ext>
              </a:extLst>
            </p:cNvPr>
            <p:cNvSpPr/>
            <p:nvPr/>
          </p:nvSpPr>
          <p:spPr>
            <a:xfrm>
              <a:off x="6063586" y="651510"/>
              <a:ext cx="295592" cy="271456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3" name="Rectangle: Rounded Corners 542">
              <a:extLst>
                <a:ext uri="{FF2B5EF4-FFF2-40B4-BE49-F238E27FC236}">
                  <a16:creationId xmlns:a16="http://schemas.microsoft.com/office/drawing/2014/main" id="{5A7ACFD0-65B9-6DE4-56D1-72C21B60BAA3}"/>
                </a:ext>
              </a:extLst>
            </p:cNvPr>
            <p:cNvSpPr/>
            <p:nvPr/>
          </p:nvSpPr>
          <p:spPr>
            <a:xfrm>
              <a:off x="6063586" y="976377"/>
              <a:ext cx="295592" cy="271456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4" name="Rectangle: Rounded Corners 543">
              <a:extLst>
                <a:ext uri="{FF2B5EF4-FFF2-40B4-BE49-F238E27FC236}">
                  <a16:creationId xmlns:a16="http://schemas.microsoft.com/office/drawing/2014/main" id="{6C76872D-7BE4-711D-B0FD-6ED5428AE350}"/>
                </a:ext>
              </a:extLst>
            </p:cNvPr>
            <p:cNvSpPr/>
            <p:nvPr/>
          </p:nvSpPr>
          <p:spPr>
            <a:xfrm>
              <a:off x="5621809" y="651510"/>
              <a:ext cx="295592" cy="271456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5" name="Rectangle: Rounded Corners 544">
              <a:extLst>
                <a:ext uri="{FF2B5EF4-FFF2-40B4-BE49-F238E27FC236}">
                  <a16:creationId xmlns:a16="http://schemas.microsoft.com/office/drawing/2014/main" id="{CAE48B1C-044C-B304-A17A-2183EE6B39E5}"/>
                </a:ext>
              </a:extLst>
            </p:cNvPr>
            <p:cNvSpPr/>
            <p:nvPr/>
          </p:nvSpPr>
          <p:spPr>
            <a:xfrm>
              <a:off x="5621809" y="976377"/>
              <a:ext cx="295592" cy="271456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6" name="Rectangle: Rounded Corners 545">
              <a:extLst>
                <a:ext uri="{FF2B5EF4-FFF2-40B4-BE49-F238E27FC236}">
                  <a16:creationId xmlns:a16="http://schemas.microsoft.com/office/drawing/2014/main" id="{F8AE90C2-9199-09E6-9C4C-AB4E003723B2}"/>
                </a:ext>
              </a:extLst>
            </p:cNvPr>
            <p:cNvSpPr/>
            <p:nvPr/>
          </p:nvSpPr>
          <p:spPr>
            <a:xfrm>
              <a:off x="5180031" y="651510"/>
              <a:ext cx="295592" cy="271456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7" name="Rectangle: Rounded Corners 546">
              <a:extLst>
                <a:ext uri="{FF2B5EF4-FFF2-40B4-BE49-F238E27FC236}">
                  <a16:creationId xmlns:a16="http://schemas.microsoft.com/office/drawing/2014/main" id="{7B186437-F117-8E73-7924-18B51A19496B}"/>
                </a:ext>
              </a:extLst>
            </p:cNvPr>
            <p:cNvSpPr/>
            <p:nvPr/>
          </p:nvSpPr>
          <p:spPr>
            <a:xfrm>
              <a:off x="5180031" y="976377"/>
              <a:ext cx="295592" cy="271456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8" name="Rectangle: Rounded Corners 547">
              <a:extLst>
                <a:ext uri="{FF2B5EF4-FFF2-40B4-BE49-F238E27FC236}">
                  <a16:creationId xmlns:a16="http://schemas.microsoft.com/office/drawing/2014/main" id="{5EB7CFFF-3145-00AE-4D5A-139552E84E5A}"/>
                </a:ext>
              </a:extLst>
            </p:cNvPr>
            <p:cNvSpPr/>
            <p:nvPr/>
          </p:nvSpPr>
          <p:spPr>
            <a:xfrm>
              <a:off x="4738254" y="651510"/>
              <a:ext cx="295592" cy="271456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9" name="Rectangle: Rounded Corners 548">
              <a:extLst>
                <a:ext uri="{FF2B5EF4-FFF2-40B4-BE49-F238E27FC236}">
                  <a16:creationId xmlns:a16="http://schemas.microsoft.com/office/drawing/2014/main" id="{7BD78A80-E741-6132-A181-2171E1AD0E56}"/>
                </a:ext>
              </a:extLst>
            </p:cNvPr>
            <p:cNvSpPr/>
            <p:nvPr/>
          </p:nvSpPr>
          <p:spPr>
            <a:xfrm>
              <a:off x="4738254" y="976377"/>
              <a:ext cx="295592" cy="271456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550" name="Group 549">
            <a:extLst>
              <a:ext uri="{FF2B5EF4-FFF2-40B4-BE49-F238E27FC236}">
                <a16:creationId xmlns:a16="http://schemas.microsoft.com/office/drawing/2014/main" id="{03C5D8C5-88BB-9982-0CAF-0CB2906C0952}"/>
              </a:ext>
            </a:extLst>
          </p:cNvPr>
          <p:cNvGrpSpPr/>
          <p:nvPr/>
        </p:nvGrpSpPr>
        <p:grpSpPr>
          <a:xfrm>
            <a:off x="5566410" y="4756786"/>
            <a:ext cx="5983605" cy="350519"/>
            <a:chOff x="4738254" y="651510"/>
            <a:chExt cx="6922251" cy="596323"/>
          </a:xfrm>
        </p:grpSpPr>
        <p:sp>
          <p:nvSpPr>
            <p:cNvPr id="551" name="Rectangle: Rounded Corners 550">
              <a:extLst>
                <a:ext uri="{FF2B5EF4-FFF2-40B4-BE49-F238E27FC236}">
                  <a16:creationId xmlns:a16="http://schemas.microsoft.com/office/drawing/2014/main" id="{64858FA5-88EE-672E-DF7B-A799C09470C9}"/>
                </a:ext>
              </a:extLst>
            </p:cNvPr>
            <p:cNvSpPr/>
            <p:nvPr/>
          </p:nvSpPr>
          <p:spPr>
            <a:xfrm>
              <a:off x="11364913" y="651510"/>
              <a:ext cx="295592" cy="271456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2" name="Rectangle: Rounded Corners 551">
              <a:extLst>
                <a:ext uri="{FF2B5EF4-FFF2-40B4-BE49-F238E27FC236}">
                  <a16:creationId xmlns:a16="http://schemas.microsoft.com/office/drawing/2014/main" id="{8CCC201C-C5A9-E41D-323B-1F64FE1593A9}"/>
                </a:ext>
              </a:extLst>
            </p:cNvPr>
            <p:cNvSpPr/>
            <p:nvPr/>
          </p:nvSpPr>
          <p:spPr>
            <a:xfrm>
              <a:off x="11364913" y="976377"/>
              <a:ext cx="295592" cy="271456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3" name="Rectangle: Rounded Corners 552">
              <a:extLst>
                <a:ext uri="{FF2B5EF4-FFF2-40B4-BE49-F238E27FC236}">
                  <a16:creationId xmlns:a16="http://schemas.microsoft.com/office/drawing/2014/main" id="{6D89EAD5-4012-A24C-3C8C-FCF7F72FBC67}"/>
                </a:ext>
              </a:extLst>
            </p:cNvPr>
            <p:cNvSpPr/>
            <p:nvPr/>
          </p:nvSpPr>
          <p:spPr>
            <a:xfrm>
              <a:off x="10923136" y="651510"/>
              <a:ext cx="295592" cy="271456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4" name="Rectangle: Rounded Corners 553">
              <a:extLst>
                <a:ext uri="{FF2B5EF4-FFF2-40B4-BE49-F238E27FC236}">
                  <a16:creationId xmlns:a16="http://schemas.microsoft.com/office/drawing/2014/main" id="{4CCED6FA-1A45-CBED-76E4-E857155451BD}"/>
                </a:ext>
              </a:extLst>
            </p:cNvPr>
            <p:cNvSpPr/>
            <p:nvPr/>
          </p:nvSpPr>
          <p:spPr>
            <a:xfrm>
              <a:off x="10923136" y="976377"/>
              <a:ext cx="295592" cy="271456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5" name="Rectangle: Rounded Corners 554">
              <a:extLst>
                <a:ext uri="{FF2B5EF4-FFF2-40B4-BE49-F238E27FC236}">
                  <a16:creationId xmlns:a16="http://schemas.microsoft.com/office/drawing/2014/main" id="{D163842B-B0B9-15D5-B8F9-5EDEBB848024}"/>
                </a:ext>
              </a:extLst>
            </p:cNvPr>
            <p:cNvSpPr/>
            <p:nvPr/>
          </p:nvSpPr>
          <p:spPr>
            <a:xfrm>
              <a:off x="10481358" y="651510"/>
              <a:ext cx="295592" cy="271456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6" name="Rectangle: Rounded Corners 555">
              <a:extLst>
                <a:ext uri="{FF2B5EF4-FFF2-40B4-BE49-F238E27FC236}">
                  <a16:creationId xmlns:a16="http://schemas.microsoft.com/office/drawing/2014/main" id="{92B1F004-5E0A-B937-C879-3AA1286DD210}"/>
                </a:ext>
              </a:extLst>
            </p:cNvPr>
            <p:cNvSpPr/>
            <p:nvPr/>
          </p:nvSpPr>
          <p:spPr>
            <a:xfrm>
              <a:off x="10481358" y="976377"/>
              <a:ext cx="295592" cy="271456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7" name="Rectangle: Rounded Corners 556">
              <a:extLst>
                <a:ext uri="{FF2B5EF4-FFF2-40B4-BE49-F238E27FC236}">
                  <a16:creationId xmlns:a16="http://schemas.microsoft.com/office/drawing/2014/main" id="{74BFEB59-034C-1765-A566-72B7516E2D34}"/>
                </a:ext>
              </a:extLst>
            </p:cNvPr>
            <p:cNvSpPr/>
            <p:nvPr/>
          </p:nvSpPr>
          <p:spPr>
            <a:xfrm>
              <a:off x="10039581" y="651510"/>
              <a:ext cx="295592" cy="271456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8" name="Rectangle: Rounded Corners 557">
              <a:extLst>
                <a:ext uri="{FF2B5EF4-FFF2-40B4-BE49-F238E27FC236}">
                  <a16:creationId xmlns:a16="http://schemas.microsoft.com/office/drawing/2014/main" id="{36F20683-950E-8C05-A3C5-3A5EB3D63B66}"/>
                </a:ext>
              </a:extLst>
            </p:cNvPr>
            <p:cNvSpPr/>
            <p:nvPr/>
          </p:nvSpPr>
          <p:spPr>
            <a:xfrm>
              <a:off x="10039581" y="976377"/>
              <a:ext cx="295592" cy="271456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9" name="Rectangle: Rounded Corners 558">
              <a:extLst>
                <a:ext uri="{FF2B5EF4-FFF2-40B4-BE49-F238E27FC236}">
                  <a16:creationId xmlns:a16="http://schemas.microsoft.com/office/drawing/2014/main" id="{61FDC61A-6E53-0C44-E969-6C0E60245A14}"/>
                </a:ext>
              </a:extLst>
            </p:cNvPr>
            <p:cNvSpPr/>
            <p:nvPr/>
          </p:nvSpPr>
          <p:spPr>
            <a:xfrm>
              <a:off x="9597804" y="651510"/>
              <a:ext cx="295592" cy="271456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0" name="Rectangle: Rounded Corners 559">
              <a:extLst>
                <a:ext uri="{FF2B5EF4-FFF2-40B4-BE49-F238E27FC236}">
                  <a16:creationId xmlns:a16="http://schemas.microsoft.com/office/drawing/2014/main" id="{77739B03-8332-09B7-1838-DC4909CC0D80}"/>
                </a:ext>
              </a:extLst>
            </p:cNvPr>
            <p:cNvSpPr/>
            <p:nvPr/>
          </p:nvSpPr>
          <p:spPr>
            <a:xfrm>
              <a:off x="9597804" y="976377"/>
              <a:ext cx="295592" cy="271456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1" name="Rectangle: Rounded Corners 560">
              <a:extLst>
                <a:ext uri="{FF2B5EF4-FFF2-40B4-BE49-F238E27FC236}">
                  <a16:creationId xmlns:a16="http://schemas.microsoft.com/office/drawing/2014/main" id="{E7BAEFE0-9A4D-A68F-0509-A9E8DBF9D0D0}"/>
                </a:ext>
              </a:extLst>
            </p:cNvPr>
            <p:cNvSpPr/>
            <p:nvPr/>
          </p:nvSpPr>
          <p:spPr>
            <a:xfrm>
              <a:off x="9156027" y="651510"/>
              <a:ext cx="295592" cy="271456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2" name="Rectangle: Rounded Corners 561">
              <a:extLst>
                <a:ext uri="{FF2B5EF4-FFF2-40B4-BE49-F238E27FC236}">
                  <a16:creationId xmlns:a16="http://schemas.microsoft.com/office/drawing/2014/main" id="{0E9E7220-D719-838C-89EE-5830C386AD3B}"/>
                </a:ext>
              </a:extLst>
            </p:cNvPr>
            <p:cNvSpPr/>
            <p:nvPr/>
          </p:nvSpPr>
          <p:spPr>
            <a:xfrm>
              <a:off x="9156027" y="976377"/>
              <a:ext cx="295592" cy="271456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3" name="Rectangle: Rounded Corners 562">
              <a:extLst>
                <a:ext uri="{FF2B5EF4-FFF2-40B4-BE49-F238E27FC236}">
                  <a16:creationId xmlns:a16="http://schemas.microsoft.com/office/drawing/2014/main" id="{74EC6EA7-9FB8-7E53-7982-6733059B6189}"/>
                </a:ext>
              </a:extLst>
            </p:cNvPr>
            <p:cNvSpPr/>
            <p:nvPr/>
          </p:nvSpPr>
          <p:spPr>
            <a:xfrm>
              <a:off x="8714249" y="651510"/>
              <a:ext cx="295592" cy="271456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4" name="Rectangle: Rounded Corners 563">
              <a:extLst>
                <a:ext uri="{FF2B5EF4-FFF2-40B4-BE49-F238E27FC236}">
                  <a16:creationId xmlns:a16="http://schemas.microsoft.com/office/drawing/2014/main" id="{B4FF45AB-FFD6-4EA5-0FEF-C67A2D52C377}"/>
                </a:ext>
              </a:extLst>
            </p:cNvPr>
            <p:cNvSpPr/>
            <p:nvPr/>
          </p:nvSpPr>
          <p:spPr>
            <a:xfrm>
              <a:off x="8714249" y="976377"/>
              <a:ext cx="295592" cy="271456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5" name="Rectangle: Rounded Corners 564">
              <a:extLst>
                <a:ext uri="{FF2B5EF4-FFF2-40B4-BE49-F238E27FC236}">
                  <a16:creationId xmlns:a16="http://schemas.microsoft.com/office/drawing/2014/main" id="{B31C3719-E1EA-056E-3519-EB2A61B7FF3C}"/>
                </a:ext>
              </a:extLst>
            </p:cNvPr>
            <p:cNvSpPr/>
            <p:nvPr/>
          </p:nvSpPr>
          <p:spPr>
            <a:xfrm>
              <a:off x="8272472" y="651510"/>
              <a:ext cx="295592" cy="271456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6" name="Rectangle: Rounded Corners 565">
              <a:extLst>
                <a:ext uri="{FF2B5EF4-FFF2-40B4-BE49-F238E27FC236}">
                  <a16:creationId xmlns:a16="http://schemas.microsoft.com/office/drawing/2014/main" id="{8BCF8F42-9E7D-7ADB-253C-B52898851C43}"/>
                </a:ext>
              </a:extLst>
            </p:cNvPr>
            <p:cNvSpPr/>
            <p:nvPr/>
          </p:nvSpPr>
          <p:spPr>
            <a:xfrm>
              <a:off x="8272472" y="976377"/>
              <a:ext cx="295592" cy="271456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7" name="Rectangle: Rounded Corners 566">
              <a:extLst>
                <a:ext uri="{FF2B5EF4-FFF2-40B4-BE49-F238E27FC236}">
                  <a16:creationId xmlns:a16="http://schemas.microsoft.com/office/drawing/2014/main" id="{9E4C2249-3ECC-9AA7-44FF-DC0675C6B7E7}"/>
                </a:ext>
              </a:extLst>
            </p:cNvPr>
            <p:cNvSpPr/>
            <p:nvPr/>
          </p:nvSpPr>
          <p:spPr>
            <a:xfrm>
              <a:off x="7830695" y="651510"/>
              <a:ext cx="295592" cy="271456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8" name="Rectangle: Rounded Corners 567">
              <a:extLst>
                <a:ext uri="{FF2B5EF4-FFF2-40B4-BE49-F238E27FC236}">
                  <a16:creationId xmlns:a16="http://schemas.microsoft.com/office/drawing/2014/main" id="{DD9563C7-89B4-0783-1DFB-D627DA2560D3}"/>
                </a:ext>
              </a:extLst>
            </p:cNvPr>
            <p:cNvSpPr/>
            <p:nvPr/>
          </p:nvSpPr>
          <p:spPr>
            <a:xfrm>
              <a:off x="7830695" y="976377"/>
              <a:ext cx="295592" cy="271456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9" name="Rectangle: Rounded Corners 568">
              <a:extLst>
                <a:ext uri="{FF2B5EF4-FFF2-40B4-BE49-F238E27FC236}">
                  <a16:creationId xmlns:a16="http://schemas.microsoft.com/office/drawing/2014/main" id="{B94D48D3-4F87-F4D2-7293-170C1246BFA3}"/>
                </a:ext>
              </a:extLst>
            </p:cNvPr>
            <p:cNvSpPr/>
            <p:nvPr/>
          </p:nvSpPr>
          <p:spPr>
            <a:xfrm>
              <a:off x="7388918" y="651510"/>
              <a:ext cx="295592" cy="271456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0" name="Rectangle: Rounded Corners 569">
              <a:extLst>
                <a:ext uri="{FF2B5EF4-FFF2-40B4-BE49-F238E27FC236}">
                  <a16:creationId xmlns:a16="http://schemas.microsoft.com/office/drawing/2014/main" id="{5B30549C-62B5-8576-4043-B02B6863C225}"/>
                </a:ext>
              </a:extLst>
            </p:cNvPr>
            <p:cNvSpPr/>
            <p:nvPr/>
          </p:nvSpPr>
          <p:spPr>
            <a:xfrm>
              <a:off x="7388918" y="976377"/>
              <a:ext cx="295592" cy="271456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1" name="Rectangle: Rounded Corners 570">
              <a:extLst>
                <a:ext uri="{FF2B5EF4-FFF2-40B4-BE49-F238E27FC236}">
                  <a16:creationId xmlns:a16="http://schemas.microsoft.com/office/drawing/2014/main" id="{38B5CB34-D8CF-DC10-9390-907F10A1D685}"/>
                </a:ext>
              </a:extLst>
            </p:cNvPr>
            <p:cNvSpPr/>
            <p:nvPr/>
          </p:nvSpPr>
          <p:spPr>
            <a:xfrm>
              <a:off x="6947140" y="651510"/>
              <a:ext cx="295592" cy="271456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2" name="Rectangle: Rounded Corners 571">
              <a:extLst>
                <a:ext uri="{FF2B5EF4-FFF2-40B4-BE49-F238E27FC236}">
                  <a16:creationId xmlns:a16="http://schemas.microsoft.com/office/drawing/2014/main" id="{FE517775-3A0B-795E-3ADD-D993E7188AFC}"/>
                </a:ext>
              </a:extLst>
            </p:cNvPr>
            <p:cNvSpPr/>
            <p:nvPr/>
          </p:nvSpPr>
          <p:spPr>
            <a:xfrm>
              <a:off x="6947140" y="976377"/>
              <a:ext cx="295592" cy="271456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3" name="Rectangle: Rounded Corners 572">
              <a:extLst>
                <a:ext uri="{FF2B5EF4-FFF2-40B4-BE49-F238E27FC236}">
                  <a16:creationId xmlns:a16="http://schemas.microsoft.com/office/drawing/2014/main" id="{3CA7518C-517A-EEBB-8EF1-A7C18055A2F6}"/>
                </a:ext>
              </a:extLst>
            </p:cNvPr>
            <p:cNvSpPr/>
            <p:nvPr/>
          </p:nvSpPr>
          <p:spPr>
            <a:xfrm>
              <a:off x="6505363" y="651510"/>
              <a:ext cx="295592" cy="271456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4" name="Rectangle: Rounded Corners 573">
              <a:extLst>
                <a:ext uri="{FF2B5EF4-FFF2-40B4-BE49-F238E27FC236}">
                  <a16:creationId xmlns:a16="http://schemas.microsoft.com/office/drawing/2014/main" id="{639E91B0-29C3-F12A-45EB-9060A74A78F4}"/>
                </a:ext>
              </a:extLst>
            </p:cNvPr>
            <p:cNvSpPr/>
            <p:nvPr/>
          </p:nvSpPr>
          <p:spPr>
            <a:xfrm>
              <a:off x="6505363" y="976377"/>
              <a:ext cx="295592" cy="271456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5" name="Rectangle: Rounded Corners 574">
              <a:extLst>
                <a:ext uri="{FF2B5EF4-FFF2-40B4-BE49-F238E27FC236}">
                  <a16:creationId xmlns:a16="http://schemas.microsoft.com/office/drawing/2014/main" id="{04943B08-862C-06CA-C93F-630F6B5AC2AA}"/>
                </a:ext>
              </a:extLst>
            </p:cNvPr>
            <p:cNvSpPr/>
            <p:nvPr/>
          </p:nvSpPr>
          <p:spPr>
            <a:xfrm>
              <a:off x="6063586" y="651510"/>
              <a:ext cx="295592" cy="271456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6" name="Rectangle: Rounded Corners 575">
              <a:extLst>
                <a:ext uri="{FF2B5EF4-FFF2-40B4-BE49-F238E27FC236}">
                  <a16:creationId xmlns:a16="http://schemas.microsoft.com/office/drawing/2014/main" id="{C18E9296-3826-F493-FF20-5FCE2B7DBE7F}"/>
                </a:ext>
              </a:extLst>
            </p:cNvPr>
            <p:cNvSpPr/>
            <p:nvPr/>
          </p:nvSpPr>
          <p:spPr>
            <a:xfrm>
              <a:off x="6063586" y="976377"/>
              <a:ext cx="295592" cy="271456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7" name="Rectangle: Rounded Corners 576">
              <a:extLst>
                <a:ext uri="{FF2B5EF4-FFF2-40B4-BE49-F238E27FC236}">
                  <a16:creationId xmlns:a16="http://schemas.microsoft.com/office/drawing/2014/main" id="{08CFBD30-1CD0-A2E9-0D3D-029961C7C792}"/>
                </a:ext>
              </a:extLst>
            </p:cNvPr>
            <p:cNvSpPr/>
            <p:nvPr/>
          </p:nvSpPr>
          <p:spPr>
            <a:xfrm>
              <a:off x="5621809" y="651510"/>
              <a:ext cx="295592" cy="271456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8" name="Rectangle: Rounded Corners 577">
              <a:extLst>
                <a:ext uri="{FF2B5EF4-FFF2-40B4-BE49-F238E27FC236}">
                  <a16:creationId xmlns:a16="http://schemas.microsoft.com/office/drawing/2014/main" id="{563B3B70-E40F-B03E-C0C4-77252B4D2E32}"/>
                </a:ext>
              </a:extLst>
            </p:cNvPr>
            <p:cNvSpPr/>
            <p:nvPr/>
          </p:nvSpPr>
          <p:spPr>
            <a:xfrm>
              <a:off x="5621809" y="976377"/>
              <a:ext cx="295592" cy="271456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9" name="Rectangle: Rounded Corners 578">
              <a:extLst>
                <a:ext uri="{FF2B5EF4-FFF2-40B4-BE49-F238E27FC236}">
                  <a16:creationId xmlns:a16="http://schemas.microsoft.com/office/drawing/2014/main" id="{18CD174E-93F3-8A48-C8FF-C0E9FE339096}"/>
                </a:ext>
              </a:extLst>
            </p:cNvPr>
            <p:cNvSpPr/>
            <p:nvPr/>
          </p:nvSpPr>
          <p:spPr>
            <a:xfrm>
              <a:off x="5180031" y="651510"/>
              <a:ext cx="295592" cy="271456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0" name="Rectangle: Rounded Corners 579">
              <a:extLst>
                <a:ext uri="{FF2B5EF4-FFF2-40B4-BE49-F238E27FC236}">
                  <a16:creationId xmlns:a16="http://schemas.microsoft.com/office/drawing/2014/main" id="{CE75EFDC-0B45-7A1B-EF26-41804CABC27B}"/>
                </a:ext>
              </a:extLst>
            </p:cNvPr>
            <p:cNvSpPr/>
            <p:nvPr/>
          </p:nvSpPr>
          <p:spPr>
            <a:xfrm>
              <a:off x="5180031" y="976377"/>
              <a:ext cx="295592" cy="271456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1" name="Rectangle: Rounded Corners 580">
              <a:extLst>
                <a:ext uri="{FF2B5EF4-FFF2-40B4-BE49-F238E27FC236}">
                  <a16:creationId xmlns:a16="http://schemas.microsoft.com/office/drawing/2014/main" id="{039024F3-AD91-EB8C-A71A-0F5A82228E2A}"/>
                </a:ext>
              </a:extLst>
            </p:cNvPr>
            <p:cNvSpPr/>
            <p:nvPr/>
          </p:nvSpPr>
          <p:spPr>
            <a:xfrm>
              <a:off x="4738254" y="651510"/>
              <a:ext cx="295592" cy="271456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2" name="Rectangle: Rounded Corners 581">
              <a:extLst>
                <a:ext uri="{FF2B5EF4-FFF2-40B4-BE49-F238E27FC236}">
                  <a16:creationId xmlns:a16="http://schemas.microsoft.com/office/drawing/2014/main" id="{294D67A3-2731-BF97-5FF9-3022FB20629A}"/>
                </a:ext>
              </a:extLst>
            </p:cNvPr>
            <p:cNvSpPr/>
            <p:nvPr/>
          </p:nvSpPr>
          <p:spPr>
            <a:xfrm>
              <a:off x="4738254" y="976377"/>
              <a:ext cx="295592" cy="271456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6572298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6541</TotalTime>
  <Words>1292</Words>
  <Application>Microsoft Office PowerPoint</Application>
  <PresentationFormat>Widescreen</PresentationFormat>
  <Paragraphs>403</Paragraphs>
  <Slides>15</Slides>
  <Notes>14</Notes>
  <HiddenSlides>2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SaAe 19102004</dc:creator>
  <cp:lastModifiedBy>Ramadhan Tri N</cp:lastModifiedBy>
  <cp:revision>27</cp:revision>
  <dcterms:created xsi:type="dcterms:W3CDTF">2026-08-07T01:51:21Z</dcterms:created>
  <dcterms:modified xsi:type="dcterms:W3CDTF">2026-08-26T15:20:54Z</dcterms:modified>
</cp:coreProperties>
</file>